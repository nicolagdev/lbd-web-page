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FE12D-D05A-4745-83C4-80D10A1E0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095A1A-28F8-46AA-B8CD-FA7A75AB0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8746D6-B4F0-44B9-B486-3A023A7E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1404-43B8-4E5B-9AD9-D4F7DCAECF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1C6D4C-6051-4D53-B08C-DF7E8AF48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576F10-37F0-4AC4-B99A-83CBAFD9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097C7-B9CB-4D18-9B86-B27CD8B94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4921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8C5D81-DC3E-461B-B640-CDE415F01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C73380-2ABB-462E-9D26-7AB524BE7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6321C1-EADB-4137-AC4D-F00642066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1404-43B8-4E5B-9AD9-D4F7DCAECF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018491-3BEC-4AF8-B7B6-D48F3776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8953C9-472F-4CA5-8CE1-35DE040B4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097C7-B9CB-4D18-9B86-B27CD8B94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188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963F3-72E1-47D5-A157-B3E44C8A0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DB6020-5C78-49D1-8C53-7B4452A3A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F33B04-BBD3-4B53-9A58-7EBD7B045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1404-43B8-4E5B-9AD9-D4F7DCAECF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4230A9-6618-4E21-AC36-166C6A7D2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71B128-02E6-4B88-8F05-F030F5A3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097C7-B9CB-4D18-9B86-B27CD8B94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7641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CF370-E6AF-4BF3-AE47-AC13DCBF2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696F1E-A08D-44FD-9145-5D623F60E6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885A40-FB54-4581-8DB5-F80F1A19C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73B468-C926-4624-83D8-1E646DBD4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1404-43B8-4E5B-9AD9-D4F7DCAECF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2DDD51-E718-4948-A43B-2EF487604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F61A53-19EC-4A6E-AB6D-52D7A6CE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097C7-B9CB-4D18-9B86-B27CD8B94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358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F3086-BAD4-439A-BCAE-90FECB6E7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EB3617-0D39-4A79-8358-D0B46B191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B07398-A4E4-417A-A646-2741FA051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6E369B9-C508-425F-90D5-7377DB16A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72853F2-9320-47BD-BD9E-D47D280DB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6CD1DFB-C815-4330-8F4B-E23177D36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1404-43B8-4E5B-9AD9-D4F7DCAECF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0582CC9-AB11-4D35-BAC1-85B0F3DD0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8CDAD46-461F-4457-A75C-FE352012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097C7-B9CB-4D18-9B86-B27CD8B94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7172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3B3454-8E84-4609-A9BE-827925F73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FCD7113-ACC9-4F6E-A746-8B1EDB18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1404-43B8-4E5B-9AD9-D4F7DCAECF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062FED-0880-4908-885B-464258BC6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100A907-6A94-4297-8A03-B68DAD2CF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097C7-B9CB-4D18-9B86-B27CD8B94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8959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36C8F8-9E8F-4924-BCC1-4BD00426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1404-43B8-4E5B-9AD9-D4F7DCAECF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AE5DD7-5639-49A2-965C-8DD405E39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A8EC29-E885-40B4-8A48-7662E44D5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097C7-B9CB-4D18-9B86-B27CD8B94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69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8C363C-F044-4523-AA9E-56BDB2748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E2D732-566B-4C17-A99B-4DB8A2255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32E74E-4EDC-4E76-BD16-50098D117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9B7E42-3B04-4352-A537-B8203DAF9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1404-43B8-4E5B-9AD9-D4F7DCAECF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79BBA9-3199-4BA0-A63D-A1264D2E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E70AAC-54F9-473E-AFDF-53D5B04B5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097C7-B9CB-4D18-9B86-B27CD8B94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2239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3F24A-88B1-4159-8E8F-8DE65DC48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C1C2793-0AF0-4ACC-A872-6B55F742C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85525E-AE33-4D39-9ADA-6B9CF336B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C26A3B-76D6-4E6D-8966-8835AB152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1404-43B8-4E5B-9AD9-D4F7DCAECF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45E113-63F1-41F4-B642-36720EC4A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5892A5-F1EF-4274-96C1-7E2B013CF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097C7-B9CB-4D18-9B86-B27CD8B94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1949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EDB2B7-81CB-4ABE-A6D6-7FC8B8135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31279E-CF2A-4D85-8242-7A1B39179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69B8AC-E37C-4080-9C82-A9F853171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1404-43B8-4E5B-9AD9-D4F7DCAECF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EC6ADC-2D58-4983-B125-15B36DCDD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2186F1-04F5-47C1-995C-8C42D0ABA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097C7-B9CB-4D18-9B86-B27CD8B94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7291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D3539E-24B7-4C39-8E6C-A5C1932952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6C9F9CA-EEDE-436D-A777-8CCD078FE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39EA01-48E9-4D1B-853B-F026DFCD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D1404-43B8-4E5B-9AD9-D4F7DCAECF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DC9834-8877-46BE-83F7-EEDD605B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9809D5-E332-449E-87C8-4BF226435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097C7-B9CB-4D18-9B86-B27CD8B94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8790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3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F677A40-9BBD-4522-A77B-D4EA4290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C4FFFD-15C5-45C3-BDC3-849B1A9C3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D563B5-C3F4-427A-9CB2-F21C098E55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D1404-43B8-4E5B-9AD9-D4F7DCAECF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F6135E-3D64-45AC-9EFF-C8555B5DF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F545FE-F21C-44AD-97DE-5355B5774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097C7-B9CB-4D18-9B86-B27CD8B946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6428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A9CDCFD-1C9F-44EC-B339-88FFE67AB59E}"/>
              </a:ext>
            </a:extLst>
          </p:cNvPr>
          <p:cNvSpPr txBox="1"/>
          <p:nvPr/>
        </p:nvSpPr>
        <p:spPr>
          <a:xfrm>
            <a:off x="251791" y="1205948"/>
            <a:ext cx="8892209" cy="3827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año más nos da el SALVADOR</a:t>
            </a:r>
          </a:p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año más de GRACIA y AMOR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E071B2-6E35-4A71-9558-F9256D53A4DB}"/>
              </a:ext>
            </a:extLst>
          </p:cNvPr>
          <p:cNvSpPr txBox="1"/>
          <p:nvPr/>
        </p:nvSpPr>
        <p:spPr>
          <a:xfrm>
            <a:off x="6493565" y="172278"/>
            <a:ext cx="2650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 AÑO MÁS</a:t>
            </a:r>
          </a:p>
        </p:txBody>
      </p:sp>
    </p:spTree>
    <p:extLst>
      <p:ext uri="{BB962C8B-B14F-4D97-AF65-F5344CB8AC3E}">
        <p14:creationId xmlns:p14="http://schemas.microsoft.com/office/powerpoint/2010/main" val="3559174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A9CDCFD-1C9F-44EC-B339-88FFE67AB59E}"/>
              </a:ext>
            </a:extLst>
          </p:cNvPr>
          <p:cNvSpPr txBox="1"/>
          <p:nvPr/>
        </p:nvSpPr>
        <p:spPr>
          <a:xfrm>
            <a:off x="125895" y="1791129"/>
            <a:ext cx="8892209" cy="1916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 SEGUIRLE de corazón</a:t>
            </a:r>
          </a:p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ES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 SERVIR A CRISTO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E071B2-6E35-4A71-9558-F9256D53A4DB}"/>
              </a:ext>
            </a:extLst>
          </p:cNvPr>
          <p:cNvSpPr txBox="1"/>
          <p:nvPr/>
        </p:nvSpPr>
        <p:spPr>
          <a:xfrm>
            <a:off x="6493565" y="172278"/>
            <a:ext cx="2650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 AÑO MÁS</a:t>
            </a:r>
          </a:p>
        </p:txBody>
      </p:sp>
    </p:spTree>
    <p:extLst>
      <p:ext uri="{BB962C8B-B14F-4D97-AF65-F5344CB8AC3E}">
        <p14:creationId xmlns:p14="http://schemas.microsoft.com/office/powerpoint/2010/main" val="3888065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A9CDCFD-1C9F-44EC-B339-88FFE67AB59E}"/>
              </a:ext>
            </a:extLst>
          </p:cNvPr>
          <p:cNvSpPr txBox="1"/>
          <p:nvPr/>
        </p:nvSpPr>
        <p:spPr>
          <a:xfrm>
            <a:off x="125895" y="1791129"/>
            <a:ext cx="8892209" cy="318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Quiero servir a mi JESÚS</a:t>
            </a:r>
          </a:p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Quiero esparcir doquier SU LUZ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E071B2-6E35-4A71-9558-F9256D53A4DB}"/>
              </a:ext>
            </a:extLst>
          </p:cNvPr>
          <p:cNvSpPr txBox="1"/>
          <p:nvPr/>
        </p:nvSpPr>
        <p:spPr>
          <a:xfrm>
            <a:off x="6493565" y="172278"/>
            <a:ext cx="2650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 AÑO MÁS</a:t>
            </a:r>
          </a:p>
        </p:txBody>
      </p:sp>
    </p:spTree>
    <p:extLst>
      <p:ext uri="{BB962C8B-B14F-4D97-AF65-F5344CB8AC3E}">
        <p14:creationId xmlns:p14="http://schemas.microsoft.com/office/powerpoint/2010/main" val="3340141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A9CDCFD-1C9F-44EC-B339-88FFE67AB59E}"/>
              </a:ext>
            </a:extLst>
          </p:cNvPr>
          <p:cNvSpPr txBox="1"/>
          <p:nvPr/>
        </p:nvSpPr>
        <p:spPr>
          <a:xfrm>
            <a:off x="125895" y="1512834"/>
            <a:ext cx="8892209" cy="318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Quiero anunciar su amor y su cruz</a:t>
            </a:r>
          </a:p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Quiero servir a Cristo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E071B2-6E35-4A71-9558-F9256D53A4DB}"/>
              </a:ext>
            </a:extLst>
          </p:cNvPr>
          <p:cNvSpPr txBox="1"/>
          <p:nvPr/>
        </p:nvSpPr>
        <p:spPr>
          <a:xfrm>
            <a:off x="6493565" y="172278"/>
            <a:ext cx="2650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 AÑO MÁS</a:t>
            </a:r>
          </a:p>
        </p:txBody>
      </p:sp>
    </p:spTree>
    <p:extLst>
      <p:ext uri="{BB962C8B-B14F-4D97-AF65-F5344CB8AC3E}">
        <p14:creationId xmlns:p14="http://schemas.microsoft.com/office/powerpoint/2010/main" val="2291561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A9CDCFD-1C9F-44EC-B339-88FFE67AB59E}"/>
              </a:ext>
            </a:extLst>
          </p:cNvPr>
          <p:cNvSpPr txBox="1"/>
          <p:nvPr/>
        </p:nvSpPr>
        <p:spPr>
          <a:xfrm>
            <a:off x="125895" y="1512834"/>
            <a:ext cx="8892209" cy="2118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año más que </a:t>
            </a:r>
          </a:p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dicha será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E071B2-6E35-4A71-9558-F9256D53A4DB}"/>
              </a:ext>
            </a:extLst>
          </p:cNvPr>
          <p:cNvSpPr txBox="1"/>
          <p:nvPr/>
        </p:nvSpPr>
        <p:spPr>
          <a:xfrm>
            <a:off x="6493565" y="172278"/>
            <a:ext cx="2650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 AÑO MÁS</a:t>
            </a:r>
          </a:p>
        </p:txBody>
      </p:sp>
    </p:spTree>
    <p:extLst>
      <p:ext uri="{BB962C8B-B14F-4D97-AF65-F5344CB8AC3E}">
        <p14:creationId xmlns:p14="http://schemas.microsoft.com/office/powerpoint/2010/main" val="1974931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A9CDCFD-1C9F-44EC-B339-88FFE67AB59E}"/>
              </a:ext>
            </a:extLst>
          </p:cNvPr>
          <p:cNvSpPr txBox="1"/>
          <p:nvPr/>
        </p:nvSpPr>
        <p:spPr>
          <a:xfrm>
            <a:off x="125895" y="1512834"/>
            <a:ext cx="8892209" cy="318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 vez muy pronto </a:t>
            </a:r>
          </a:p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Cristo vendrá</a:t>
            </a:r>
          </a:p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endParaRPr lang="es-MX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E071B2-6E35-4A71-9558-F9256D53A4DB}"/>
              </a:ext>
            </a:extLst>
          </p:cNvPr>
          <p:cNvSpPr txBox="1"/>
          <p:nvPr/>
        </p:nvSpPr>
        <p:spPr>
          <a:xfrm>
            <a:off x="6493565" y="172278"/>
            <a:ext cx="2650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 AÑO MÁS</a:t>
            </a:r>
          </a:p>
        </p:txBody>
      </p:sp>
    </p:spTree>
    <p:extLst>
      <p:ext uri="{BB962C8B-B14F-4D97-AF65-F5344CB8AC3E}">
        <p14:creationId xmlns:p14="http://schemas.microsoft.com/office/powerpoint/2010/main" val="888308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A9CDCFD-1C9F-44EC-B339-88FFE67AB59E}"/>
              </a:ext>
            </a:extLst>
          </p:cNvPr>
          <p:cNvSpPr txBox="1"/>
          <p:nvPr/>
        </p:nvSpPr>
        <p:spPr>
          <a:xfrm>
            <a:off x="125895" y="1420069"/>
            <a:ext cx="8892209" cy="424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 poco tiempo nos queda ya</a:t>
            </a:r>
          </a:p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 servir a Cristo</a:t>
            </a:r>
          </a:p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endParaRPr lang="es-MX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E071B2-6E35-4A71-9558-F9256D53A4DB}"/>
              </a:ext>
            </a:extLst>
          </p:cNvPr>
          <p:cNvSpPr txBox="1"/>
          <p:nvPr/>
        </p:nvSpPr>
        <p:spPr>
          <a:xfrm>
            <a:off x="6493565" y="172278"/>
            <a:ext cx="2650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 AÑO MÁS</a:t>
            </a:r>
          </a:p>
        </p:txBody>
      </p:sp>
    </p:spTree>
    <p:extLst>
      <p:ext uri="{BB962C8B-B14F-4D97-AF65-F5344CB8AC3E}">
        <p14:creationId xmlns:p14="http://schemas.microsoft.com/office/powerpoint/2010/main" val="486638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A9CDCFD-1C9F-44EC-B339-88FFE67AB59E}"/>
              </a:ext>
            </a:extLst>
          </p:cNvPr>
          <p:cNvSpPr txBox="1"/>
          <p:nvPr/>
        </p:nvSpPr>
        <p:spPr>
          <a:xfrm>
            <a:off x="125895" y="1791129"/>
            <a:ext cx="8892209" cy="3180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Quiero servir a mi JESÚS</a:t>
            </a:r>
          </a:p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Quiero esparcir doquier SU LUZ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E071B2-6E35-4A71-9558-F9256D53A4DB}"/>
              </a:ext>
            </a:extLst>
          </p:cNvPr>
          <p:cNvSpPr txBox="1"/>
          <p:nvPr/>
        </p:nvSpPr>
        <p:spPr>
          <a:xfrm>
            <a:off x="6493565" y="172278"/>
            <a:ext cx="2650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 AÑO MÁS</a:t>
            </a:r>
          </a:p>
        </p:txBody>
      </p:sp>
    </p:spTree>
    <p:extLst>
      <p:ext uri="{BB962C8B-B14F-4D97-AF65-F5344CB8AC3E}">
        <p14:creationId xmlns:p14="http://schemas.microsoft.com/office/powerpoint/2010/main" val="2582958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A9CDCFD-1C9F-44EC-B339-88FFE67AB59E}"/>
              </a:ext>
            </a:extLst>
          </p:cNvPr>
          <p:cNvSpPr txBox="1"/>
          <p:nvPr/>
        </p:nvSpPr>
        <p:spPr>
          <a:xfrm>
            <a:off x="125895" y="1512834"/>
            <a:ext cx="8892209" cy="2118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Quiero anunciar su amor y su cruz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E071B2-6E35-4A71-9558-F9256D53A4DB}"/>
              </a:ext>
            </a:extLst>
          </p:cNvPr>
          <p:cNvSpPr txBox="1"/>
          <p:nvPr/>
        </p:nvSpPr>
        <p:spPr>
          <a:xfrm>
            <a:off x="6493565" y="172278"/>
            <a:ext cx="2650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 AÑO MÁS</a:t>
            </a:r>
          </a:p>
        </p:txBody>
      </p:sp>
    </p:spTree>
    <p:extLst>
      <p:ext uri="{BB962C8B-B14F-4D97-AF65-F5344CB8AC3E}">
        <p14:creationId xmlns:p14="http://schemas.microsoft.com/office/powerpoint/2010/main" val="3068415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A9CDCFD-1C9F-44EC-B339-88FFE67AB59E}"/>
              </a:ext>
            </a:extLst>
          </p:cNvPr>
          <p:cNvSpPr txBox="1"/>
          <p:nvPr/>
        </p:nvSpPr>
        <p:spPr>
          <a:xfrm>
            <a:off x="0" y="2122434"/>
            <a:ext cx="8892209" cy="115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hangingPunct="0"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2697480" algn="l"/>
                <a:tab pos="3147060" algn="l"/>
                <a:tab pos="3596640" algn="l"/>
                <a:tab pos="4046220" algn="l"/>
                <a:tab pos="4495800" algn="l"/>
                <a:tab pos="4945380" algn="l"/>
                <a:tab pos="5394960" algn="l"/>
                <a:tab pos="5844540" algn="l"/>
                <a:tab pos="6294120" algn="l"/>
                <a:tab pos="6743700" algn="l"/>
                <a:tab pos="7193280" algn="l"/>
                <a:tab pos="7642860" algn="l"/>
                <a:tab pos="8092440" algn="l"/>
                <a:tab pos="8542020" algn="l"/>
                <a:tab pos="8991600" algn="l"/>
                <a:tab pos="9441180" algn="l"/>
                <a:tab pos="9890760" algn="l"/>
                <a:tab pos="10340340" algn="l"/>
                <a:tab pos="10789920" algn="l"/>
                <a:tab pos="11239500" algn="l"/>
                <a:tab pos="11689080" algn="l"/>
                <a:tab pos="12138660" algn="l"/>
                <a:tab pos="12588240" algn="l"/>
                <a:tab pos="13037820" algn="l"/>
                <a:tab pos="13487400" algn="l"/>
                <a:tab pos="13936980" algn="l"/>
                <a:tab pos="14386560" algn="l"/>
              </a:tabLst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/Quiero servir a Cristo/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E071B2-6E35-4A71-9558-F9256D53A4DB}"/>
              </a:ext>
            </a:extLst>
          </p:cNvPr>
          <p:cNvSpPr txBox="1"/>
          <p:nvPr/>
        </p:nvSpPr>
        <p:spPr>
          <a:xfrm>
            <a:off x="6493565" y="172278"/>
            <a:ext cx="2650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 AÑO MÁS</a:t>
            </a:r>
          </a:p>
        </p:txBody>
      </p:sp>
    </p:spTree>
    <p:extLst>
      <p:ext uri="{BB962C8B-B14F-4D97-AF65-F5344CB8AC3E}">
        <p14:creationId xmlns:p14="http://schemas.microsoft.com/office/powerpoint/2010/main" val="15087212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120</Words>
  <Application>Microsoft Office PowerPoint</Application>
  <PresentationFormat>Presentación en pantalla (4:3)</PresentationFormat>
  <Paragraphs>28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Arial Rounded MT Bold</vt:lpstr>
      <vt:lpstr>Berlin Sans FB Demi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Familia Cañon Peña</cp:lastModifiedBy>
  <cp:revision>4</cp:revision>
  <dcterms:created xsi:type="dcterms:W3CDTF">2020-12-24T15:02:21Z</dcterms:created>
  <dcterms:modified xsi:type="dcterms:W3CDTF">2021-07-27T04:48:48Z</dcterms:modified>
</cp:coreProperties>
</file>