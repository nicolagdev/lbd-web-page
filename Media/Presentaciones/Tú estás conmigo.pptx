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72" r:id="rId11"/>
    <p:sldId id="264" r:id="rId12"/>
    <p:sldId id="265" r:id="rId13"/>
    <p:sldId id="266" r:id="rId14"/>
    <p:sldId id="267" r:id="rId15"/>
    <p:sldId id="273" r:id="rId16"/>
    <p:sldId id="274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848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9428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998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42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269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653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85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4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9634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414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640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06CE2-25D3-4514-BC1A-7A8AB2A0C34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92849-7A7D-4410-8463-7531A3E8D6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705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654" y="1189489"/>
            <a:ext cx="4303642" cy="976001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 Jesús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347578" y="2165490"/>
            <a:ext cx="6448843" cy="97600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 eres mi Dios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C77A26C-A13C-4945-BA0B-9FC7A60BED21}"/>
              </a:ext>
            </a:extLst>
          </p:cNvPr>
          <p:cNvSpPr txBox="1">
            <a:spLocks/>
          </p:cNvSpPr>
          <p:nvPr/>
        </p:nvSpPr>
        <p:spPr>
          <a:xfrm>
            <a:off x="2314162" y="3228509"/>
            <a:ext cx="6284846" cy="97600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REDENTOR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3A78E09-610D-4E90-9030-BD8848BC9453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2566566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08" y="2744179"/>
            <a:ext cx="7578583" cy="976001"/>
          </a:xfrm>
        </p:spPr>
        <p:txBody>
          <a:bodyPr>
            <a:noAutofit/>
          </a:bodyPr>
          <a:lstStyle/>
          <a:p>
            <a:r>
              <a:rPr lang="es-CO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necesito</a:t>
            </a:r>
            <a:br>
              <a:rPr lang="es-CO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solo a ti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BBD24E7-60B9-4449-B132-A57A228C819A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77405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470452" y="1499736"/>
            <a:ext cx="8203096" cy="2767464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vivir</a:t>
            </a:r>
          </a:p>
          <a:p>
            <a:r>
              <a:rPr lang="es-CO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un mundo</a:t>
            </a:r>
          </a:p>
          <a:p>
            <a:r>
              <a:rPr lang="es-CO" sz="65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oscuridad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BBD24E7-60B9-4449-B132-A57A228C819A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142060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933" y="1575890"/>
            <a:ext cx="6013172" cy="888492"/>
          </a:xfrm>
        </p:spPr>
        <p:txBody>
          <a:bodyPr>
            <a:noAutofit/>
          </a:bodyPr>
          <a:lstStyle/>
          <a:p>
            <a:pPr algn="l"/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Solo TU LUZ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786558" y="3095639"/>
            <a:ext cx="6959878" cy="97600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Guía mis pasos</a:t>
            </a:r>
          </a:p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 andar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28B7B01-70EB-431C-9964-BB41D75F1570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179926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2385663"/>
            <a:ext cx="7086600" cy="888492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sé que TÚ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harás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720587" y="3429000"/>
            <a:ext cx="7702826" cy="97600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Más FUERTE EN TI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D50D2FA-9CA9-4C06-B512-EDDFDC87B091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425514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892" y="2150438"/>
            <a:ext cx="7086600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 estás conmigo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732723" y="3879093"/>
            <a:ext cx="6470372" cy="97600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enfrentar un día más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A1E7E7F-ECA4-482C-89C1-E8F09E7DD563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821319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913" y="1815822"/>
            <a:ext cx="7086600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 tengo miedo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944758" y="3682348"/>
            <a:ext cx="6682408" cy="69920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Sé que tu AMOR me cubrirá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63C8E87-6019-4C48-800D-1B9F4D34C69A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364326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1772753"/>
            <a:ext cx="7086600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Cruenta CRUZ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-106017" y="3998843"/>
            <a:ext cx="9130748" cy="69920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Sufriste por mí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Compraste mi alma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39AD7D2-C9BD-4266-9AB2-0A6BC9BC3E0C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395006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787" y="2984754"/>
            <a:ext cx="7550425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diste TU VIDA y TU PERDÓN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2E8DE5-AA2C-44DC-9D5C-0C2ABAC0A7AA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51148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398104" y="3726745"/>
            <a:ext cx="6347792" cy="69920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contar al mundo que ERES REAL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2E8DE5-AA2C-44DC-9D5C-0C2ABAC0A7AA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3588424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500" y="1484106"/>
            <a:ext cx="8082999" cy="888492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en TI tengo VIDA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894520" y="3654287"/>
            <a:ext cx="7354957" cy="69920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afirmas mis pasos al andar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0DB8961-9A07-4E77-8ACD-E2D5B64A811F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1363232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198" y="2865484"/>
            <a:ext cx="8147603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sé que solo en TI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Podré seguir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9B65502-45B3-4E5C-AA8F-6845C21C6A9E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1953552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922" y="2220013"/>
            <a:ext cx="7086600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 estás conmigo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759228" y="3906079"/>
            <a:ext cx="6642650" cy="97600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enfrentar un día más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5C690F5-AE11-45C5-A2F7-2E1FA98F23A4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2467535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083" y="1898236"/>
            <a:ext cx="7086600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 tengo miedo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393135" y="4095810"/>
            <a:ext cx="7406309" cy="69920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Sé que tu AMOR me cubrirá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6028B66-4F59-4344-B36F-F3BC04A1BD08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1897854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922" y="2220013"/>
            <a:ext cx="7086600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 estás conmigo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759228" y="3906079"/>
            <a:ext cx="6642650" cy="976001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enfrentar un día más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5C690F5-AE11-45C5-A2F7-2E1FA98F23A4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4075737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E47C-78F2-4DA8-A350-FC420CDEB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083" y="1898236"/>
            <a:ext cx="7086600" cy="888492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 tengo miedo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393135" y="4095810"/>
            <a:ext cx="7406309" cy="69920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Sé que tu AMOR me cubrirá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6028B66-4F59-4344-B36F-F3BC04A1BD08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890630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9EE0504-F486-4DDC-9D7C-2B9F675EDA9F}"/>
              </a:ext>
            </a:extLst>
          </p:cNvPr>
          <p:cNvSpPr txBox="1">
            <a:spLocks/>
          </p:cNvSpPr>
          <p:nvPr/>
        </p:nvSpPr>
        <p:spPr>
          <a:xfrm>
            <a:off x="1258128" y="3283227"/>
            <a:ext cx="6627743" cy="699208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/Sé que tu AMOR me cubrirá/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48465CF-7D5F-4934-8A01-3EBCFD5521FF}"/>
              </a:ext>
            </a:extLst>
          </p:cNvPr>
          <p:cNvSpPr txBox="1">
            <a:spLocks/>
          </p:cNvSpPr>
          <p:nvPr/>
        </p:nvSpPr>
        <p:spPr>
          <a:xfrm>
            <a:off x="3856383" y="128382"/>
            <a:ext cx="5168348" cy="460772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TÚ ESTÁS CONMIGO</a:t>
            </a:r>
          </a:p>
        </p:txBody>
      </p:sp>
    </p:spTree>
    <p:extLst>
      <p:ext uri="{BB962C8B-B14F-4D97-AF65-F5344CB8AC3E}">
        <p14:creationId xmlns:p14="http://schemas.microsoft.com/office/powerpoint/2010/main" val="23581348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192</Words>
  <Application>Microsoft Office PowerPoint</Application>
  <PresentationFormat>Presentación en pantalla (4:3)</PresentationFormat>
  <Paragraphs>50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Aharoni</vt:lpstr>
      <vt:lpstr>Arial</vt:lpstr>
      <vt:lpstr>Arial Rounded MT Bold</vt:lpstr>
      <vt:lpstr>Calibri</vt:lpstr>
      <vt:lpstr>Calibri Light</vt:lpstr>
      <vt:lpstr>Tema de Office</vt:lpstr>
      <vt:lpstr>Oh Jesús</vt:lpstr>
      <vt:lpstr>Te necesito solo a ti</vt:lpstr>
      <vt:lpstr>Presentación de PowerPoint</vt:lpstr>
      <vt:lpstr>Solo TU LUZ</vt:lpstr>
      <vt:lpstr>Yo sé que TÚ  me harás</vt:lpstr>
      <vt:lpstr>TÚ estás conmigo</vt:lpstr>
      <vt:lpstr>Si tengo miedo</vt:lpstr>
      <vt:lpstr>Cruenta CRUZ</vt:lpstr>
      <vt:lpstr>Me diste TU VIDA y TU PERDÓN</vt:lpstr>
      <vt:lpstr>Presentación de PowerPoint</vt:lpstr>
      <vt:lpstr>Que en TI tengo VIDA</vt:lpstr>
      <vt:lpstr>Yo sé que solo en TI Podré seguir</vt:lpstr>
      <vt:lpstr>TÚ estás conmigo</vt:lpstr>
      <vt:lpstr>Si tengo miedo</vt:lpstr>
      <vt:lpstr>TÚ estás conmigo</vt:lpstr>
      <vt:lpstr>Si tengo miedo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15</cp:revision>
  <dcterms:created xsi:type="dcterms:W3CDTF">2020-08-01T14:39:54Z</dcterms:created>
  <dcterms:modified xsi:type="dcterms:W3CDTF">2021-07-27T04:47:59Z</dcterms:modified>
</cp:coreProperties>
</file>