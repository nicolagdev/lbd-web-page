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5" r:id="rId4"/>
    <p:sldId id="276" r:id="rId5"/>
    <p:sldId id="258" r:id="rId6"/>
    <p:sldId id="277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</p:sldIdLst>
  <p:sldSz cx="9144000" cy="6858000" type="screen4x3"/>
  <p:notesSz cx="6858000" cy="9144000"/>
  <p:defaultTextStyle>
    <a:defPPr>
      <a:defRPr lang="es-CO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C259-EBAD-4AC6-ADE5-F6911214733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4FF39-3499-4D95-AF27-F76A8C70D2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5708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C259-EBAD-4AC6-ADE5-F6911214733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4FF39-3499-4D95-AF27-F76A8C70D2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1313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C259-EBAD-4AC6-ADE5-F6911214733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4FF39-3499-4D95-AF27-F76A8C70D2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8562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C259-EBAD-4AC6-ADE5-F6911214733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4FF39-3499-4D95-AF27-F76A8C70D2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95830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C259-EBAD-4AC6-ADE5-F6911214733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4FF39-3499-4D95-AF27-F76A8C70D2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7608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C259-EBAD-4AC6-ADE5-F6911214733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4FF39-3499-4D95-AF27-F76A8C70D2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4576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C259-EBAD-4AC6-ADE5-F6911214733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4FF39-3499-4D95-AF27-F76A8C70D2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3142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C259-EBAD-4AC6-ADE5-F6911214733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4FF39-3499-4D95-AF27-F76A8C70D2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0298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C259-EBAD-4AC6-ADE5-F6911214733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4FF39-3499-4D95-AF27-F76A8C70D2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40332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C259-EBAD-4AC6-ADE5-F6911214733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4FF39-3499-4D95-AF27-F76A8C70D2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0039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C259-EBAD-4AC6-ADE5-F6911214733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4FF39-3499-4D95-AF27-F76A8C70D2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3847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0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8C259-EBAD-4AC6-ADE5-F6911214733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4FF39-3499-4D95-AF27-F76A8C70D2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5459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39551" y="1700808"/>
            <a:ext cx="8597305" cy="2288828"/>
          </a:xfrm>
        </p:spPr>
        <p:txBody>
          <a:bodyPr>
            <a:noAutofit/>
          </a:bodyPr>
          <a:lstStyle/>
          <a:p>
            <a:pPr algn="l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tu gloria 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CEDE6BF4-3DDB-4487-92F6-0BA4190F8E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6096" y="60052"/>
            <a:ext cx="3563888" cy="720080"/>
          </a:xfrm>
        </p:spPr>
        <p:txBody>
          <a:bodyPr>
            <a:normAutofit/>
          </a:bodyPr>
          <a:lstStyle/>
          <a:p>
            <a:pPr algn="r"/>
            <a:r>
              <a:rPr lang="es-CO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POR TU GLORIA</a:t>
            </a:r>
          </a:p>
        </p:txBody>
      </p:sp>
      <p:sp>
        <p:nvSpPr>
          <p:cNvPr id="4" name="1 Título">
            <a:extLst>
              <a:ext uri="{FF2B5EF4-FFF2-40B4-BE49-F238E27FC236}">
                <a16:creationId xmlns:a16="http://schemas.microsoft.com/office/drawing/2014/main" id="{50B6740C-E06D-47F3-9358-D2E790DAF63F}"/>
              </a:ext>
            </a:extLst>
          </p:cNvPr>
          <p:cNvSpPr txBox="1">
            <a:spLocks/>
          </p:cNvSpPr>
          <p:nvPr/>
        </p:nvSpPr>
        <p:spPr>
          <a:xfrm>
            <a:off x="539551" y="1844824"/>
            <a:ext cx="8604449" cy="22888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tu reino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56768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0" y="1628800"/>
            <a:ext cx="9144000" cy="2288828"/>
          </a:xfrm>
        </p:spPr>
        <p:txBody>
          <a:bodyPr>
            <a:noAutofit/>
          </a:bodyPr>
          <a:lstStyle/>
          <a:p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tu nombre oh Dios  Aquí estoy</a:t>
            </a: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CEDE6BF4-3DDB-4487-92F6-0BA4190F8E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6096" y="60052"/>
            <a:ext cx="3563888" cy="720080"/>
          </a:xfrm>
        </p:spPr>
        <p:txBody>
          <a:bodyPr>
            <a:normAutofit/>
          </a:bodyPr>
          <a:lstStyle/>
          <a:p>
            <a:pPr algn="r"/>
            <a:r>
              <a:rPr lang="es-CO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POR TU GLORIA</a:t>
            </a:r>
          </a:p>
        </p:txBody>
      </p:sp>
    </p:spTree>
    <p:extLst>
      <p:ext uri="{BB962C8B-B14F-4D97-AF65-F5344CB8AC3E}">
        <p14:creationId xmlns:p14="http://schemas.microsoft.com/office/powerpoint/2010/main" val="3886662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39551" y="1700808"/>
            <a:ext cx="8597305" cy="2288828"/>
          </a:xfrm>
        </p:spPr>
        <p:txBody>
          <a:bodyPr>
            <a:noAutofit/>
          </a:bodyPr>
          <a:lstStyle/>
          <a:p>
            <a:pPr algn="l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tu gloria 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CEDE6BF4-3DDB-4487-92F6-0BA4190F8E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6096" y="60052"/>
            <a:ext cx="3563888" cy="720080"/>
          </a:xfrm>
        </p:spPr>
        <p:txBody>
          <a:bodyPr>
            <a:normAutofit/>
          </a:bodyPr>
          <a:lstStyle/>
          <a:p>
            <a:pPr algn="r"/>
            <a:r>
              <a:rPr lang="es-CO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POR TU GLORIA</a:t>
            </a:r>
          </a:p>
        </p:txBody>
      </p:sp>
      <p:sp>
        <p:nvSpPr>
          <p:cNvPr id="4" name="1 Título">
            <a:extLst>
              <a:ext uri="{FF2B5EF4-FFF2-40B4-BE49-F238E27FC236}">
                <a16:creationId xmlns:a16="http://schemas.microsoft.com/office/drawing/2014/main" id="{50B6740C-E06D-47F3-9358-D2E790DAF63F}"/>
              </a:ext>
            </a:extLst>
          </p:cNvPr>
          <p:cNvSpPr txBox="1">
            <a:spLocks/>
          </p:cNvSpPr>
          <p:nvPr/>
        </p:nvSpPr>
        <p:spPr>
          <a:xfrm>
            <a:off x="539551" y="1844824"/>
            <a:ext cx="8604449" cy="22888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tu reino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3532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0" y="1628800"/>
            <a:ext cx="9144000" cy="2288828"/>
          </a:xfrm>
        </p:spPr>
        <p:txBody>
          <a:bodyPr>
            <a:noAutofit/>
          </a:bodyPr>
          <a:lstStyle/>
          <a:p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tu nombre oh Dios  Aquí estoy</a:t>
            </a: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CEDE6BF4-3DDB-4487-92F6-0BA4190F8E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6096" y="60052"/>
            <a:ext cx="3563888" cy="720080"/>
          </a:xfrm>
        </p:spPr>
        <p:txBody>
          <a:bodyPr>
            <a:normAutofit/>
          </a:bodyPr>
          <a:lstStyle/>
          <a:p>
            <a:pPr algn="r"/>
            <a:r>
              <a:rPr lang="es-CO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POR TU GLORIA</a:t>
            </a:r>
          </a:p>
        </p:txBody>
      </p:sp>
    </p:spTree>
    <p:extLst>
      <p:ext uri="{BB962C8B-B14F-4D97-AF65-F5344CB8AC3E}">
        <p14:creationId xmlns:p14="http://schemas.microsoft.com/office/powerpoint/2010/main" val="3933548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ctrTitle"/>
          </p:nvPr>
        </p:nvSpPr>
        <p:spPr>
          <a:xfrm>
            <a:off x="0" y="2060848"/>
            <a:ext cx="9144000" cy="2108095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Cordero de Dios 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 PALABRA vida me da</a:t>
            </a: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BD687E98-59BC-41F9-8ADE-1104B30A9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6096" y="60052"/>
            <a:ext cx="3563888" cy="720080"/>
          </a:xfrm>
        </p:spPr>
        <p:txBody>
          <a:bodyPr>
            <a:normAutofit/>
          </a:bodyPr>
          <a:lstStyle/>
          <a:p>
            <a:pPr algn="r"/>
            <a:r>
              <a:rPr lang="es-CO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POR TU GLORIA</a:t>
            </a:r>
          </a:p>
        </p:txBody>
      </p:sp>
    </p:spTree>
    <p:extLst>
      <p:ext uri="{BB962C8B-B14F-4D97-AF65-F5344CB8AC3E}">
        <p14:creationId xmlns:p14="http://schemas.microsoft.com/office/powerpoint/2010/main" val="1645551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ctrTitle"/>
          </p:nvPr>
        </p:nvSpPr>
        <p:spPr>
          <a:xfrm>
            <a:off x="0" y="2060848"/>
            <a:ext cx="9144000" cy="2108095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Úsame para declarar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tus obras</a:t>
            </a: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BD687E98-59BC-41F9-8ADE-1104B30A9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6096" y="60052"/>
            <a:ext cx="3563888" cy="720080"/>
          </a:xfrm>
        </p:spPr>
        <p:txBody>
          <a:bodyPr>
            <a:normAutofit/>
          </a:bodyPr>
          <a:lstStyle/>
          <a:p>
            <a:pPr algn="r"/>
            <a:r>
              <a:rPr lang="es-CO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POR TU GLORIA</a:t>
            </a:r>
          </a:p>
        </p:txBody>
      </p:sp>
    </p:spTree>
    <p:extLst>
      <p:ext uri="{BB962C8B-B14F-4D97-AF65-F5344CB8AC3E}">
        <p14:creationId xmlns:p14="http://schemas.microsoft.com/office/powerpoint/2010/main" val="3445340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ctrTitle"/>
          </p:nvPr>
        </p:nvSpPr>
        <p:spPr>
          <a:xfrm>
            <a:off x="0" y="2636912"/>
            <a:ext cx="9144000" cy="2108095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Eres el CAMINO, VERDAD y VIDA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7E179EFE-D2D4-4221-8A1E-F5772A912E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6096" y="60052"/>
            <a:ext cx="3563888" cy="720080"/>
          </a:xfrm>
        </p:spPr>
        <p:txBody>
          <a:bodyPr>
            <a:normAutofit/>
          </a:bodyPr>
          <a:lstStyle/>
          <a:p>
            <a:pPr algn="r"/>
            <a:r>
              <a:rPr lang="es-CO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POR TU GLORIA</a:t>
            </a:r>
          </a:p>
        </p:txBody>
      </p:sp>
    </p:spTree>
    <p:extLst>
      <p:ext uri="{BB962C8B-B14F-4D97-AF65-F5344CB8AC3E}">
        <p14:creationId xmlns:p14="http://schemas.microsoft.com/office/powerpoint/2010/main" val="3274360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ctrTitle"/>
          </p:nvPr>
        </p:nvSpPr>
        <p:spPr>
          <a:xfrm>
            <a:off x="-28353" y="2060848"/>
            <a:ext cx="9144000" cy="2108095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Cordero de Dios 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 ti esperanza hay</a:t>
            </a: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437A069D-9985-4605-8831-E82E1872C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6096" y="60052"/>
            <a:ext cx="3563888" cy="720080"/>
          </a:xfrm>
        </p:spPr>
        <p:txBody>
          <a:bodyPr>
            <a:normAutofit/>
          </a:bodyPr>
          <a:lstStyle/>
          <a:p>
            <a:pPr algn="r"/>
            <a:r>
              <a:rPr lang="es-CO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POR TU GLORIA</a:t>
            </a:r>
          </a:p>
        </p:txBody>
      </p:sp>
    </p:spTree>
    <p:extLst>
      <p:ext uri="{BB962C8B-B14F-4D97-AF65-F5344CB8AC3E}">
        <p14:creationId xmlns:p14="http://schemas.microsoft.com/office/powerpoint/2010/main" val="1098172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ctrTitle"/>
          </p:nvPr>
        </p:nvSpPr>
        <p:spPr>
          <a:xfrm>
            <a:off x="-13574" y="2060848"/>
            <a:ext cx="9144000" cy="2108095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Enséñame para deleitarme en ti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Viviré SIEMPRE POR TI</a:t>
            </a: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166CACC6-2266-4F44-838A-3D0C96F4EC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6096" y="60052"/>
            <a:ext cx="3563888" cy="720080"/>
          </a:xfrm>
        </p:spPr>
        <p:txBody>
          <a:bodyPr>
            <a:normAutofit/>
          </a:bodyPr>
          <a:lstStyle/>
          <a:p>
            <a:pPr algn="r"/>
            <a:r>
              <a:rPr lang="es-CO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POR TU GLORIA</a:t>
            </a:r>
          </a:p>
        </p:txBody>
      </p:sp>
    </p:spTree>
    <p:extLst>
      <p:ext uri="{BB962C8B-B14F-4D97-AF65-F5344CB8AC3E}">
        <p14:creationId xmlns:p14="http://schemas.microsoft.com/office/powerpoint/2010/main" val="2479042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ctrTitle"/>
          </p:nvPr>
        </p:nvSpPr>
        <p:spPr>
          <a:xfrm>
            <a:off x="0" y="2078850"/>
            <a:ext cx="9144000" cy="2108095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Cordero de Dios 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 ti esperanza hay</a:t>
            </a: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1A287EC1-0452-473A-AB91-9898E048B2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6096" y="60052"/>
            <a:ext cx="3563888" cy="720080"/>
          </a:xfrm>
        </p:spPr>
        <p:txBody>
          <a:bodyPr>
            <a:normAutofit/>
          </a:bodyPr>
          <a:lstStyle/>
          <a:p>
            <a:pPr algn="r"/>
            <a:r>
              <a:rPr lang="es-CO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POR TU GLORIA</a:t>
            </a:r>
          </a:p>
        </p:txBody>
      </p:sp>
    </p:spTree>
    <p:extLst>
      <p:ext uri="{BB962C8B-B14F-4D97-AF65-F5344CB8AC3E}">
        <p14:creationId xmlns:p14="http://schemas.microsoft.com/office/powerpoint/2010/main" val="1231098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ctrTitle"/>
          </p:nvPr>
        </p:nvSpPr>
        <p:spPr>
          <a:xfrm>
            <a:off x="89502" y="2078850"/>
            <a:ext cx="9054498" cy="2108095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Enséñame para deleitarme en ti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Viviré SIEMPRE POR TI</a:t>
            </a: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CC2A0248-1290-44DC-AD42-3AF4DD256B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6096" y="60052"/>
            <a:ext cx="3563888" cy="720080"/>
          </a:xfrm>
        </p:spPr>
        <p:txBody>
          <a:bodyPr>
            <a:normAutofit/>
          </a:bodyPr>
          <a:lstStyle/>
          <a:p>
            <a:pPr algn="r"/>
            <a:r>
              <a:rPr lang="es-CO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POR TU GLORIA</a:t>
            </a:r>
          </a:p>
        </p:txBody>
      </p:sp>
    </p:spTree>
    <p:extLst>
      <p:ext uri="{BB962C8B-B14F-4D97-AF65-F5344CB8AC3E}">
        <p14:creationId xmlns:p14="http://schemas.microsoft.com/office/powerpoint/2010/main" val="2389467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ctrTitle"/>
          </p:nvPr>
        </p:nvSpPr>
        <p:spPr>
          <a:xfrm>
            <a:off x="0" y="2078850"/>
            <a:ext cx="9144000" cy="2108095"/>
          </a:xfrm>
        </p:spPr>
        <p:txBody>
          <a:bodyPr>
            <a:noAutofit/>
          </a:bodyPr>
          <a:lstStyle/>
          <a:p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Solo a ti doy mi corazón</a:t>
            </a:r>
            <a:b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Solo en ti encuentro GOZO</a:t>
            </a: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F5474FCD-7180-446A-9A2B-4CA3AB309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6096" y="60052"/>
            <a:ext cx="3563888" cy="720080"/>
          </a:xfrm>
        </p:spPr>
        <p:txBody>
          <a:bodyPr>
            <a:normAutofit/>
          </a:bodyPr>
          <a:lstStyle/>
          <a:p>
            <a:pPr algn="r"/>
            <a:r>
              <a:rPr lang="es-CO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POR TU GLORIA</a:t>
            </a:r>
          </a:p>
        </p:txBody>
      </p:sp>
    </p:spTree>
    <p:extLst>
      <p:ext uri="{BB962C8B-B14F-4D97-AF65-F5344CB8AC3E}">
        <p14:creationId xmlns:p14="http://schemas.microsoft.com/office/powerpoint/2010/main" val="4210361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ctrTitle"/>
          </p:nvPr>
        </p:nvSpPr>
        <p:spPr>
          <a:xfrm>
            <a:off x="0" y="2078850"/>
            <a:ext cx="9144000" cy="2108095"/>
          </a:xfrm>
        </p:spPr>
        <p:txBody>
          <a:bodyPr>
            <a:noAutofit/>
          </a:bodyPr>
          <a:lstStyle/>
          <a:p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Solo por ti lo entrego todo</a:t>
            </a:r>
            <a:b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rindo todo A TI </a:t>
            </a:r>
            <a:b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TI</a:t>
            </a: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A907FCC2-B059-432F-B71D-43A7A15CA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6096" y="60052"/>
            <a:ext cx="3563888" cy="720080"/>
          </a:xfrm>
        </p:spPr>
        <p:txBody>
          <a:bodyPr>
            <a:normAutofit/>
          </a:bodyPr>
          <a:lstStyle/>
          <a:p>
            <a:pPr algn="r"/>
            <a:r>
              <a:rPr lang="es-CO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POR TU GLORIA</a:t>
            </a:r>
          </a:p>
        </p:txBody>
      </p:sp>
    </p:spTree>
    <p:extLst>
      <p:ext uri="{BB962C8B-B14F-4D97-AF65-F5344CB8AC3E}">
        <p14:creationId xmlns:p14="http://schemas.microsoft.com/office/powerpoint/2010/main" val="2038854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ctrTitle"/>
          </p:nvPr>
        </p:nvSpPr>
        <p:spPr>
          <a:xfrm>
            <a:off x="89502" y="2078850"/>
            <a:ext cx="9144000" cy="2108095"/>
          </a:xfrm>
        </p:spPr>
        <p:txBody>
          <a:bodyPr>
            <a:noAutofit/>
          </a:bodyPr>
          <a:lstStyle/>
          <a:p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/Por tu gloria por tu reino</a:t>
            </a:r>
            <a:b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tu nombre oh DIOS Aquí estoy/</a:t>
            </a: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2853D7CE-2FD5-42D3-BA5C-A67834472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6096" y="60052"/>
            <a:ext cx="3563888" cy="720080"/>
          </a:xfrm>
        </p:spPr>
        <p:txBody>
          <a:bodyPr>
            <a:normAutofit/>
          </a:bodyPr>
          <a:lstStyle/>
          <a:p>
            <a:pPr algn="r"/>
            <a:r>
              <a:rPr lang="es-CO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POR TU GLORIA</a:t>
            </a:r>
          </a:p>
        </p:txBody>
      </p:sp>
    </p:spTree>
    <p:extLst>
      <p:ext uri="{BB962C8B-B14F-4D97-AF65-F5344CB8AC3E}">
        <p14:creationId xmlns:p14="http://schemas.microsoft.com/office/powerpoint/2010/main" val="16359258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181</Words>
  <Application>Microsoft Office PowerPoint</Application>
  <PresentationFormat>Presentación en pantalla (4:3)</PresentationFormat>
  <Paragraphs>30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Aharoni</vt:lpstr>
      <vt:lpstr>Arial</vt:lpstr>
      <vt:lpstr>Arial Rounded MT Bold</vt:lpstr>
      <vt:lpstr>Calibri</vt:lpstr>
      <vt:lpstr>Tema de Office</vt:lpstr>
      <vt:lpstr>Por tu gloria   </vt:lpstr>
      <vt:lpstr> Por tu nombre oh Dios  Aquí estoy</vt:lpstr>
      <vt:lpstr>Por tu gloria   </vt:lpstr>
      <vt:lpstr> Por tu nombre oh Dios  Aquí estoy</vt:lpstr>
      <vt:lpstr>Cordero de Dios  TU PALABRA vida me da</vt:lpstr>
      <vt:lpstr>Úsame para declarar  tus obras</vt:lpstr>
      <vt:lpstr>Eres el CAMINO, VERDAD y VIDA </vt:lpstr>
      <vt:lpstr>Cordero de Dios  En ti esperanza hay</vt:lpstr>
      <vt:lpstr>Enséñame para deleitarme en ti Viviré SIEMPRE POR TI</vt:lpstr>
      <vt:lpstr>Cordero de Dios  En ti esperanza hay</vt:lpstr>
      <vt:lpstr>Enséñame para deleitarme en ti Viviré SIEMPRE POR TI</vt:lpstr>
      <vt:lpstr>Solo a ti doy mi corazón Solo en ti encuentro GOZO</vt:lpstr>
      <vt:lpstr>Solo por ti lo entrego todo Y rindo todo A TI  A TI</vt:lpstr>
      <vt:lpstr>/Por tu gloria por tu reino Por tu nombre oh DIOS Aquí estoy/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Natalia M</dc:creator>
  <cp:lastModifiedBy>Familia Cañon Peña</cp:lastModifiedBy>
  <cp:revision>57</cp:revision>
  <dcterms:created xsi:type="dcterms:W3CDTF">2020-07-13T22:19:26Z</dcterms:created>
  <dcterms:modified xsi:type="dcterms:W3CDTF">2021-07-27T04:08:25Z</dcterms:modified>
</cp:coreProperties>
</file>