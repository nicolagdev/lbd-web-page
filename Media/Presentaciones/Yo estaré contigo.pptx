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71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59" d="100"/>
          <a:sy n="59" d="100"/>
        </p:scale>
        <p:origin x="172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B801D-6914-448C-9FB4-8C6D6063718A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49D4-CA31-4302-9D73-3BFEC7646C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4972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B801D-6914-448C-9FB4-8C6D6063718A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49D4-CA31-4302-9D73-3BFEC7646C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7903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B801D-6914-448C-9FB4-8C6D6063718A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49D4-CA31-4302-9D73-3BFEC7646C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702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B801D-6914-448C-9FB4-8C6D6063718A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49D4-CA31-4302-9D73-3BFEC7646C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8630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B801D-6914-448C-9FB4-8C6D6063718A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49D4-CA31-4302-9D73-3BFEC7646C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7392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B801D-6914-448C-9FB4-8C6D6063718A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49D4-CA31-4302-9D73-3BFEC7646C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2947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B801D-6914-448C-9FB4-8C6D6063718A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49D4-CA31-4302-9D73-3BFEC7646C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845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B801D-6914-448C-9FB4-8C6D6063718A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49D4-CA31-4302-9D73-3BFEC7646C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6288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B801D-6914-448C-9FB4-8C6D6063718A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49D4-CA31-4302-9D73-3BFEC7646C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9126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B801D-6914-448C-9FB4-8C6D6063718A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49D4-CA31-4302-9D73-3BFEC7646C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9547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B801D-6914-448C-9FB4-8C6D6063718A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A49D4-CA31-4302-9D73-3BFEC7646C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66296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B801D-6914-448C-9FB4-8C6D6063718A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1A49D4-CA31-4302-9D73-3BFEC7646C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3496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795130" y="1278059"/>
            <a:ext cx="7553739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Oh JESÚS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me has salvado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al mirar tu CRUZ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F4ECBA3-23F1-4416-B4E2-C6E1BF2EDF53}"/>
              </a:ext>
            </a:extLst>
          </p:cNvPr>
          <p:cNvSpPr txBox="1"/>
          <p:nvPr/>
        </p:nvSpPr>
        <p:spPr>
          <a:xfrm>
            <a:off x="4340089" y="191329"/>
            <a:ext cx="4691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YO ESTARÉ CONTIGO</a:t>
            </a:r>
          </a:p>
        </p:txBody>
      </p:sp>
    </p:spTree>
    <p:extLst>
      <p:ext uri="{BB962C8B-B14F-4D97-AF65-F5344CB8AC3E}">
        <p14:creationId xmlns:p14="http://schemas.microsoft.com/office/powerpoint/2010/main" val="639175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43000" y="1407371"/>
            <a:ext cx="6858000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ahora tú me has llamado a llevar TU LUZ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408716D-E835-4C94-A82E-FA86ED4665C7}"/>
              </a:ext>
            </a:extLst>
          </p:cNvPr>
          <p:cNvSpPr txBox="1"/>
          <p:nvPr/>
        </p:nvSpPr>
        <p:spPr>
          <a:xfrm>
            <a:off x="4340089" y="191329"/>
            <a:ext cx="4691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YO ESTARÉ CONTIGO</a:t>
            </a:r>
          </a:p>
        </p:txBody>
      </p:sp>
    </p:spTree>
    <p:extLst>
      <p:ext uri="{BB962C8B-B14F-4D97-AF65-F5344CB8AC3E}">
        <p14:creationId xmlns:p14="http://schemas.microsoft.com/office/powerpoint/2010/main" val="1453750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75252" y="1869408"/>
            <a:ext cx="7434470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DIOS me da su PROMESA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55DCC2B-DDDA-4894-918F-C6E7A931C122}"/>
              </a:ext>
            </a:extLst>
          </p:cNvPr>
          <p:cNvSpPr txBox="1"/>
          <p:nvPr/>
        </p:nvSpPr>
        <p:spPr>
          <a:xfrm>
            <a:off x="4340089" y="191329"/>
            <a:ext cx="4691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YO ESTARÉ CONTIGO</a:t>
            </a:r>
          </a:p>
        </p:txBody>
      </p:sp>
    </p:spTree>
    <p:extLst>
      <p:ext uri="{BB962C8B-B14F-4D97-AF65-F5344CB8AC3E}">
        <p14:creationId xmlns:p14="http://schemas.microsoft.com/office/powerpoint/2010/main" val="3247791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75252" y="1869408"/>
            <a:ext cx="7434470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Que a mi lado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Él estará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55DCC2B-DDDA-4894-918F-C6E7A931C122}"/>
              </a:ext>
            </a:extLst>
          </p:cNvPr>
          <p:cNvSpPr txBox="1"/>
          <p:nvPr/>
        </p:nvSpPr>
        <p:spPr>
          <a:xfrm>
            <a:off x="4340089" y="191329"/>
            <a:ext cx="4691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YO ESTARÉ CONTIGO</a:t>
            </a:r>
          </a:p>
        </p:txBody>
      </p:sp>
    </p:spTree>
    <p:extLst>
      <p:ext uri="{BB962C8B-B14F-4D97-AF65-F5344CB8AC3E}">
        <p14:creationId xmlns:p14="http://schemas.microsoft.com/office/powerpoint/2010/main" val="1597777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407371"/>
            <a:ext cx="9144000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Llévame donde quieras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Que conmigo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TÚ estarás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6C69291-50B2-4328-9DAD-10EA73D9FC43}"/>
              </a:ext>
            </a:extLst>
          </p:cNvPr>
          <p:cNvSpPr txBox="1"/>
          <p:nvPr/>
        </p:nvSpPr>
        <p:spPr>
          <a:xfrm>
            <a:off x="4340089" y="191329"/>
            <a:ext cx="4691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YO ESTARÉ CONTIGO</a:t>
            </a:r>
          </a:p>
        </p:txBody>
      </p:sp>
    </p:spTree>
    <p:extLst>
      <p:ext uri="{BB962C8B-B14F-4D97-AF65-F5344CB8AC3E}">
        <p14:creationId xmlns:p14="http://schemas.microsoft.com/office/powerpoint/2010/main" val="4176163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407371"/>
            <a:ext cx="9144000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A mi lado siempre irás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Con tu mano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me guiarás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FB3CCBA-94BD-490F-91DE-5F633D287062}"/>
              </a:ext>
            </a:extLst>
          </p:cNvPr>
          <p:cNvSpPr txBox="1"/>
          <p:nvPr/>
        </p:nvSpPr>
        <p:spPr>
          <a:xfrm>
            <a:off x="4340089" y="191329"/>
            <a:ext cx="4691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YO ESTARÉ CONTIGO</a:t>
            </a:r>
          </a:p>
        </p:txBody>
      </p:sp>
    </p:spTree>
    <p:extLst>
      <p:ext uri="{BB962C8B-B14F-4D97-AF65-F5344CB8AC3E}">
        <p14:creationId xmlns:p14="http://schemas.microsoft.com/office/powerpoint/2010/main" val="975489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 Subtítulo"/>
          <p:cNvSpPr txBox="1">
            <a:spLocks/>
          </p:cNvSpPr>
          <p:nvPr/>
        </p:nvSpPr>
        <p:spPr>
          <a:xfrm>
            <a:off x="0" y="1264806"/>
            <a:ext cx="9031357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Oh JESÚS me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has salvado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al mirar tu CRUZ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C68C434-A4FD-4F23-BBBA-A88B12B9AF03}"/>
              </a:ext>
            </a:extLst>
          </p:cNvPr>
          <p:cNvSpPr txBox="1"/>
          <p:nvPr/>
        </p:nvSpPr>
        <p:spPr>
          <a:xfrm>
            <a:off x="4340089" y="191329"/>
            <a:ext cx="4691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YO ESTARÉ CONTIGO</a:t>
            </a:r>
          </a:p>
        </p:txBody>
      </p:sp>
    </p:spTree>
    <p:extLst>
      <p:ext uri="{BB962C8B-B14F-4D97-AF65-F5344CB8AC3E}">
        <p14:creationId xmlns:p14="http://schemas.microsoft.com/office/powerpoint/2010/main" val="928258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43000" y="1584485"/>
            <a:ext cx="6858000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ahora tú me has llamado a llevar TU LUZ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5242FAE-0031-4AE9-8FB8-9ED22FC2FFA9}"/>
              </a:ext>
            </a:extLst>
          </p:cNvPr>
          <p:cNvSpPr txBox="1"/>
          <p:nvPr/>
        </p:nvSpPr>
        <p:spPr>
          <a:xfrm>
            <a:off x="4340089" y="191329"/>
            <a:ext cx="4691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YO ESTARÉ CONTIGO</a:t>
            </a:r>
          </a:p>
        </p:txBody>
      </p:sp>
    </p:spTree>
    <p:extLst>
      <p:ext uri="{BB962C8B-B14F-4D97-AF65-F5344CB8AC3E}">
        <p14:creationId xmlns:p14="http://schemas.microsoft.com/office/powerpoint/2010/main" val="3337224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6321" y="1591112"/>
            <a:ext cx="9031358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DIOS me da su promesa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Que a mi lado Él estará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C11498D-CC41-431D-BC8A-CEBFA56D8973}"/>
              </a:ext>
            </a:extLst>
          </p:cNvPr>
          <p:cNvSpPr txBox="1"/>
          <p:nvPr/>
        </p:nvSpPr>
        <p:spPr>
          <a:xfrm>
            <a:off x="4340089" y="191329"/>
            <a:ext cx="4691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YO ESTARÉ CONTIGO</a:t>
            </a:r>
          </a:p>
        </p:txBody>
      </p:sp>
    </p:spTree>
    <p:extLst>
      <p:ext uri="{BB962C8B-B14F-4D97-AF65-F5344CB8AC3E}">
        <p14:creationId xmlns:p14="http://schemas.microsoft.com/office/powerpoint/2010/main" val="3886589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2643" y="1799833"/>
            <a:ext cx="9031357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Llévame donde quieras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Que conmigo TÚ estarás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AB0E30B-CAC2-4D03-8289-270AE369DBC6}"/>
              </a:ext>
            </a:extLst>
          </p:cNvPr>
          <p:cNvSpPr txBox="1"/>
          <p:nvPr/>
        </p:nvSpPr>
        <p:spPr>
          <a:xfrm>
            <a:off x="4340089" y="191329"/>
            <a:ext cx="4691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YO ESTARÉ CONTIGO</a:t>
            </a:r>
          </a:p>
        </p:txBody>
      </p:sp>
    </p:spTree>
    <p:extLst>
      <p:ext uri="{BB962C8B-B14F-4D97-AF65-F5344CB8AC3E}">
        <p14:creationId xmlns:p14="http://schemas.microsoft.com/office/powerpoint/2010/main" val="2358903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39588" y="1819712"/>
            <a:ext cx="8691769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A mi lado siempre irás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Con tu mano me guiarás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82A3D14-CF09-4EF1-BF4A-4CFA86F73E0F}"/>
              </a:ext>
            </a:extLst>
          </p:cNvPr>
          <p:cNvSpPr txBox="1"/>
          <p:nvPr/>
        </p:nvSpPr>
        <p:spPr>
          <a:xfrm>
            <a:off x="4340089" y="191329"/>
            <a:ext cx="4691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YO ESTARÉ CONTIGO</a:t>
            </a:r>
          </a:p>
        </p:txBody>
      </p:sp>
    </p:spTree>
    <p:extLst>
      <p:ext uri="{BB962C8B-B14F-4D97-AF65-F5344CB8AC3E}">
        <p14:creationId xmlns:p14="http://schemas.microsoft.com/office/powerpoint/2010/main" val="3596638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67139" y="1407371"/>
            <a:ext cx="8209722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DIOS me da su PROMESA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Que a mi lado Él estará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E82AE3A-EB47-472D-BE05-E9C0A1450A36}"/>
              </a:ext>
            </a:extLst>
          </p:cNvPr>
          <p:cNvSpPr txBox="1"/>
          <p:nvPr/>
        </p:nvSpPr>
        <p:spPr>
          <a:xfrm>
            <a:off x="4340089" y="191329"/>
            <a:ext cx="4691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YO ESTARÉ CONTIGO</a:t>
            </a:r>
          </a:p>
        </p:txBody>
      </p:sp>
    </p:spTree>
    <p:extLst>
      <p:ext uri="{BB962C8B-B14F-4D97-AF65-F5344CB8AC3E}">
        <p14:creationId xmlns:p14="http://schemas.microsoft.com/office/powerpoint/2010/main" val="4069942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720320"/>
            <a:ext cx="9143999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Llévame donde quieras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Que conmigo TÚ estarás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ECC1489-4E66-4A74-91C4-419CD5421BC7}"/>
              </a:ext>
            </a:extLst>
          </p:cNvPr>
          <p:cNvSpPr txBox="1"/>
          <p:nvPr/>
        </p:nvSpPr>
        <p:spPr>
          <a:xfrm>
            <a:off x="4340089" y="191329"/>
            <a:ext cx="4691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YO ESTARÉ CONTIGO</a:t>
            </a:r>
          </a:p>
        </p:txBody>
      </p:sp>
    </p:spTree>
    <p:extLst>
      <p:ext uri="{BB962C8B-B14F-4D97-AF65-F5344CB8AC3E}">
        <p14:creationId xmlns:p14="http://schemas.microsoft.com/office/powerpoint/2010/main" val="3106529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12035" y="1819712"/>
            <a:ext cx="8819323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A mi lado siempre irás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Con tu mano me guiarás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591C7D5-7816-419E-BDCF-CE0B12659F09}"/>
              </a:ext>
            </a:extLst>
          </p:cNvPr>
          <p:cNvSpPr txBox="1"/>
          <p:nvPr/>
        </p:nvSpPr>
        <p:spPr>
          <a:xfrm>
            <a:off x="4340089" y="191329"/>
            <a:ext cx="4691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YO ESTARÉ CONTIGO</a:t>
            </a:r>
          </a:p>
        </p:txBody>
      </p:sp>
    </p:spTree>
    <p:extLst>
      <p:ext uri="{BB962C8B-B14F-4D97-AF65-F5344CB8AC3E}">
        <p14:creationId xmlns:p14="http://schemas.microsoft.com/office/powerpoint/2010/main" val="1979339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90769" y="2041685"/>
            <a:ext cx="7762461" cy="20216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Con tu </a:t>
            </a:r>
            <a:r>
              <a:rPr lang="es-MX" sz="6000" b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mano </a:t>
            </a:r>
          </a:p>
          <a:p>
            <a:pPr marL="0" indent="0" algn="ctr">
              <a:buNone/>
            </a:pPr>
            <a:r>
              <a:rPr lang="es-MX" sz="6000" b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me 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guiarás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97642CB-52C4-44D8-98E3-7BCAE5E0D180}"/>
              </a:ext>
            </a:extLst>
          </p:cNvPr>
          <p:cNvSpPr txBox="1"/>
          <p:nvPr/>
        </p:nvSpPr>
        <p:spPr>
          <a:xfrm>
            <a:off x="4340089" y="191329"/>
            <a:ext cx="4691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YO ESTARÉ CONTIGO</a:t>
            </a:r>
          </a:p>
        </p:txBody>
      </p:sp>
    </p:spTree>
    <p:extLst>
      <p:ext uri="{BB962C8B-B14F-4D97-AF65-F5344CB8AC3E}">
        <p14:creationId xmlns:p14="http://schemas.microsoft.com/office/powerpoint/2010/main" val="26299747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174</Words>
  <Application>Microsoft Office PowerPoint</Application>
  <PresentationFormat>Presentación en pantalla (4:3)</PresentationFormat>
  <Paragraphs>46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Arial Rounded MT Bold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wilmar cañon</dc:creator>
  <cp:lastModifiedBy>Familia Cañon Peña</cp:lastModifiedBy>
  <cp:revision>7</cp:revision>
  <dcterms:created xsi:type="dcterms:W3CDTF">2020-08-04T19:31:00Z</dcterms:created>
  <dcterms:modified xsi:type="dcterms:W3CDTF">2021-07-27T04:56:00Z</dcterms:modified>
</cp:coreProperties>
</file>