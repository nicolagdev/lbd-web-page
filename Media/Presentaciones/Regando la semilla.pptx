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72" r:id="rId5"/>
    <p:sldId id="258" r:id="rId6"/>
    <p:sldId id="259" r:id="rId7"/>
    <p:sldId id="260" r:id="rId8"/>
    <p:sldId id="261" r:id="rId9"/>
    <p:sldId id="26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782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704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3542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982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331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959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968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168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309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9925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74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44DF1-4F2F-4B11-8089-1E1E3E61609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46368-C01B-46E2-A343-F6249A9A27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574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147682" y="2326481"/>
            <a:ext cx="4848635" cy="1102519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has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traído aquí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1AC8AA22-EDA0-4D35-BFF6-EFEE33C4B2C6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104356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-1" y="2262022"/>
            <a:ext cx="9019583" cy="1102519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gracia y tu amor</a:t>
            </a:r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1AC8AA22-EDA0-4D35-BFF6-EFEE33C4B2C6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738088A7-986C-43BE-9230-A71A6A7AEF10}"/>
              </a:ext>
            </a:extLst>
          </p:cNvPr>
          <p:cNvSpPr txBox="1">
            <a:spLocks/>
          </p:cNvSpPr>
          <p:nvPr/>
        </p:nvSpPr>
        <p:spPr>
          <a:xfrm>
            <a:off x="215516" y="1530742"/>
            <a:ext cx="8712968" cy="1462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5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me has dado </a:t>
            </a:r>
            <a:r>
              <a:rPr lang="es-CO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vida</a:t>
            </a:r>
            <a:br>
              <a:rPr lang="es-CO" sz="65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5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6621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4466" y="2294874"/>
            <a:ext cx="8355069" cy="1397310"/>
          </a:xfrm>
        </p:spPr>
        <p:txBody>
          <a:bodyPr>
            <a:noAutofit/>
          </a:bodyPr>
          <a:lstStyle/>
          <a:p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Queremos servir </a:t>
            </a:r>
            <a:b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836BC88-803F-473F-90B4-4090E4C5D9FE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3740462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968" y="1844824"/>
            <a:ext cx="8930063" cy="139731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Como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iglesia unida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cumpliendo TU MISIÓN </a:t>
            </a: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836BC88-803F-473F-90B4-4090E4C5D9FE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4066570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2571750"/>
            <a:ext cx="8640960" cy="8572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contar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ERES REAL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57068377-2577-4E52-85D3-046D9BAF2A6D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2308294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-6896" y="2780928"/>
            <a:ext cx="9144000" cy="8572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Regaré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En los pueblos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semilla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59D7F5F2-3CBB-4B50-A424-D2FA3DE7463D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396163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0536" y="2348880"/>
            <a:ext cx="8964488" cy="8572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NACIONES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Necesitan hoy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 </a:t>
            </a:r>
            <a:r>
              <a:rPr lang="es-CO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vida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D40685A5-33E2-4791-8B87-6194A40D228F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253275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-25014" y="2780928"/>
            <a:ext cx="9144000" cy="8572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Llévanos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Marcharemos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A80D7DF2-0A83-4170-83FE-68BBE282358D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144421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276872"/>
            <a:ext cx="9144000" cy="8572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los pueblos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naciones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Necesitan hoy de ti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51CF271-3054-42ED-9CEF-FB37AD2C9096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40837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147682" y="2326481"/>
            <a:ext cx="4848635" cy="1102519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has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traído aquí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1AC8AA22-EDA0-4D35-BFF6-EFEE33C4B2C6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254892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-1" y="2262022"/>
            <a:ext cx="9019583" cy="1102519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gracia y tu amor</a:t>
            </a:r>
          </a:p>
        </p:txBody>
      </p:sp>
      <p:sp>
        <p:nvSpPr>
          <p:cNvPr id="7" name="2 Rectángulo">
            <a:extLst>
              <a:ext uri="{FF2B5EF4-FFF2-40B4-BE49-F238E27FC236}">
                <a16:creationId xmlns:a16="http://schemas.microsoft.com/office/drawing/2014/main" id="{1AC8AA22-EDA0-4D35-BFF6-EFEE33C4B2C6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738088A7-986C-43BE-9230-A71A6A7AEF10}"/>
              </a:ext>
            </a:extLst>
          </p:cNvPr>
          <p:cNvSpPr txBox="1">
            <a:spLocks/>
          </p:cNvSpPr>
          <p:nvPr/>
        </p:nvSpPr>
        <p:spPr>
          <a:xfrm>
            <a:off x="215516" y="1530742"/>
            <a:ext cx="8712968" cy="1462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65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me has dado </a:t>
            </a:r>
            <a:r>
              <a:rPr lang="es-CO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vida</a:t>
            </a:r>
            <a:br>
              <a:rPr lang="es-CO" sz="65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5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40100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4466" y="2294874"/>
            <a:ext cx="8355069" cy="1397310"/>
          </a:xfrm>
        </p:spPr>
        <p:txBody>
          <a:bodyPr>
            <a:noAutofit/>
          </a:bodyPr>
          <a:lstStyle/>
          <a:p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Queremos servir </a:t>
            </a:r>
            <a:b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836BC88-803F-473F-90B4-4090E4C5D9FE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259572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968" y="1844824"/>
            <a:ext cx="8930063" cy="139731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Como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iglesia unida </a:t>
            </a: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cumpliendo TU MISIÓN </a:t>
            </a: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836BC88-803F-473F-90B4-4090E4C5D9FE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1735678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3000375"/>
            <a:ext cx="8640960" cy="8572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contar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ERES REAL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57068377-2577-4E52-85D3-046D9BAF2A6D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119830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-6896" y="2780928"/>
            <a:ext cx="9144000" cy="8572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Regaré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En los pueblos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semilla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59D7F5F2-3CBB-4B50-A424-D2FA3DE7463D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39983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0536" y="2348880"/>
            <a:ext cx="8964488" cy="8572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NACIONES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Necesitan hoy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 </a:t>
            </a:r>
            <a:r>
              <a:rPr lang="es-CO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tu vida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D40685A5-33E2-4791-8B87-6194A40D228F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103525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-25014" y="2780928"/>
            <a:ext cx="9144000" cy="857250"/>
          </a:xfrm>
        </p:spPr>
        <p:txBody>
          <a:bodyPr>
            <a:noAutofit/>
          </a:bodyPr>
          <a:lstStyle/>
          <a:p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Llévanos 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Marcharemos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</a:t>
            </a:r>
            <a:b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A80D7DF2-0A83-4170-83FE-68BBE282358D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1062017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276872"/>
            <a:ext cx="9144000" cy="857250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los pueblos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naciones </a:t>
            </a:r>
            <a:b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CO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//Necesitan hoy de ti//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4" name="2 Rectángulo">
            <a:extLst>
              <a:ext uri="{FF2B5EF4-FFF2-40B4-BE49-F238E27FC236}">
                <a16:creationId xmlns:a16="http://schemas.microsoft.com/office/drawing/2014/main" id="{251CF271-3054-42ED-9CEF-FB37AD2C9096}"/>
              </a:ext>
            </a:extLst>
          </p:cNvPr>
          <p:cNvSpPr/>
          <p:nvPr/>
        </p:nvSpPr>
        <p:spPr>
          <a:xfrm>
            <a:off x="4295365" y="116632"/>
            <a:ext cx="48486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REGANDO LA SEMILLA</a:t>
            </a:r>
          </a:p>
        </p:txBody>
      </p:sp>
    </p:spTree>
    <p:extLst>
      <p:ext uri="{BB962C8B-B14F-4D97-AF65-F5344CB8AC3E}">
        <p14:creationId xmlns:p14="http://schemas.microsoft.com/office/powerpoint/2010/main" val="42478467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196</Words>
  <Application>Microsoft Office PowerPoint</Application>
  <PresentationFormat>Presentación en pantalla (4:3)</PresentationFormat>
  <Paragraphs>38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Aharoni</vt:lpstr>
      <vt:lpstr>Arial</vt:lpstr>
      <vt:lpstr>Arial Rounded MT Bold</vt:lpstr>
      <vt:lpstr>Brush Script MT</vt:lpstr>
      <vt:lpstr>Calibri</vt:lpstr>
      <vt:lpstr>Tema de Office</vt:lpstr>
      <vt:lpstr>Me has traído aquí </vt:lpstr>
      <vt:lpstr>tu gracia y tu amor</vt:lpstr>
      <vt:lpstr>Queremos servir   </vt:lpstr>
      <vt:lpstr> Como iglesia unida cumpliendo TU MISIÓN </vt:lpstr>
      <vt:lpstr>Y contar  DIOS ERES REAL </vt:lpstr>
      <vt:lpstr>Regaré   En los pueblos  tu semilla </vt:lpstr>
      <vt:lpstr>Las NACIONES  Necesitan hoy tu vida</vt:lpstr>
      <vt:lpstr>Llévanos  Marcharemos donde quieras </vt:lpstr>
      <vt:lpstr>En los pueblos las naciones  Necesitan hoy de ti</vt:lpstr>
      <vt:lpstr>Me has traído aquí </vt:lpstr>
      <vt:lpstr>tu gracia y tu amor</vt:lpstr>
      <vt:lpstr>Queremos servir   </vt:lpstr>
      <vt:lpstr> Como iglesia unida cumpliendo TU MISIÓN </vt:lpstr>
      <vt:lpstr>Y contar  DIOS ERES REAL </vt:lpstr>
      <vt:lpstr>Regaré   En los pueblos tu semilla </vt:lpstr>
      <vt:lpstr>Las NACIONES  Necesitan hoy tu vida</vt:lpstr>
      <vt:lpstr>Llévanos  Marcharemos donde quieras </vt:lpstr>
      <vt:lpstr>En los pueblos las naciones  //Necesitan hoy de ti//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has traído aquí y me has dado vida tu gracia y tu amor</dc:title>
  <dc:creator>Natalia M</dc:creator>
  <cp:lastModifiedBy>Familia Cañon Peña</cp:lastModifiedBy>
  <cp:revision>72</cp:revision>
  <dcterms:created xsi:type="dcterms:W3CDTF">2020-07-16T02:26:40Z</dcterms:created>
  <dcterms:modified xsi:type="dcterms:W3CDTF">2021-07-27T04:09:10Z</dcterms:modified>
</cp:coreProperties>
</file>