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85" r:id="rId9"/>
    <p:sldId id="263" r:id="rId10"/>
    <p:sldId id="264" r:id="rId11"/>
    <p:sldId id="265" r:id="rId12"/>
    <p:sldId id="272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CF7D0-0001-4889-82DC-46C1C1A129EE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BF338-C35F-41B1-A2B4-4DBF7F96CB0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753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66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086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796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5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995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940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1586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351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609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319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45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F5EF5-BC44-4B5D-9B4B-1DFAA0D35AE9}" type="datetimeFigureOut">
              <a:rPr lang="es-CO" smtClean="0"/>
              <a:t>12/11/2022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1064C-5C82-4A09-887B-5EA683A3EB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123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680882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Quien rompe el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poder del pecado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F294C9-BB50-456F-A0C4-BFE6708BBF2B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56129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627094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Su amor es fuerte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 y poderoso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59B898-0038-4875-A477-E9EAA7A31FEE}"/>
              </a:ext>
            </a:extLst>
          </p:cNvPr>
          <p:cNvSpPr txBox="1"/>
          <p:nvPr/>
        </p:nvSpPr>
        <p:spPr>
          <a:xfrm>
            <a:off x="4881282" y="107576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22319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86753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Gloria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Majestad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D209E5-6F22-4053-AD3D-D5862DE71623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744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420220" y="1613647"/>
            <a:ext cx="83035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Conmueve al mundo con su estruendo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7BCC79-EB87-44C7-A182-0B9C30D4DD10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65840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411940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Y nos asombra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con maravillas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3E08A1-95AB-4B3A-81F4-17D865CE6927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68467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42538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Gloria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Majestad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101A27-A888-464D-B050-07EFE539BF54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636741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494179" y="2105561"/>
            <a:ext cx="81556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Gracia sublime 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2512B6-53B1-436E-9D36-86EC88163183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01539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494179" y="2366683"/>
            <a:ext cx="81556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Perfecto es tu amor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090594-E43F-467A-8A04-90D4073B8C91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90405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386603" y="1264023"/>
            <a:ext cx="83707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Tomaste mi lugar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Cargaste tú mi cruz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36B2FD-FEDA-44F9-9266-0273DF65420C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704868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250576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Tu vida diste ahí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Y ahora libre soy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C2AFB1-CC12-46A2-861D-41662D77F65A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221568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963270"/>
            <a:ext cx="7893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Jesús te adoro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5E04BC-CC8D-4F0F-A23A-6D52E9FCBD92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155534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371600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por lo que hiciste en mí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541F7D-596D-4F85-A2B5-55EB75D14721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488651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331259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Pusiste en orden todo el caos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6409D2-1289-48E7-A607-FD36C7090990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38296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371600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Nos adoptaste como tus hijos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45C8E9-1B96-4CF8-9EF8-C578AF2C0384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330611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Gloria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Majestad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C8F0E5-9A0C-41B6-ADC6-0A94507934CB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456769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que gobierna con su justicia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7D18680-6998-42B6-BC3D-C82CD4C57F7D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054140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Y resplandece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con su belleza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0394C4-AE52-44A7-9F49-27C1A702B7DC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720525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Gloria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El Rey de Majestad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A92064-3650-4FBC-849B-2E97F4235BDC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007517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Cordero de Dios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1D7D1F-AA58-413B-8399-824C771EF5CB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41496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376518" y="1519517"/>
            <a:ext cx="84313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Rey que la muerte venció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BC8676-1E80-458C-9F5E-4A9528CCB2AB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98844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Cordero de Dios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0B6F23-A3AF-46DB-A7A0-A6318F8F66B9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319356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376518" y="1519517"/>
            <a:ext cx="84313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Rey que la muerte venció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DC3D68-1D6D-445B-A5B5-1DA110E0360C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457333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Cordero de Dios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28E948-53B1-4502-BC13-842BB65E4E5C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732620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376518" y="1519517"/>
            <a:ext cx="84313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Rey que la muerte venció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3DA0D8E-D8E4-46B8-A67B-FAC11DD590F8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920524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519517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Cordero de Dios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329E3E-E7D9-4399-810E-6F655B02E78B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542815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376518" y="1519517"/>
            <a:ext cx="84313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Digno es el Rey que la muerte venció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6891128-E02C-456B-AF68-DF88B0231404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690454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494179" y="2105561"/>
            <a:ext cx="81556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Gracia sublime 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0F46E9-4247-4E36-9511-4286FD7B70C1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022557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494179" y="2218764"/>
            <a:ext cx="81556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Perfecto es tu amor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ADC4E0-88AA-491F-9FE7-0F6C44384462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96369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386603" y="1546412"/>
            <a:ext cx="83707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Tomaste mi lugar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Cargaste tú mi cruz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93C5F1-29E2-4E27-91AD-A0B5D48F0746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620964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386603" y="1546412"/>
            <a:ext cx="83707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Tu vida diste ahí</a:t>
            </a:r>
          </a:p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Y ahora libre soy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9577CC-D094-43B9-B34D-2C07CCFA5E90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15893821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963270"/>
            <a:ext cx="7893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Jesús te adoro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D0976EE-1E0C-485F-989C-8A7BAF82C7CB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2258244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6F34328-F492-427F-B5CC-1C5FCC1EBCB8}"/>
              </a:ext>
            </a:extLst>
          </p:cNvPr>
          <p:cNvSpPr txBox="1"/>
          <p:nvPr/>
        </p:nvSpPr>
        <p:spPr>
          <a:xfrm>
            <a:off x="625288" y="1371600"/>
            <a:ext cx="78934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 SemiCondensed" panose="020B0502040204020203" pitchFamily="34" charset="0"/>
              </a:rPr>
              <a:t>por lo que hiciste en mí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1B2842-AE40-4B88-AD58-28E7AEB3BABC}"/>
              </a:ext>
            </a:extLst>
          </p:cNvPr>
          <p:cNvSpPr txBox="1"/>
          <p:nvPr/>
        </p:nvSpPr>
        <p:spPr>
          <a:xfrm>
            <a:off x="4867835" y="121023"/>
            <a:ext cx="4155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GRACIA SUBLIME</a:t>
            </a:r>
          </a:p>
        </p:txBody>
      </p:sp>
    </p:spTree>
    <p:extLst>
      <p:ext uri="{BB962C8B-B14F-4D97-AF65-F5344CB8AC3E}">
        <p14:creationId xmlns:p14="http://schemas.microsoft.com/office/powerpoint/2010/main" val="32698325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260</Words>
  <Application>Microsoft Office PowerPoint</Application>
  <PresentationFormat>Presentación en pantalla (4:3)</PresentationFormat>
  <Paragraphs>80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8" baseType="lpstr">
      <vt:lpstr>Arial</vt:lpstr>
      <vt:lpstr>Arial Rounded MT Bold</vt:lpstr>
      <vt:lpstr>Bahnschrift SemiCondensed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James Pena Sereno</dc:creator>
  <cp:lastModifiedBy>James Pena Sereno</cp:lastModifiedBy>
  <cp:revision>3</cp:revision>
  <dcterms:created xsi:type="dcterms:W3CDTF">2022-11-13T01:32:05Z</dcterms:created>
  <dcterms:modified xsi:type="dcterms:W3CDTF">2022-11-13T02:15:44Z</dcterms:modified>
</cp:coreProperties>
</file>