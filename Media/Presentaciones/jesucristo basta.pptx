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56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742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6790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994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9455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7295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0280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254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5834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3289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3405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A317F-EED3-4298-A41F-2ECB7C438792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08159C-27B8-4C28-B7A1-08EF19873C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037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854765" y="1736034"/>
            <a:ext cx="74344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Nuestros corazones 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Insaciables son </a:t>
            </a:r>
          </a:p>
        </p:txBody>
      </p:sp>
    </p:spTree>
    <p:extLst>
      <p:ext uri="{BB962C8B-B14F-4D97-AF65-F5344CB8AC3E}">
        <p14:creationId xmlns:p14="http://schemas.microsoft.com/office/powerpoint/2010/main" val="3658335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854765" y="1736034"/>
            <a:ext cx="74344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Hasta que conocen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 su SALVADOR</a:t>
            </a:r>
          </a:p>
        </p:txBody>
      </p:sp>
    </p:spTree>
    <p:extLst>
      <p:ext uri="{BB962C8B-B14F-4D97-AF65-F5344CB8AC3E}">
        <p14:creationId xmlns:p14="http://schemas.microsoft.com/office/powerpoint/2010/main" val="1444978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854765" y="1736034"/>
            <a:ext cx="74344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Tal y como somos nos amó</a:t>
            </a:r>
          </a:p>
        </p:txBody>
      </p:sp>
    </p:spTree>
    <p:extLst>
      <p:ext uri="{BB962C8B-B14F-4D97-AF65-F5344CB8AC3E}">
        <p14:creationId xmlns:p14="http://schemas.microsoft.com/office/powerpoint/2010/main" val="4037119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854765" y="1736034"/>
            <a:ext cx="74344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Hoy nos acercamos sin temor</a:t>
            </a:r>
          </a:p>
        </p:txBody>
      </p:sp>
    </p:spTree>
    <p:extLst>
      <p:ext uri="{BB962C8B-B14F-4D97-AF65-F5344CB8AC3E}">
        <p14:creationId xmlns:p14="http://schemas.microsoft.com/office/powerpoint/2010/main" val="3935929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255104" y="757053"/>
            <a:ext cx="861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Él es el agua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que al beber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Nunca más 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tendremos sed</a:t>
            </a:r>
          </a:p>
        </p:txBody>
      </p:sp>
    </p:spTree>
    <p:extLst>
      <p:ext uri="{BB962C8B-B14F-4D97-AF65-F5344CB8AC3E}">
        <p14:creationId xmlns:p14="http://schemas.microsoft.com/office/powerpoint/2010/main" val="3623220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266700" y="1856984"/>
            <a:ext cx="861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/Jesucristo basta/</a:t>
            </a:r>
          </a:p>
        </p:txBody>
      </p:sp>
    </p:spTree>
    <p:extLst>
      <p:ext uri="{BB962C8B-B14F-4D97-AF65-F5344CB8AC3E}">
        <p14:creationId xmlns:p14="http://schemas.microsoft.com/office/powerpoint/2010/main" val="2199070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0" y="1856984"/>
            <a:ext cx="914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Mi castigo recibió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su herencia me entregó</a:t>
            </a:r>
          </a:p>
        </p:txBody>
      </p:sp>
    </p:spTree>
    <p:extLst>
      <p:ext uri="{BB962C8B-B14F-4D97-AF65-F5344CB8AC3E}">
        <p14:creationId xmlns:p14="http://schemas.microsoft.com/office/powerpoint/2010/main" val="1115978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266700" y="1856984"/>
            <a:ext cx="861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/Jesucristo basta/</a:t>
            </a:r>
          </a:p>
        </p:txBody>
      </p:sp>
    </p:spTree>
    <p:extLst>
      <p:ext uri="{BB962C8B-B14F-4D97-AF65-F5344CB8AC3E}">
        <p14:creationId xmlns:p14="http://schemas.microsoft.com/office/powerpoint/2010/main" val="409559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266700" y="1485924"/>
            <a:ext cx="8610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Fuimos alcanzados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 su gran amor</a:t>
            </a:r>
          </a:p>
        </p:txBody>
      </p:sp>
    </p:spTree>
    <p:extLst>
      <p:ext uri="{BB962C8B-B14F-4D97-AF65-F5344CB8AC3E}">
        <p14:creationId xmlns:p14="http://schemas.microsoft.com/office/powerpoint/2010/main" val="2581529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133350" y="1485924"/>
            <a:ext cx="88773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Con abrazos abiertos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Nos recibe hoy</a:t>
            </a:r>
          </a:p>
        </p:txBody>
      </p:sp>
    </p:spTree>
    <p:extLst>
      <p:ext uri="{BB962C8B-B14F-4D97-AF65-F5344CB8AC3E}">
        <p14:creationId xmlns:p14="http://schemas.microsoft.com/office/powerpoint/2010/main" val="2800456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854765" y="1736034"/>
            <a:ext cx="74344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Tal y como somos nos amó</a:t>
            </a:r>
          </a:p>
        </p:txBody>
      </p:sp>
    </p:spTree>
    <p:extLst>
      <p:ext uri="{BB962C8B-B14F-4D97-AF65-F5344CB8AC3E}">
        <p14:creationId xmlns:p14="http://schemas.microsoft.com/office/powerpoint/2010/main" val="407168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854765" y="1736034"/>
            <a:ext cx="743447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Hoy nos acercamos sin temor</a:t>
            </a:r>
          </a:p>
        </p:txBody>
      </p:sp>
    </p:spTree>
    <p:extLst>
      <p:ext uri="{BB962C8B-B14F-4D97-AF65-F5344CB8AC3E}">
        <p14:creationId xmlns:p14="http://schemas.microsoft.com/office/powerpoint/2010/main" val="1525454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255104" y="757053"/>
            <a:ext cx="861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Él es el agua </a:t>
            </a:r>
          </a:p>
          <a:p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que al beber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Nunca más </a:t>
            </a:r>
          </a:p>
          <a:p>
            <a:pPr algn="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tendremos sed</a:t>
            </a:r>
          </a:p>
        </p:txBody>
      </p:sp>
    </p:spTree>
    <p:extLst>
      <p:ext uri="{BB962C8B-B14F-4D97-AF65-F5344CB8AC3E}">
        <p14:creationId xmlns:p14="http://schemas.microsoft.com/office/powerpoint/2010/main" val="3187681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266700" y="1856984"/>
            <a:ext cx="861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/Jesucristo basta/</a:t>
            </a:r>
          </a:p>
        </p:txBody>
      </p:sp>
    </p:spTree>
    <p:extLst>
      <p:ext uri="{BB962C8B-B14F-4D97-AF65-F5344CB8AC3E}">
        <p14:creationId xmlns:p14="http://schemas.microsoft.com/office/powerpoint/2010/main" val="2778912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0" y="1856984"/>
            <a:ext cx="9144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Mi castigo recibió</a:t>
            </a:r>
          </a:p>
          <a:p>
            <a:pPr algn="ctr"/>
            <a:r>
              <a:rPr lang="es-CO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su herencia me entregó</a:t>
            </a:r>
          </a:p>
        </p:txBody>
      </p:sp>
    </p:spTree>
    <p:extLst>
      <p:ext uri="{BB962C8B-B14F-4D97-AF65-F5344CB8AC3E}">
        <p14:creationId xmlns:p14="http://schemas.microsoft.com/office/powerpoint/2010/main" val="2145866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266700" y="1856984"/>
            <a:ext cx="861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/Jesucristo basta/</a:t>
            </a:r>
          </a:p>
        </p:txBody>
      </p:sp>
    </p:spTree>
    <p:extLst>
      <p:ext uri="{BB962C8B-B14F-4D97-AF65-F5344CB8AC3E}">
        <p14:creationId xmlns:p14="http://schemas.microsoft.com/office/powerpoint/2010/main" val="266737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266700" y="1856984"/>
            <a:ext cx="8610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Ahora hay un futuro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esperanza fiel</a:t>
            </a:r>
          </a:p>
        </p:txBody>
      </p:sp>
    </p:spTree>
    <p:extLst>
      <p:ext uri="{BB962C8B-B14F-4D97-AF65-F5344CB8AC3E}">
        <p14:creationId xmlns:p14="http://schemas.microsoft.com/office/powerpoint/2010/main" val="2771519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DA2DD9C1-CCA2-47BB-A326-40AB3D10B291}"/>
              </a:ext>
            </a:extLst>
          </p:cNvPr>
          <p:cNvSpPr txBox="1"/>
          <p:nvPr/>
        </p:nvSpPr>
        <p:spPr>
          <a:xfrm>
            <a:off x="4426226" y="172278"/>
            <a:ext cx="4717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latin typeface="Arial Rounded MT Bold" panose="020F0704030504030204" pitchFamily="34" charset="0"/>
              </a:rPr>
              <a:t>JESUCRISTO BASTA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2213045-3E9C-4496-AC21-1A04A7A36915}"/>
              </a:ext>
            </a:extLst>
          </p:cNvPr>
          <p:cNvSpPr txBox="1"/>
          <p:nvPr/>
        </p:nvSpPr>
        <p:spPr>
          <a:xfrm>
            <a:off x="266700" y="1305342"/>
            <a:ext cx="8610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En su amor confiamos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Hay descanso en él</a:t>
            </a:r>
          </a:p>
        </p:txBody>
      </p:sp>
    </p:spTree>
    <p:extLst>
      <p:ext uri="{BB962C8B-B14F-4D97-AF65-F5344CB8AC3E}">
        <p14:creationId xmlns:p14="http://schemas.microsoft.com/office/powerpoint/2010/main" val="33610452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149</Words>
  <Application>Microsoft Office PowerPoint</Application>
  <PresentationFormat>Presentación en pantalla (4:3)</PresentationFormat>
  <Paragraphs>50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Arial Rounded MT Bold</vt:lpstr>
      <vt:lpstr>Berlin Sans FB Demi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Familia Cañon Peña</dc:creator>
  <cp:lastModifiedBy>Familia Cañon Peña</cp:lastModifiedBy>
  <cp:revision>3</cp:revision>
  <dcterms:created xsi:type="dcterms:W3CDTF">2021-06-11T03:33:09Z</dcterms:created>
  <dcterms:modified xsi:type="dcterms:W3CDTF">2021-07-27T03:54:42Z</dcterms:modified>
</cp:coreProperties>
</file>