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90" r:id="rId4"/>
    <p:sldId id="259" r:id="rId5"/>
    <p:sldId id="260" r:id="rId6"/>
    <p:sldId id="261" r:id="rId7"/>
    <p:sldId id="262" r:id="rId8"/>
    <p:sldId id="281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011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726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476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11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144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821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289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088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6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057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486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3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9A323-F032-4BD1-B2E0-CB214D987D5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5EB3D-69BA-4B21-8195-06C2190732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211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5760" y="980728"/>
            <a:ext cx="889248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Hombres: 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Mujeres: ¿Por qué estás alegre?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183E348-4712-44E0-A7B9-4B5F7CEF020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372986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16" y="980728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Hombres: 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Mujeres: ¿Cuéntame por qué?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0C2CF5-77A8-4C18-8F2B-95F4C838B085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237979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5760" y="980728"/>
            <a:ext cx="889248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</a:rPr>
              <a:t>: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</a:rPr>
              <a:t>: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</a:rPr>
              <a:t>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¿Por qué estás alegre?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183E348-4712-44E0-A7B9-4B5F7CEF020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239352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9572" y="1700808"/>
            <a:ext cx="7704856" cy="131445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Eso quiero yo saber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C133A4-CF96-46A9-B186-A75A4F02B69B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420729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1052736"/>
            <a:ext cx="8001000" cy="131445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Hombres: Voy a contarte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Mujeres: Puedes contarme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B26B59-F8CB-4A37-8579-B6B859A6D9CE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420729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5272" y="1700808"/>
            <a:ext cx="7533456" cy="118813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La razón de estar alegre así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Modern Love" panose="04090805081005020601" pitchFamily="82" charset="0"/>
              </a:rPr>
              <a:t> 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Modern Love" panose="04090805081005020601" pitchFamily="8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0DD4A5-6ABA-4C12-8481-4C706481A3FF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4207292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7260" y="1268760"/>
            <a:ext cx="7749480" cy="180543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ALELUYA porque CRISTO </a:t>
            </a:r>
          </a:p>
          <a:p>
            <a:pPr algn="r"/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un día me SALVÓ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F6572BA-A43B-4AA1-8847-60C68377F1A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4207292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8731" y="1196752"/>
            <a:ext cx="8460432" cy="180543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también me TRANSFORMÓ 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A6F01E-0C63-456D-8D42-021D77F9A2B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1A994CF4-55FE-432F-BFC2-00D8E8752EDA}"/>
              </a:ext>
            </a:extLst>
          </p:cNvPr>
          <p:cNvSpPr txBox="1">
            <a:spLocks/>
          </p:cNvSpPr>
          <p:nvPr/>
        </p:nvSpPr>
        <p:spPr>
          <a:xfrm>
            <a:off x="1221929" y="1947603"/>
            <a:ext cx="7434826" cy="148139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Por eso yo ALEGRE estoy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6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5760" y="980728"/>
            <a:ext cx="889248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Hombres: 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Mujeres: ¿Por qué estás alegre?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183E348-4712-44E0-A7B9-4B5F7CEF020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76658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16" y="980728"/>
            <a:ext cx="914400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Hombres: 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Mujeres: ¿Cuéntame por qué?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0C2CF5-77A8-4C18-8F2B-95F4C838B085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72208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25760" y="980728"/>
            <a:ext cx="8892480" cy="1314450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Hombres: ¡Estoy alegre!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Mujeres: ¿Por qué estás alegre?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183E348-4712-44E0-A7B9-4B5F7CEF020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3160299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77634" y="1700808"/>
            <a:ext cx="6858000" cy="131445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Eso quiero yo saber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C133A4-CF96-46A9-B186-A75A4F02B69B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2260730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980728"/>
            <a:ext cx="8001000" cy="131445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Hombres: Voy a contarte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Mujeres: Puedes contarme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B26B59-F8CB-4A37-8579-B6B859A6D9CE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380206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05272" y="1484784"/>
            <a:ext cx="7533456" cy="118813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Tw Cen MT Condensed Extra Bold" panose="020B0803020202020204" pitchFamily="34" charset="0"/>
              </a:rPr>
              <a:t>La razón de estar alegre así</a:t>
            </a:r>
          </a:p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Modern Love" panose="04090805081005020601" pitchFamily="82" charset="0"/>
              </a:rPr>
              <a:t> 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Modern Love" panose="04090805081005020601" pitchFamily="8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0DD4A5-6ABA-4C12-8481-4C706481A3FF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188699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268760"/>
            <a:ext cx="7677472" cy="180543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ALELUYA porque CRISTO </a:t>
            </a:r>
          </a:p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un día me SALVÓ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F6572BA-A43B-4AA1-8847-60C68377F1A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</p:spTree>
    <p:extLst>
      <p:ext uri="{BB962C8B-B14F-4D97-AF65-F5344CB8AC3E}">
        <p14:creationId xmlns:p14="http://schemas.microsoft.com/office/powerpoint/2010/main" val="190030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9522" y="1196752"/>
            <a:ext cx="8604956" cy="1805433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también me TRANSFORMÓ 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A6F01E-0C63-456D-8D42-021D77F9A2B9}"/>
              </a:ext>
            </a:extLst>
          </p:cNvPr>
          <p:cNvSpPr txBox="1"/>
          <p:nvPr/>
        </p:nvSpPr>
        <p:spPr>
          <a:xfrm>
            <a:off x="6228184" y="188640"/>
            <a:ext cx="2754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ESTOY ALEGRE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1A994CF4-55FE-432F-BFC2-00D8E8752EDA}"/>
              </a:ext>
            </a:extLst>
          </p:cNvPr>
          <p:cNvSpPr txBox="1">
            <a:spLocks/>
          </p:cNvSpPr>
          <p:nvPr/>
        </p:nvSpPr>
        <p:spPr>
          <a:xfrm>
            <a:off x="1547664" y="1947603"/>
            <a:ext cx="7434826" cy="148139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>
                    <a:lumMod val="8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Por eso yo ALEGRE estoy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03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186</Words>
  <Application>Microsoft Office PowerPoint</Application>
  <PresentationFormat>Presentación en pantalla (4:3)</PresentationFormat>
  <Paragraphs>46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Calibri</vt:lpstr>
      <vt:lpstr>Modern Love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15</cp:revision>
  <dcterms:created xsi:type="dcterms:W3CDTF">2016-04-19T19:09:46Z</dcterms:created>
  <dcterms:modified xsi:type="dcterms:W3CDTF">2021-07-27T03:39:51Z</dcterms:modified>
</cp:coreProperties>
</file>