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01" r:id="rId5"/>
    <p:sldId id="260" r:id="rId6"/>
    <p:sldId id="293" r:id="rId7"/>
    <p:sldId id="261" r:id="rId8"/>
    <p:sldId id="286" r:id="rId9"/>
    <p:sldId id="294" r:id="rId10"/>
    <p:sldId id="295" r:id="rId11"/>
    <p:sldId id="302" r:id="rId12"/>
    <p:sldId id="303" r:id="rId13"/>
    <p:sldId id="297" r:id="rId14"/>
    <p:sldId id="298" r:id="rId15"/>
    <p:sldId id="299" r:id="rId16"/>
    <p:sldId id="300" r:id="rId17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ar cañon" userId="7918cb078fdc7ad0" providerId="LiveId" clId="{642CED22-23EF-4B7C-A60D-B0A416825AE4}"/>
    <pc:docChg chg="undo custSel addSld delSld modSld delMainMaster modMainMaster">
      <pc:chgData name="wilmar cañon" userId="7918cb078fdc7ad0" providerId="LiveId" clId="{642CED22-23EF-4B7C-A60D-B0A416825AE4}" dt="2020-08-04T13:59:09.011" v="302" actId="1076"/>
      <pc:docMkLst>
        <pc:docMk/>
      </pc:docMkLst>
      <pc:sldChg chg="addSp delSp modSp mod setBg">
        <pc:chgData name="wilmar cañon" userId="7918cb078fdc7ad0" providerId="LiveId" clId="{642CED22-23EF-4B7C-A60D-B0A416825AE4}" dt="2020-08-04T13:57:51.854" v="295" actId="113"/>
        <pc:sldMkLst>
          <pc:docMk/>
          <pc:sldMk cId="591046458" sldId="256"/>
        </pc:sldMkLst>
        <pc:spChg chg="add mod">
          <ac:chgData name="wilmar cañon" userId="7918cb078fdc7ad0" providerId="LiveId" clId="{642CED22-23EF-4B7C-A60D-B0A416825AE4}" dt="2020-08-04T13:57:51.854" v="295" actId="113"/>
          <ac:spMkLst>
            <pc:docMk/>
            <pc:sldMk cId="591046458" sldId="256"/>
            <ac:spMk id="2" creationId="{9737781E-FB3C-43E3-AC12-9C68CAE1F728}"/>
          </ac:spMkLst>
        </pc:spChg>
        <pc:spChg chg="mod">
          <ac:chgData name="wilmar cañon" userId="7918cb078fdc7ad0" providerId="LiveId" clId="{642CED22-23EF-4B7C-A60D-B0A416825AE4}" dt="2020-08-04T13:51:51.719" v="72" actId="20577"/>
          <ac:spMkLst>
            <pc:docMk/>
            <pc:sldMk cId="591046458" sldId="256"/>
            <ac:spMk id="3" creationId="{00000000-0000-0000-0000-000000000000}"/>
          </ac:spMkLst>
        </pc:spChg>
        <pc:spChg chg="del">
          <ac:chgData name="wilmar cañon" userId="7918cb078fdc7ad0" providerId="LiveId" clId="{642CED22-23EF-4B7C-A60D-B0A416825AE4}" dt="2020-08-04T13:46:53.585" v="5" actId="478"/>
          <ac:spMkLst>
            <pc:docMk/>
            <pc:sldMk cId="591046458" sldId="256"/>
            <ac:spMk id="4" creationId="{00000000-0000-0000-0000-000000000000}"/>
          </ac:spMkLst>
        </pc:spChg>
      </pc:sldChg>
      <pc:sldChg chg="addSp modSp mod setBg">
        <pc:chgData name="wilmar cañon" userId="7918cb078fdc7ad0" providerId="LiveId" clId="{642CED22-23EF-4B7C-A60D-B0A416825AE4}" dt="2020-08-04T13:58:00.010" v="296" actId="22"/>
        <pc:sldMkLst>
          <pc:docMk/>
          <pc:sldMk cId="2380576964" sldId="257"/>
        </pc:sldMkLst>
        <pc:spChg chg="mod">
          <ac:chgData name="wilmar cañon" userId="7918cb078fdc7ad0" providerId="LiveId" clId="{642CED22-23EF-4B7C-A60D-B0A416825AE4}" dt="2020-08-04T13:52:04.091" v="74" actId="1076"/>
          <ac:spMkLst>
            <pc:docMk/>
            <pc:sldMk cId="2380576964" sldId="257"/>
            <ac:spMk id="2" creationId="{00000000-0000-0000-0000-000000000000}"/>
          </ac:spMkLst>
        </pc:spChg>
        <pc:spChg chg="add">
          <ac:chgData name="wilmar cañon" userId="7918cb078fdc7ad0" providerId="LiveId" clId="{642CED22-23EF-4B7C-A60D-B0A416825AE4}" dt="2020-08-04T13:58:00.010" v="296" actId="22"/>
          <ac:spMkLst>
            <pc:docMk/>
            <pc:sldMk cId="2380576964" sldId="257"/>
            <ac:spMk id="4" creationId="{B272AAC6-4CBE-4C66-8554-33546EE99DB5}"/>
          </ac:spMkLst>
        </pc:spChg>
      </pc:sldChg>
      <pc:sldChg chg="addSp modSp mod setBg">
        <pc:chgData name="wilmar cañon" userId="7918cb078fdc7ad0" providerId="LiveId" clId="{642CED22-23EF-4B7C-A60D-B0A416825AE4}" dt="2020-08-04T13:58:00.651" v="297" actId="22"/>
        <pc:sldMkLst>
          <pc:docMk/>
          <pc:sldMk cId="1569126979" sldId="258"/>
        </pc:sldMkLst>
        <pc:spChg chg="mod">
          <ac:chgData name="wilmar cañon" userId="7918cb078fdc7ad0" providerId="LiveId" clId="{642CED22-23EF-4B7C-A60D-B0A416825AE4}" dt="2020-08-04T13:52:47.475" v="122" actId="1076"/>
          <ac:spMkLst>
            <pc:docMk/>
            <pc:sldMk cId="1569126979" sldId="258"/>
            <ac:spMk id="2" creationId="{00000000-0000-0000-0000-000000000000}"/>
          </ac:spMkLst>
        </pc:spChg>
        <pc:spChg chg="add mod">
          <ac:chgData name="wilmar cañon" userId="7918cb078fdc7ad0" providerId="LiveId" clId="{642CED22-23EF-4B7C-A60D-B0A416825AE4}" dt="2020-08-04T13:52:44.002" v="121" actId="1076"/>
          <ac:spMkLst>
            <pc:docMk/>
            <pc:sldMk cId="1569126979" sldId="258"/>
            <ac:spMk id="4" creationId="{34247DE6-C628-4787-86B5-485694C098D7}"/>
          </ac:spMkLst>
        </pc:spChg>
        <pc:spChg chg="add">
          <ac:chgData name="wilmar cañon" userId="7918cb078fdc7ad0" providerId="LiveId" clId="{642CED22-23EF-4B7C-A60D-B0A416825AE4}" dt="2020-08-04T13:58:00.651" v="297" actId="22"/>
          <ac:spMkLst>
            <pc:docMk/>
            <pc:sldMk cId="1569126979" sldId="258"/>
            <ac:spMk id="6" creationId="{DAC13138-DEC7-42DD-A9D3-DB3F6265E169}"/>
          </ac:spMkLst>
        </pc:spChg>
      </pc:sldChg>
      <pc:sldChg chg="modSp del setBg">
        <pc:chgData name="wilmar cañon" userId="7918cb078fdc7ad0" providerId="LiveId" clId="{642CED22-23EF-4B7C-A60D-B0A416825AE4}" dt="2020-08-04T13:49:28.289" v="55" actId="47"/>
        <pc:sldMkLst>
          <pc:docMk/>
          <pc:sldMk cId="1569126979" sldId="259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1569126979" sldId="259"/>
            <ac:spMk id="2" creationId="{00000000-0000-0000-0000-000000000000}"/>
          </ac:spMkLst>
        </pc:spChg>
      </pc:sldChg>
      <pc:sldChg chg="addSp delSp modSp mod setBg">
        <pc:chgData name="wilmar cañon" userId="7918cb078fdc7ad0" providerId="LiveId" clId="{642CED22-23EF-4B7C-A60D-B0A416825AE4}" dt="2020-08-04T13:58:01.460" v="298" actId="22"/>
        <pc:sldMkLst>
          <pc:docMk/>
          <pc:sldMk cId="1569126979" sldId="260"/>
        </pc:sldMkLst>
        <pc:spChg chg="mod">
          <ac:chgData name="wilmar cañon" userId="7918cb078fdc7ad0" providerId="LiveId" clId="{642CED22-23EF-4B7C-A60D-B0A416825AE4}" dt="2020-08-04T13:55:19.616" v="217" actId="122"/>
          <ac:spMkLst>
            <pc:docMk/>
            <pc:sldMk cId="1569126979" sldId="260"/>
            <ac:spMk id="2" creationId="{00000000-0000-0000-0000-000000000000}"/>
          </ac:spMkLst>
        </pc:spChg>
        <pc:spChg chg="add mod">
          <ac:chgData name="wilmar cañon" userId="7918cb078fdc7ad0" providerId="LiveId" clId="{642CED22-23EF-4B7C-A60D-B0A416825AE4}" dt="2020-08-04T13:54:37.778" v="189" actId="1076"/>
          <ac:spMkLst>
            <pc:docMk/>
            <pc:sldMk cId="1569126979" sldId="260"/>
            <ac:spMk id="4" creationId="{92B7F8CB-CCF4-4B73-B439-A6E5F0098A60}"/>
          </ac:spMkLst>
        </pc:spChg>
        <pc:spChg chg="add del mod">
          <ac:chgData name="wilmar cañon" userId="7918cb078fdc7ad0" providerId="LiveId" clId="{642CED22-23EF-4B7C-A60D-B0A416825AE4}" dt="2020-08-04T13:54:54.246" v="212" actId="478"/>
          <ac:spMkLst>
            <pc:docMk/>
            <pc:sldMk cId="1569126979" sldId="260"/>
            <ac:spMk id="6" creationId="{DC270B3F-5E47-4DB8-9F62-D710FAB30FC3}"/>
          </ac:spMkLst>
        </pc:spChg>
        <pc:spChg chg="add">
          <ac:chgData name="wilmar cañon" userId="7918cb078fdc7ad0" providerId="LiveId" clId="{642CED22-23EF-4B7C-A60D-B0A416825AE4}" dt="2020-08-04T13:58:01.460" v="298" actId="22"/>
          <ac:spMkLst>
            <pc:docMk/>
            <pc:sldMk cId="1569126979" sldId="260"/>
            <ac:spMk id="8" creationId="{2ADC0DD0-D409-49E0-B797-6EFB23E16D71}"/>
          </ac:spMkLst>
        </pc:spChg>
      </pc:sldChg>
      <pc:sldChg chg="addSp modSp mod setBg">
        <pc:chgData name="wilmar cañon" userId="7918cb078fdc7ad0" providerId="LiveId" clId="{642CED22-23EF-4B7C-A60D-B0A416825AE4}" dt="2020-08-04T13:59:09.011" v="302" actId="1076"/>
        <pc:sldMkLst>
          <pc:docMk/>
          <pc:sldMk cId="1569126979" sldId="261"/>
        </pc:sldMkLst>
        <pc:spChg chg="mod">
          <ac:chgData name="wilmar cañon" userId="7918cb078fdc7ad0" providerId="LiveId" clId="{642CED22-23EF-4B7C-A60D-B0A416825AE4}" dt="2020-08-04T13:59:09.011" v="302" actId="1076"/>
          <ac:spMkLst>
            <pc:docMk/>
            <pc:sldMk cId="1569126979" sldId="261"/>
            <ac:spMk id="2" creationId="{00000000-0000-0000-0000-000000000000}"/>
          </ac:spMkLst>
        </pc:spChg>
        <pc:spChg chg="add">
          <ac:chgData name="wilmar cañon" userId="7918cb078fdc7ad0" providerId="LiveId" clId="{642CED22-23EF-4B7C-A60D-B0A416825AE4}" dt="2020-08-04T13:58:02.027" v="299" actId="22"/>
          <ac:spMkLst>
            <pc:docMk/>
            <pc:sldMk cId="1569126979" sldId="261"/>
            <ac:spMk id="4" creationId="{B563C625-DECC-483D-97C4-79DF166735E0}"/>
          </ac:spMkLst>
        </pc:spChg>
      </pc:sldChg>
      <pc:sldChg chg="modSp del setBg">
        <pc:chgData name="wilmar cañon" userId="7918cb078fdc7ad0" providerId="LiveId" clId="{642CED22-23EF-4B7C-A60D-B0A416825AE4}" dt="2020-08-04T13:49:56.169" v="56" actId="47"/>
        <pc:sldMkLst>
          <pc:docMk/>
          <pc:sldMk cId="926923457" sldId="278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926923457" sldId="278"/>
            <ac:spMk id="3" creationId="{00000000-0000-0000-0000-000000000000}"/>
          </ac:spMkLst>
        </pc:spChg>
      </pc:sldChg>
      <pc:sldChg chg="modSp del setBg">
        <pc:chgData name="wilmar cañon" userId="7918cb078fdc7ad0" providerId="LiveId" clId="{642CED22-23EF-4B7C-A60D-B0A416825AE4}" dt="2020-08-04T13:49:57.584" v="57" actId="47"/>
        <pc:sldMkLst>
          <pc:docMk/>
          <pc:sldMk cId="1552168847" sldId="279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1552168847" sldId="279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642CED22-23EF-4B7C-A60D-B0A416825AE4}" dt="2020-08-04T13:49:58.990" v="58" actId="47"/>
        <pc:sldMkLst>
          <pc:docMk/>
          <pc:sldMk cId="3008783844" sldId="280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3008783844" sldId="280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642CED22-23EF-4B7C-A60D-B0A416825AE4}" dt="2020-08-04T13:50:00.323" v="59" actId="47"/>
        <pc:sldMkLst>
          <pc:docMk/>
          <pc:sldMk cId="3889502344" sldId="281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3889502344" sldId="281"/>
            <ac:spMk id="2" creationId="{00000000-0000-0000-0000-000000000000}"/>
          </ac:spMkLst>
        </pc:spChg>
      </pc:sldChg>
      <pc:sldChg chg="addSp modSp mod setBg">
        <pc:chgData name="wilmar cañon" userId="7918cb078fdc7ad0" providerId="LiveId" clId="{642CED22-23EF-4B7C-A60D-B0A416825AE4}" dt="2020-08-04T13:58:03.491" v="300" actId="22"/>
        <pc:sldMkLst>
          <pc:docMk/>
          <pc:sldMk cId="3610831833" sldId="286"/>
        </pc:sldMkLst>
        <pc:spChg chg="mod">
          <ac:chgData name="wilmar cañon" userId="7918cb078fdc7ad0" providerId="LiveId" clId="{642CED22-23EF-4B7C-A60D-B0A416825AE4}" dt="2020-08-04T13:57:06.403" v="269" actId="1076"/>
          <ac:spMkLst>
            <pc:docMk/>
            <pc:sldMk cId="3610831833" sldId="286"/>
            <ac:spMk id="2" creationId="{00000000-0000-0000-0000-000000000000}"/>
          </ac:spMkLst>
        </pc:spChg>
        <pc:spChg chg="add">
          <ac:chgData name="wilmar cañon" userId="7918cb078fdc7ad0" providerId="LiveId" clId="{642CED22-23EF-4B7C-A60D-B0A416825AE4}" dt="2020-08-04T13:58:03.491" v="300" actId="22"/>
          <ac:spMkLst>
            <pc:docMk/>
            <pc:sldMk cId="3610831833" sldId="286"/>
            <ac:spMk id="4" creationId="{3BAA6B4F-87A2-412A-89EF-821CF8283BF8}"/>
          </ac:spMkLst>
        </pc:spChg>
      </pc:sldChg>
      <pc:sldChg chg="add">
        <pc:chgData name="wilmar cañon" userId="7918cb078fdc7ad0" providerId="LiveId" clId="{642CED22-23EF-4B7C-A60D-B0A416825AE4}" dt="2020-08-04T13:58:37.486" v="301"/>
        <pc:sldMkLst>
          <pc:docMk/>
          <pc:sldMk cId="235047964" sldId="287"/>
        </pc:sldMkLst>
      </pc:sldChg>
      <pc:sldChg chg="modSp del setBg">
        <pc:chgData name="wilmar cañon" userId="7918cb078fdc7ad0" providerId="LiveId" clId="{642CED22-23EF-4B7C-A60D-B0A416825AE4}" dt="2020-08-04T13:56:13.371" v="233" actId="47"/>
        <pc:sldMkLst>
          <pc:docMk/>
          <pc:sldMk cId="399699510" sldId="287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399699510" sldId="287"/>
            <ac:spMk id="3" creationId="{00000000-0000-0000-0000-000000000000}"/>
          </ac:spMkLst>
        </pc:spChg>
      </pc:sldChg>
      <pc:sldChg chg="modSp del setBg">
        <pc:chgData name="wilmar cañon" userId="7918cb078fdc7ad0" providerId="LiveId" clId="{642CED22-23EF-4B7C-A60D-B0A416825AE4}" dt="2020-08-04T13:56:13.882" v="234" actId="47"/>
        <pc:sldMkLst>
          <pc:docMk/>
          <pc:sldMk cId="3058524361" sldId="288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3058524361" sldId="288"/>
            <ac:spMk id="2" creationId="{00000000-0000-0000-0000-000000000000}"/>
          </ac:spMkLst>
        </pc:spChg>
      </pc:sldChg>
      <pc:sldChg chg="add">
        <pc:chgData name="wilmar cañon" userId="7918cb078fdc7ad0" providerId="LiveId" clId="{642CED22-23EF-4B7C-A60D-B0A416825AE4}" dt="2020-08-04T13:58:37.486" v="301"/>
        <pc:sldMkLst>
          <pc:docMk/>
          <pc:sldMk cId="3403830397" sldId="288"/>
        </pc:sldMkLst>
      </pc:sldChg>
      <pc:sldChg chg="modSp del setBg">
        <pc:chgData name="wilmar cañon" userId="7918cb078fdc7ad0" providerId="LiveId" clId="{642CED22-23EF-4B7C-A60D-B0A416825AE4}" dt="2020-08-04T13:56:14.447" v="235" actId="47"/>
        <pc:sldMkLst>
          <pc:docMk/>
          <pc:sldMk cId="4100607968" sldId="289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4100607968" sldId="289"/>
            <ac:spMk id="2" creationId="{00000000-0000-0000-0000-000000000000}"/>
          </ac:spMkLst>
        </pc:spChg>
      </pc:sldChg>
      <pc:sldChg chg="add">
        <pc:chgData name="wilmar cañon" userId="7918cb078fdc7ad0" providerId="LiveId" clId="{642CED22-23EF-4B7C-A60D-B0A416825AE4}" dt="2020-08-04T13:58:37.486" v="301"/>
        <pc:sldMkLst>
          <pc:docMk/>
          <pc:sldMk cId="4200848792" sldId="289"/>
        </pc:sldMkLst>
      </pc:sldChg>
      <pc:sldChg chg="modSp del setBg">
        <pc:chgData name="wilmar cañon" userId="7918cb078fdc7ad0" providerId="LiveId" clId="{642CED22-23EF-4B7C-A60D-B0A416825AE4}" dt="2020-08-04T13:56:14.925" v="236" actId="47"/>
        <pc:sldMkLst>
          <pc:docMk/>
          <pc:sldMk cId="3464756392" sldId="290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3464756392" sldId="290"/>
            <ac:spMk id="2" creationId="{00000000-0000-0000-0000-000000000000}"/>
          </ac:spMkLst>
        </pc:spChg>
      </pc:sldChg>
      <pc:sldChg chg="add">
        <pc:chgData name="wilmar cañon" userId="7918cb078fdc7ad0" providerId="LiveId" clId="{642CED22-23EF-4B7C-A60D-B0A416825AE4}" dt="2020-08-04T13:58:37.486" v="301"/>
        <pc:sldMkLst>
          <pc:docMk/>
          <pc:sldMk cId="3882480188" sldId="290"/>
        </pc:sldMkLst>
      </pc:sldChg>
      <pc:sldChg chg="modSp del setBg">
        <pc:chgData name="wilmar cañon" userId="7918cb078fdc7ad0" providerId="LiveId" clId="{642CED22-23EF-4B7C-A60D-B0A416825AE4}" dt="2020-08-04T13:56:15.349" v="237" actId="47"/>
        <pc:sldMkLst>
          <pc:docMk/>
          <pc:sldMk cId="1409328543" sldId="291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1409328543" sldId="291"/>
            <ac:spMk id="3" creationId="{00000000-0000-0000-0000-000000000000}"/>
          </ac:spMkLst>
        </pc:spChg>
      </pc:sldChg>
      <pc:sldChg chg="add">
        <pc:chgData name="wilmar cañon" userId="7918cb078fdc7ad0" providerId="LiveId" clId="{642CED22-23EF-4B7C-A60D-B0A416825AE4}" dt="2020-08-04T13:58:37.486" v="301"/>
        <pc:sldMkLst>
          <pc:docMk/>
          <pc:sldMk cId="2313083115" sldId="291"/>
        </pc:sldMkLst>
      </pc:sldChg>
      <pc:sldChg chg="add">
        <pc:chgData name="wilmar cañon" userId="7918cb078fdc7ad0" providerId="LiveId" clId="{642CED22-23EF-4B7C-A60D-B0A416825AE4}" dt="2020-08-04T13:58:37.486" v="301"/>
        <pc:sldMkLst>
          <pc:docMk/>
          <pc:sldMk cId="927818607" sldId="292"/>
        </pc:sldMkLst>
      </pc:sldChg>
      <pc:sldChg chg="modSp del setBg">
        <pc:chgData name="wilmar cañon" userId="7918cb078fdc7ad0" providerId="LiveId" clId="{642CED22-23EF-4B7C-A60D-B0A416825AE4}" dt="2020-08-04T13:56:15.823" v="238" actId="47"/>
        <pc:sldMkLst>
          <pc:docMk/>
          <pc:sldMk cId="2083206336" sldId="292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2083206336" sldId="292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642CED22-23EF-4B7C-A60D-B0A416825AE4}" dt="2020-08-04T13:56:16.637" v="239" actId="47"/>
        <pc:sldMkLst>
          <pc:docMk/>
          <pc:sldMk cId="3585340413" sldId="293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3585340413" sldId="293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642CED22-23EF-4B7C-A60D-B0A416825AE4}" dt="2020-08-04T13:56:17.130" v="240" actId="47"/>
        <pc:sldMkLst>
          <pc:docMk/>
          <pc:sldMk cId="2630619171" sldId="294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2630619171" sldId="294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642CED22-23EF-4B7C-A60D-B0A416825AE4}" dt="2020-08-04T13:56:17.638" v="241" actId="47"/>
        <pc:sldMkLst>
          <pc:docMk/>
          <pc:sldMk cId="2614338753" sldId="295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2614338753" sldId="295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642CED22-23EF-4B7C-A60D-B0A416825AE4}" dt="2020-08-04T13:56:18.148" v="242" actId="47"/>
        <pc:sldMkLst>
          <pc:docMk/>
          <pc:sldMk cId="2097800432" sldId="296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2097800432" sldId="296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642CED22-23EF-4B7C-A60D-B0A416825AE4}" dt="2020-08-04T13:56:19.080" v="243" actId="47"/>
        <pc:sldMkLst>
          <pc:docMk/>
          <pc:sldMk cId="1745208714" sldId="297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1745208714" sldId="297"/>
            <ac:spMk id="2" creationId="{00000000-0000-0000-0000-000000000000}"/>
          </ac:spMkLst>
        </pc:spChg>
      </pc:sldChg>
      <pc:sldMasterChg chg="modSp setBg modSldLayout">
        <pc:chgData name="wilmar cañon" userId="7918cb078fdc7ad0" providerId="LiveId" clId="{642CED22-23EF-4B7C-A60D-B0A416825AE4}" dt="2020-08-04T13:51:37.012" v="65"/>
        <pc:sldMasterMkLst>
          <pc:docMk/>
          <pc:sldMasterMk cId="3383898973" sldId="2147483648"/>
        </pc:sldMasterMkLst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3383898973" sldId="2147483648"/>
            <ac:spMk id="2" creationId="{00000000-0000-0000-0000-000000000000}"/>
          </ac:spMkLst>
        </pc:spChg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3383898973" sldId="2147483648"/>
            <ac:spMk id="3" creationId="{00000000-0000-0000-0000-000000000000}"/>
          </ac:spMkLst>
        </pc:spChg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3383898973" sldId="2147483648"/>
            <ac:spMk id="4" creationId="{00000000-0000-0000-0000-000000000000}"/>
          </ac:spMkLst>
        </pc:spChg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3383898973" sldId="2147483648"/>
            <ac:spMk id="5" creationId="{00000000-0000-0000-0000-000000000000}"/>
          </ac:spMkLst>
        </pc:spChg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3383898973" sldId="2147483648"/>
            <ac:spMk id="6" creationId="{00000000-0000-0000-0000-000000000000}"/>
          </ac:spMkLst>
        </pc:spChg>
        <pc:sldLayoutChg chg="modSp 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1785645527" sldId="2147483649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1785645527" sldId="2147483649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1785645527" sldId="2147483649"/>
              <ac:spMk id="3" creationId="{00000000-0000-0000-0000-000000000000}"/>
            </ac:spMkLst>
          </pc:spChg>
        </pc:sldLayoutChg>
        <pc:sldLayoutChg chg="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2747571852" sldId="2147483650"/>
          </pc:sldLayoutMkLst>
        </pc:sldLayoutChg>
        <pc:sldLayoutChg chg="modSp 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3539911143" sldId="2147483651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3539911143" sldId="2147483651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3539911143" sldId="2147483651"/>
              <ac:spMk id="3" creationId="{00000000-0000-0000-0000-000000000000}"/>
            </ac:spMkLst>
          </pc:spChg>
        </pc:sldLayoutChg>
        <pc:sldLayoutChg chg="modSp 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2277530355" sldId="2147483652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2277530355" sldId="2147483652"/>
              <ac:spMk id="3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2277530355" sldId="2147483652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2784994358" sldId="2147483653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2784994358" sldId="2147483653"/>
              <ac:spMk id="3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2784994358" sldId="2147483653"/>
              <ac:spMk id="4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2784994358" sldId="2147483653"/>
              <ac:spMk id="5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2784994358" sldId="2147483653"/>
              <ac:spMk id="6" creationId="{00000000-0000-0000-0000-000000000000}"/>
            </ac:spMkLst>
          </pc:spChg>
        </pc:sldLayoutChg>
        <pc:sldLayoutChg chg="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3498173036" sldId="2147483654"/>
          </pc:sldLayoutMkLst>
        </pc:sldLayoutChg>
        <pc:sldLayoutChg chg="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407444698" sldId="2147483655"/>
          </pc:sldLayoutMkLst>
        </pc:sldLayoutChg>
        <pc:sldLayoutChg chg="modSp 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609932161" sldId="2147483656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609932161" sldId="2147483656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609932161" sldId="2147483656"/>
              <ac:spMk id="3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609932161" sldId="2147483656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3802648365" sldId="2147483657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3802648365" sldId="2147483657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3802648365" sldId="2147483657"/>
              <ac:spMk id="3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3802648365" sldId="2147483657"/>
              <ac:spMk id="4" creationId="{00000000-0000-0000-0000-000000000000}"/>
            </ac:spMkLst>
          </pc:spChg>
        </pc:sldLayoutChg>
        <pc:sldLayoutChg chg="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1913485322" sldId="2147483658"/>
          </pc:sldLayoutMkLst>
        </pc:sldLayoutChg>
        <pc:sldLayoutChg chg="modSp 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2072854050" sldId="2147483659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2072854050" sldId="2147483659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2072854050" sldId="2147483659"/>
              <ac:spMk id="3" creationId="{00000000-0000-0000-0000-000000000000}"/>
            </ac:spMkLst>
          </pc:spChg>
        </pc:sldLayoutChg>
      </pc:sldMasterChg>
      <pc:sldMasterChg chg="modSp del setBg delSldLayout modSldLayout">
        <pc:chgData name="wilmar cañon" userId="7918cb078fdc7ad0" providerId="LiveId" clId="{642CED22-23EF-4B7C-A60D-B0A416825AE4}" dt="2020-08-04T13:56:19.080" v="243" actId="47"/>
        <pc:sldMasterMkLst>
          <pc:docMk/>
          <pc:sldMasterMk cId="1380134047" sldId="2147483660"/>
        </pc:sldMasterMkLst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1380134047" sldId="2147483660"/>
            <ac:spMk id="2" creationId="{00000000-0000-0000-0000-000000000000}"/>
          </ac:spMkLst>
        </pc:spChg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1380134047" sldId="2147483660"/>
            <ac:spMk id="3" creationId="{00000000-0000-0000-0000-000000000000}"/>
          </ac:spMkLst>
        </pc:spChg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1380134047" sldId="2147483660"/>
            <ac:spMk id="4" creationId="{00000000-0000-0000-0000-000000000000}"/>
          </ac:spMkLst>
        </pc:spChg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1380134047" sldId="2147483660"/>
            <ac:spMk id="5" creationId="{00000000-0000-0000-0000-000000000000}"/>
          </ac:spMkLst>
        </pc:spChg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1380134047" sldId="2147483660"/>
            <ac:spMk id="6" creationId="{00000000-0000-0000-0000-000000000000}"/>
          </ac:spMkLst>
        </pc:spChg>
        <pc:sldLayoutChg chg="modSp 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2739275916" sldId="2147483661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2739275916" sldId="2147483661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2739275916" sldId="2147483661"/>
              <ac:spMk id="3" creationId="{00000000-0000-0000-0000-000000000000}"/>
            </ac:spMkLst>
          </pc:spChg>
        </pc:sldLayoutChg>
        <pc:sldLayoutChg chg="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2696330497" sldId="2147483662"/>
          </pc:sldLayoutMkLst>
        </pc:sldLayoutChg>
        <pc:sldLayoutChg chg="modSp 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420052667" sldId="2147483663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420052667" sldId="2147483663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420052667" sldId="2147483663"/>
              <ac:spMk id="3" creationId="{00000000-0000-0000-0000-000000000000}"/>
            </ac:spMkLst>
          </pc:spChg>
        </pc:sldLayoutChg>
        <pc:sldLayoutChg chg="modSp 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1766160131" sldId="2147483664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1766160131" sldId="2147483664"/>
              <ac:spMk id="3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1766160131" sldId="2147483664"/>
              <ac:spMk id="4" creationId="{00000000-0000-0000-0000-000000000000}"/>
            </ac:spMkLst>
          </pc:spChg>
        </pc:sldLayoutChg>
        <pc:sldLayoutChg chg="modSp 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2543073628" sldId="2147483665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2543073628" sldId="2147483665"/>
              <ac:spMk id="3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2543073628" sldId="2147483665"/>
              <ac:spMk id="4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2543073628" sldId="2147483665"/>
              <ac:spMk id="5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2543073628" sldId="2147483665"/>
              <ac:spMk id="6" creationId="{00000000-0000-0000-0000-000000000000}"/>
            </ac:spMkLst>
          </pc:spChg>
        </pc:sldLayoutChg>
        <pc:sldLayoutChg chg="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689310062" sldId="2147483666"/>
          </pc:sldLayoutMkLst>
        </pc:sldLayoutChg>
        <pc:sldLayoutChg chg="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3689309322" sldId="2147483667"/>
          </pc:sldLayoutMkLst>
        </pc:sldLayoutChg>
        <pc:sldLayoutChg chg="modSp 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1192558065" sldId="2147483668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1192558065" sldId="2147483668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1192558065" sldId="2147483668"/>
              <ac:spMk id="3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1192558065" sldId="2147483668"/>
              <ac:spMk id="4" creationId="{00000000-0000-0000-0000-000000000000}"/>
            </ac:spMkLst>
          </pc:spChg>
        </pc:sldLayoutChg>
        <pc:sldLayoutChg chg="modSp 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1476700286" sldId="2147483669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1476700286" sldId="2147483669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1476700286" sldId="2147483669"/>
              <ac:spMk id="3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1476700286" sldId="2147483669"/>
              <ac:spMk id="4" creationId="{00000000-0000-0000-0000-000000000000}"/>
            </ac:spMkLst>
          </pc:spChg>
        </pc:sldLayoutChg>
        <pc:sldLayoutChg chg="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1998312133" sldId="2147483670"/>
          </pc:sldLayoutMkLst>
        </pc:sldLayoutChg>
        <pc:sldLayoutChg chg="modSp 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7409830" sldId="2147483671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7409830" sldId="2147483671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7409830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5645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75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9911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7530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499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817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444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993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2648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485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2854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FC7EC-9DF0-4791-A4B1-05FDC84F9FC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389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" y="1736812"/>
            <a:ext cx="8714392" cy="2628292"/>
          </a:xfrm>
        </p:spPr>
        <p:txBody>
          <a:bodyPr>
            <a:normAutofit fontScale="92500" lnSpcReduction="10000"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Quién irá a COSECHAR los CAMPOS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121AD2-E3EA-4EF7-A823-313DD56CD37B}"/>
              </a:ext>
            </a:extLst>
          </p:cNvPr>
          <p:cNvSpPr txBox="1"/>
          <p:nvPr/>
        </p:nvSpPr>
        <p:spPr>
          <a:xfrm>
            <a:off x="6660232" y="260648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591046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49288" y="1700808"/>
            <a:ext cx="7245424" cy="237626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Que el MAESTRO pronto volverá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33A94AE-6B8E-4264-BC20-4A9634DFB139}"/>
              </a:ext>
            </a:extLst>
          </p:cNvPr>
          <p:cNvSpPr txBox="1"/>
          <p:nvPr/>
        </p:nvSpPr>
        <p:spPr>
          <a:xfrm>
            <a:off x="6660232" y="260648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2380576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88419" y="1628800"/>
            <a:ext cx="7567162" cy="22798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Quién escuchará el llamamiento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BCF6DB-E3DD-4F10-ABE1-E97AD049E6F2}"/>
              </a:ext>
            </a:extLst>
          </p:cNvPr>
          <p:cNvSpPr txBox="1"/>
          <p:nvPr/>
        </p:nvSpPr>
        <p:spPr>
          <a:xfrm>
            <a:off x="6660232" y="260648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1569126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82891" y="1005117"/>
            <a:ext cx="7853182" cy="16201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34247DE6-C628-4787-86B5-485694C098D7}"/>
              </a:ext>
            </a:extLst>
          </p:cNvPr>
          <p:cNvSpPr txBox="1">
            <a:spLocks/>
          </p:cNvSpPr>
          <p:nvPr/>
        </p:nvSpPr>
        <p:spPr>
          <a:xfrm>
            <a:off x="1426277" y="1410162"/>
            <a:ext cx="6291445" cy="81009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Del MAESTRO mío a predicar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BCF6DB-E3DD-4F10-ABE1-E97AD049E6F2}"/>
              </a:ext>
            </a:extLst>
          </p:cNvPr>
          <p:cNvSpPr txBox="1"/>
          <p:nvPr/>
        </p:nvSpPr>
        <p:spPr>
          <a:xfrm>
            <a:off x="6660232" y="260648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234333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39553" y="1340768"/>
            <a:ext cx="8424936" cy="88266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HEME AQUÍ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 ENVÍAME a mí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7807B6-379C-4A7D-B5E0-66C596F3F3E2}"/>
              </a:ext>
            </a:extLst>
          </p:cNvPr>
          <p:cNvSpPr txBox="1"/>
          <p:nvPr/>
        </p:nvSpPr>
        <p:spPr>
          <a:xfrm>
            <a:off x="6660232" y="260648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1569126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92B7F8CB-CCF4-4B73-B439-A6E5F0098A60}"/>
              </a:ext>
            </a:extLst>
          </p:cNvPr>
          <p:cNvSpPr txBox="1">
            <a:spLocks/>
          </p:cNvSpPr>
          <p:nvPr/>
        </p:nvSpPr>
        <p:spPr>
          <a:xfrm>
            <a:off x="-66450" y="1556792"/>
            <a:ext cx="9276899" cy="113412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Tengo todo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todo tu poder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7807B6-379C-4A7D-B5E0-66C596F3F3E2}"/>
              </a:ext>
            </a:extLst>
          </p:cNvPr>
          <p:cNvSpPr txBox="1"/>
          <p:nvPr/>
        </p:nvSpPr>
        <p:spPr>
          <a:xfrm>
            <a:off x="6660232" y="260648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8374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628800"/>
            <a:ext cx="6858000" cy="97210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Llevaré el FIEL MENSAJE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56FE205-599C-4F31-B6B8-20D39537DEDF}"/>
              </a:ext>
            </a:extLst>
          </p:cNvPr>
          <p:cNvSpPr txBox="1"/>
          <p:nvPr/>
        </p:nvSpPr>
        <p:spPr>
          <a:xfrm>
            <a:off x="6660232" y="260648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1569126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24617" y="1196752"/>
            <a:ext cx="6894766" cy="340310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Yo iré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Mi SEÑOR</a:t>
            </a:r>
          </a:p>
          <a:p>
            <a:pPr marL="0" indent="0" algn="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Yo iré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C9F096D-C517-4B60-B836-0452EE9F7E8C}"/>
              </a:ext>
            </a:extLst>
          </p:cNvPr>
          <p:cNvSpPr txBox="1"/>
          <p:nvPr/>
        </p:nvSpPr>
        <p:spPr>
          <a:xfrm>
            <a:off x="6660232" y="260648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3610831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429607" y="1412776"/>
            <a:ext cx="8284785" cy="2628292"/>
          </a:xfrm>
        </p:spPr>
        <p:txBody>
          <a:bodyPr>
            <a:normAutofit fontScale="92500" lnSpcReduction="10000"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Quién irá a COSECHAR los CAMPOS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121AD2-E3EA-4EF7-A823-313DD56CD37B}"/>
              </a:ext>
            </a:extLst>
          </p:cNvPr>
          <p:cNvSpPr txBox="1"/>
          <p:nvPr/>
        </p:nvSpPr>
        <p:spPr>
          <a:xfrm>
            <a:off x="6660232" y="260648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194599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49288" y="1700808"/>
            <a:ext cx="7245424" cy="237626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Que el MAESTRO pronto volverá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33A94AE-6B8E-4264-BC20-4A9634DFB139}"/>
              </a:ext>
            </a:extLst>
          </p:cNvPr>
          <p:cNvSpPr txBox="1"/>
          <p:nvPr/>
        </p:nvSpPr>
        <p:spPr>
          <a:xfrm>
            <a:off x="6660232" y="260648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934366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65277" y="1700808"/>
            <a:ext cx="7213445" cy="213585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Quién escuchará el llamamiento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BCF6DB-E3DD-4F10-ABE1-E97AD049E6F2}"/>
              </a:ext>
            </a:extLst>
          </p:cNvPr>
          <p:cNvSpPr txBox="1"/>
          <p:nvPr/>
        </p:nvSpPr>
        <p:spPr>
          <a:xfrm>
            <a:off x="6660232" y="260648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3678505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82891" y="1005117"/>
            <a:ext cx="7853182" cy="16201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34247DE6-C628-4787-86B5-485694C098D7}"/>
              </a:ext>
            </a:extLst>
          </p:cNvPr>
          <p:cNvSpPr txBox="1">
            <a:spLocks/>
          </p:cNvSpPr>
          <p:nvPr/>
        </p:nvSpPr>
        <p:spPr>
          <a:xfrm>
            <a:off x="1426277" y="1410162"/>
            <a:ext cx="6291445" cy="81009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Del MAESTRO mío a predicar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BCF6DB-E3DD-4F10-ABE1-E97AD049E6F2}"/>
              </a:ext>
            </a:extLst>
          </p:cNvPr>
          <p:cNvSpPr txBox="1"/>
          <p:nvPr/>
        </p:nvSpPr>
        <p:spPr>
          <a:xfrm>
            <a:off x="6660232" y="260648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2794833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39553" y="1340768"/>
            <a:ext cx="8424936" cy="88266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HEME AQUÍ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 ENVÍAME a mí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7807B6-379C-4A7D-B5E0-66C596F3F3E2}"/>
              </a:ext>
            </a:extLst>
          </p:cNvPr>
          <p:cNvSpPr txBox="1"/>
          <p:nvPr/>
        </p:nvSpPr>
        <p:spPr>
          <a:xfrm>
            <a:off x="6660232" y="260648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1257040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92B7F8CB-CCF4-4B73-B439-A6E5F0098A60}"/>
              </a:ext>
            </a:extLst>
          </p:cNvPr>
          <p:cNvSpPr txBox="1">
            <a:spLocks/>
          </p:cNvSpPr>
          <p:nvPr/>
        </p:nvSpPr>
        <p:spPr>
          <a:xfrm>
            <a:off x="-66450" y="1556792"/>
            <a:ext cx="9276899" cy="113412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Tengo todo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todo tu poder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7807B6-379C-4A7D-B5E0-66C596F3F3E2}"/>
              </a:ext>
            </a:extLst>
          </p:cNvPr>
          <p:cNvSpPr txBox="1"/>
          <p:nvPr/>
        </p:nvSpPr>
        <p:spPr>
          <a:xfrm>
            <a:off x="6660232" y="260648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2699177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628800"/>
            <a:ext cx="6858000" cy="97210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Llevaré el FIEL MENSAJE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56FE205-599C-4F31-B6B8-20D39537DEDF}"/>
              </a:ext>
            </a:extLst>
          </p:cNvPr>
          <p:cNvSpPr txBox="1"/>
          <p:nvPr/>
        </p:nvSpPr>
        <p:spPr>
          <a:xfrm>
            <a:off x="6660232" y="260648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2344439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24617" y="1196752"/>
            <a:ext cx="6894766" cy="340310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Yo iré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Mi SEÑOR</a:t>
            </a:r>
          </a:p>
          <a:p>
            <a:pPr marL="0" indent="0" algn="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Yo iré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C9F096D-C517-4B60-B836-0452EE9F7E8C}"/>
              </a:ext>
            </a:extLst>
          </p:cNvPr>
          <p:cNvSpPr txBox="1"/>
          <p:nvPr/>
        </p:nvSpPr>
        <p:spPr>
          <a:xfrm>
            <a:off x="6660232" y="260648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21605141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114</Words>
  <Application>Microsoft Office PowerPoint</Application>
  <PresentationFormat>Presentación en pantalla (4:3)</PresentationFormat>
  <Paragraphs>40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Arial Rounded MT Bold</vt:lpstr>
      <vt:lpstr>Calibri</vt:lpstr>
      <vt:lpstr>Century Gothic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15</cp:revision>
  <dcterms:created xsi:type="dcterms:W3CDTF">2016-03-21T02:19:59Z</dcterms:created>
  <dcterms:modified xsi:type="dcterms:W3CDTF">2021-07-27T04:56:15Z</dcterms:modified>
</cp:coreProperties>
</file>