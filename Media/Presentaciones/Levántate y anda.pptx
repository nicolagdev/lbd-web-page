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4" r:id="rId7"/>
    <p:sldId id="308" r:id="rId8"/>
    <p:sldId id="263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8F281-39CB-4EF4-A491-C5ED69399008}" v="355" dt="2020-06-24T17:25:08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3C08F281-39CB-4EF4-A491-C5ED69399008}"/>
    <pc:docChg chg="custSel addSld delSld modSld delMainMaster modMainMaster">
      <pc:chgData name="wilmar cañon" userId="7918cb078fdc7ad0" providerId="LiveId" clId="{3C08F281-39CB-4EF4-A491-C5ED69399008}" dt="2020-06-24T17:25:08.584" v="527"/>
      <pc:docMkLst>
        <pc:docMk/>
      </pc:docMkLst>
      <pc:sldChg chg="addSp delSp modSp mod setBg">
        <pc:chgData name="wilmar cañon" userId="7918cb078fdc7ad0" providerId="LiveId" clId="{3C08F281-39CB-4EF4-A491-C5ED69399008}" dt="2020-06-24T17:16:34.448" v="351" actId="207"/>
        <pc:sldMkLst>
          <pc:docMk/>
          <pc:sldMk cId="3521392368" sldId="256"/>
        </pc:sldMkLst>
        <pc:spChg chg="add mod">
          <ac:chgData name="wilmar cañon" userId="7918cb078fdc7ad0" providerId="LiveId" clId="{3C08F281-39CB-4EF4-A491-C5ED69399008}" dt="2020-06-24T17:16:34.448" v="351" actId="207"/>
          <ac:spMkLst>
            <pc:docMk/>
            <pc:sldMk cId="3521392368" sldId="256"/>
            <ac:spMk id="2" creationId="{DDC77027-35AE-448D-971B-1AFF8FCF0EEA}"/>
          </ac:spMkLst>
        </pc:spChg>
        <pc:spChg chg="mod">
          <ac:chgData name="wilmar cañon" userId="7918cb078fdc7ad0" providerId="LiveId" clId="{3C08F281-39CB-4EF4-A491-C5ED69399008}" dt="2020-06-24T16:55:21.070" v="12" actId="2711"/>
          <ac:spMkLst>
            <pc:docMk/>
            <pc:sldMk cId="3521392368" sldId="256"/>
            <ac:spMk id="3" creationId="{00000000-0000-0000-0000-000000000000}"/>
          </ac:spMkLst>
        </pc:spChg>
        <pc:spChg chg="del">
          <ac:chgData name="wilmar cañon" userId="7918cb078fdc7ad0" providerId="LiveId" clId="{3C08F281-39CB-4EF4-A491-C5ED69399008}" dt="2020-06-24T16:53:12.508" v="0" actId="478"/>
          <ac:spMkLst>
            <pc:docMk/>
            <pc:sldMk cId="3521392368" sldId="256"/>
            <ac:spMk id="5" creationId="{00000000-0000-0000-0000-000000000000}"/>
          </ac:spMkLst>
        </pc:spChg>
      </pc:sldChg>
      <pc:sldChg chg="addSp delSp modSp mod setBg">
        <pc:chgData name="wilmar cañon" userId="7918cb078fdc7ad0" providerId="LiveId" clId="{3C08F281-39CB-4EF4-A491-C5ED69399008}" dt="2020-06-24T17:17:09.063" v="365" actId="478"/>
        <pc:sldMkLst>
          <pc:docMk/>
          <pc:sldMk cId="762001988" sldId="257"/>
        </pc:sldMkLst>
        <pc:spChg chg="mod">
          <ac:chgData name="wilmar cañon" userId="7918cb078fdc7ad0" providerId="LiveId" clId="{3C08F281-39CB-4EF4-A491-C5ED69399008}" dt="2020-06-24T16:59:16.775" v="128" actId="207"/>
          <ac:spMkLst>
            <pc:docMk/>
            <pc:sldMk cId="762001988" sldId="257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7:09.063" v="365" actId="478"/>
          <ac:spMkLst>
            <pc:docMk/>
            <pc:sldMk cId="762001988" sldId="257"/>
            <ac:spMk id="3" creationId="{62957B6B-C496-4BD2-B6A2-A0AB76FC2802}"/>
          </ac:spMkLst>
        </pc:spChg>
        <pc:spChg chg="add mod">
          <ac:chgData name="wilmar cañon" userId="7918cb078fdc7ad0" providerId="LiveId" clId="{3C08F281-39CB-4EF4-A491-C5ED69399008}" dt="2020-06-24T17:16:40.941" v="352"/>
          <ac:spMkLst>
            <pc:docMk/>
            <pc:sldMk cId="762001988" sldId="257"/>
            <ac:spMk id="4" creationId="{5449D84D-7A77-4047-BDEC-4F2B0EDC9897}"/>
          </ac:spMkLst>
        </pc:spChg>
      </pc:sldChg>
      <pc:sldChg chg="addSp delSp modSp mod setBg">
        <pc:chgData name="wilmar cañon" userId="7918cb078fdc7ad0" providerId="LiveId" clId="{3C08F281-39CB-4EF4-A491-C5ED69399008}" dt="2020-06-24T17:17:05.320" v="364" actId="478"/>
        <pc:sldMkLst>
          <pc:docMk/>
          <pc:sldMk cId="150090625" sldId="258"/>
        </pc:sldMkLst>
        <pc:spChg chg="mod">
          <ac:chgData name="wilmar cañon" userId="7918cb078fdc7ad0" providerId="LiveId" clId="{3C08F281-39CB-4EF4-A491-C5ED69399008}" dt="2020-06-24T17:09:34.337" v="257" actId="2711"/>
          <ac:spMkLst>
            <pc:docMk/>
            <pc:sldMk cId="150090625" sldId="258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7:05.320" v="364" actId="478"/>
          <ac:spMkLst>
            <pc:docMk/>
            <pc:sldMk cId="150090625" sldId="258"/>
            <ac:spMk id="3" creationId="{8FBB14C8-66DD-459B-981D-12B4DCF38024}"/>
          </ac:spMkLst>
        </pc:spChg>
        <pc:spChg chg="add mod">
          <ac:chgData name="wilmar cañon" userId="7918cb078fdc7ad0" providerId="LiveId" clId="{3C08F281-39CB-4EF4-A491-C5ED69399008}" dt="2020-06-24T17:16:42.107" v="353"/>
          <ac:spMkLst>
            <pc:docMk/>
            <pc:sldMk cId="150090625" sldId="258"/>
            <ac:spMk id="4" creationId="{60378B8C-6316-41D2-AB59-40808F5978C8}"/>
          </ac:spMkLst>
        </pc:spChg>
      </pc:sldChg>
      <pc:sldChg chg="addSp delSp modSp mod setBg">
        <pc:chgData name="wilmar cañon" userId="7918cb078fdc7ad0" providerId="LiveId" clId="{3C08F281-39CB-4EF4-A491-C5ED69399008}" dt="2020-06-24T17:21:15.446" v="463"/>
        <pc:sldMkLst>
          <pc:docMk/>
          <pc:sldMk cId="150090625" sldId="259"/>
        </pc:sldMkLst>
        <pc:spChg chg="mod">
          <ac:chgData name="wilmar cañon" userId="7918cb078fdc7ad0" providerId="LiveId" clId="{3C08F281-39CB-4EF4-A491-C5ED69399008}" dt="2020-06-24T17:09:42.289" v="258" actId="2711"/>
          <ac:spMkLst>
            <pc:docMk/>
            <pc:sldMk cId="150090625" sldId="259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7:01.896" v="363" actId="478"/>
          <ac:spMkLst>
            <pc:docMk/>
            <pc:sldMk cId="150090625" sldId="259"/>
            <ac:spMk id="3" creationId="{8A46CC68-05E5-454C-9FA0-FA0B6836F13C}"/>
          </ac:spMkLst>
        </pc:spChg>
        <pc:spChg chg="add mod">
          <ac:chgData name="wilmar cañon" userId="7918cb078fdc7ad0" providerId="LiveId" clId="{3C08F281-39CB-4EF4-A491-C5ED69399008}" dt="2020-06-24T17:16:43.181" v="354"/>
          <ac:spMkLst>
            <pc:docMk/>
            <pc:sldMk cId="150090625" sldId="259"/>
            <ac:spMk id="4" creationId="{064206A0-2911-411A-9BA1-3B48340FECF6}"/>
          </ac:spMkLst>
        </pc:spChg>
      </pc:sldChg>
      <pc:sldChg chg="addSp delSp modSp mod setBg">
        <pc:chgData name="wilmar cañon" userId="7918cb078fdc7ad0" providerId="LiveId" clId="{3C08F281-39CB-4EF4-A491-C5ED69399008}" dt="2020-06-24T17:21:10.035" v="461"/>
        <pc:sldMkLst>
          <pc:docMk/>
          <pc:sldMk cId="150090625" sldId="260"/>
        </pc:sldMkLst>
        <pc:spChg chg="mod">
          <ac:chgData name="wilmar cañon" userId="7918cb078fdc7ad0" providerId="LiveId" clId="{3C08F281-39CB-4EF4-A491-C5ED69399008}" dt="2020-06-24T16:58:01.501" v="68"/>
          <ac:spMkLst>
            <pc:docMk/>
            <pc:sldMk cId="150090625" sldId="260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6:58.324" v="362" actId="478"/>
          <ac:spMkLst>
            <pc:docMk/>
            <pc:sldMk cId="150090625" sldId="260"/>
            <ac:spMk id="3" creationId="{562F968C-C8EB-44FD-9826-1F580A153630}"/>
          </ac:spMkLst>
        </pc:spChg>
        <pc:spChg chg="add mod">
          <ac:chgData name="wilmar cañon" userId="7918cb078fdc7ad0" providerId="LiveId" clId="{3C08F281-39CB-4EF4-A491-C5ED69399008}" dt="2020-06-24T17:16:44.595" v="355"/>
          <ac:spMkLst>
            <pc:docMk/>
            <pc:sldMk cId="150090625" sldId="260"/>
            <ac:spMk id="4" creationId="{7B79947C-CE00-46D7-8ED9-BFFECC9A982A}"/>
          </ac:spMkLst>
        </pc:spChg>
      </pc:sldChg>
      <pc:sldChg chg="modSp del setBg">
        <pc:chgData name="wilmar cañon" userId="7918cb078fdc7ad0" providerId="LiveId" clId="{3C08F281-39CB-4EF4-A491-C5ED69399008}" dt="2020-06-24T16:58:18.604" v="90" actId="47"/>
        <pc:sldMkLst>
          <pc:docMk/>
          <pc:sldMk cId="150090625" sldId="261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150090625" sldId="261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32.258" v="109" actId="47"/>
        <pc:sldMkLst>
          <pc:docMk/>
          <pc:sldMk cId="150090625" sldId="262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150090625" sldId="262"/>
            <ac:spMk id="2" creationId="{00000000-0000-0000-0000-000000000000}"/>
          </ac:spMkLst>
        </pc:spChg>
      </pc:sldChg>
      <pc:sldChg chg="addSp delSp modSp mod setBg">
        <pc:chgData name="wilmar cañon" userId="7918cb078fdc7ad0" providerId="LiveId" clId="{3C08F281-39CB-4EF4-A491-C5ED69399008}" dt="2020-06-24T17:16:51.399" v="359" actId="478"/>
        <pc:sldMkLst>
          <pc:docMk/>
          <pc:sldMk cId="150090625" sldId="263"/>
        </pc:sldMkLst>
        <pc:spChg chg="mod">
          <ac:chgData name="wilmar cañon" userId="7918cb078fdc7ad0" providerId="LiveId" clId="{3C08F281-39CB-4EF4-A491-C5ED69399008}" dt="2020-06-24T16:59:35.075" v="134" actId="207"/>
          <ac:spMkLst>
            <pc:docMk/>
            <pc:sldMk cId="150090625" sldId="263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6:51.399" v="359" actId="478"/>
          <ac:spMkLst>
            <pc:docMk/>
            <pc:sldMk cId="150090625" sldId="263"/>
            <ac:spMk id="3" creationId="{FBC49402-5D65-4F9E-8FC4-183231DF17A6}"/>
          </ac:spMkLst>
        </pc:spChg>
        <pc:spChg chg="add mod">
          <ac:chgData name="wilmar cañon" userId="7918cb078fdc7ad0" providerId="LiveId" clId="{3C08F281-39CB-4EF4-A491-C5ED69399008}" dt="2020-06-24T17:16:48.393" v="358"/>
          <ac:spMkLst>
            <pc:docMk/>
            <pc:sldMk cId="150090625" sldId="263"/>
            <ac:spMk id="4" creationId="{D2BC1F28-00E0-4D2A-839F-74DE11177677}"/>
          </ac:spMkLst>
        </pc:spChg>
      </pc:sldChg>
      <pc:sldChg chg="modSp del setBg">
        <pc:chgData name="wilmar cañon" userId="7918cb078fdc7ad0" providerId="LiveId" clId="{3C08F281-39CB-4EF4-A491-C5ED69399008}" dt="2020-06-24T16:58:56.387" v="114" actId="47"/>
        <pc:sldMkLst>
          <pc:docMk/>
          <pc:sldMk cId="3649081774" sldId="282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3649081774" sldId="282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6.818" v="115" actId="47"/>
        <pc:sldMkLst>
          <pc:docMk/>
          <pc:sldMk cId="1502286500" sldId="283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1502286500" sldId="283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7.248" v="116" actId="47"/>
        <pc:sldMkLst>
          <pc:docMk/>
          <pc:sldMk cId="440955726" sldId="284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440955726" sldId="284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7.642" v="117" actId="47"/>
        <pc:sldMkLst>
          <pc:docMk/>
          <pc:sldMk cId="1762613538" sldId="285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1762613538" sldId="285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8" v="118" actId="47"/>
        <pc:sldMkLst>
          <pc:docMk/>
          <pc:sldMk cId="2916487398" sldId="286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2916487398" sldId="286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8.358" v="119" actId="47"/>
        <pc:sldMkLst>
          <pc:docMk/>
          <pc:sldMk cId="2125861518" sldId="287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2125861518" sldId="287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8.744" v="120" actId="47"/>
        <pc:sldMkLst>
          <pc:docMk/>
          <pc:sldMk cId="3180701487" sldId="288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3180701487" sldId="288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9.176" v="121" actId="47"/>
        <pc:sldMkLst>
          <pc:docMk/>
          <pc:sldMk cId="2443815843" sldId="289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2443815843" sldId="289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8:59.577" v="122" actId="47"/>
        <pc:sldMkLst>
          <pc:docMk/>
          <pc:sldMk cId="3270403134" sldId="290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3270403134" sldId="290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9:00.238" v="123" actId="47"/>
        <pc:sldMkLst>
          <pc:docMk/>
          <pc:sldMk cId="368142266" sldId="291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368142266" sldId="291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9:00.870" v="124" actId="47"/>
        <pc:sldMkLst>
          <pc:docMk/>
          <pc:sldMk cId="1440463345" sldId="292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1440463345" sldId="292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C08F281-39CB-4EF4-A491-C5ED69399008}" dt="2020-06-24T16:59:01.460" v="125" actId="47"/>
        <pc:sldMkLst>
          <pc:docMk/>
          <pc:sldMk cId="966435384" sldId="293"/>
        </pc:sldMkLst>
        <pc:spChg chg="mod">
          <ac:chgData name="wilmar cañon" userId="7918cb078fdc7ad0" providerId="LiveId" clId="{3C08F281-39CB-4EF4-A491-C5ED69399008}" dt="2020-06-24T16:54:01.262" v="2"/>
          <ac:spMkLst>
            <pc:docMk/>
            <pc:sldMk cId="966435384" sldId="293"/>
            <ac:spMk id="2" creationId="{00000000-0000-0000-0000-000000000000}"/>
          </ac:spMkLst>
        </pc:spChg>
      </pc:sldChg>
      <pc:sldChg chg="addSp delSp modSp add mod setBg">
        <pc:chgData name="wilmar cañon" userId="7918cb078fdc7ad0" providerId="LiveId" clId="{3C08F281-39CB-4EF4-A491-C5ED69399008}" dt="2020-06-24T17:21:50.726" v="467"/>
        <pc:sldMkLst>
          <pc:docMk/>
          <pc:sldMk cId="400203783" sldId="294"/>
        </pc:sldMkLst>
        <pc:spChg chg="mod">
          <ac:chgData name="wilmar cañon" userId="7918cb078fdc7ad0" providerId="LiveId" clId="{3C08F281-39CB-4EF4-A491-C5ED69399008}" dt="2020-06-24T16:58:15.935" v="89" actId="20577"/>
          <ac:spMkLst>
            <pc:docMk/>
            <pc:sldMk cId="400203783" sldId="294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6:55.417" v="361" actId="478"/>
          <ac:spMkLst>
            <pc:docMk/>
            <pc:sldMk cId="400203783" sldId="294"/>
            <ac:spMk id="3" creationId="{2C73E01D-5BCD-4DA4-A45F-155C7C479209}"/>
          </ac:spMkLst>
        </pc:spChg>
        <pc:spChg chg="add mod">
          <ac:chgData name="wilmar cañon" userId="7918cb078fdc7ad0" providerId="LiveId" clId="{3C08F281-39CB-4EF4-A491-C5ED69399008}" dt="2020-06-24T17:16:46.249" v="356"/>
          <ac:spMkLst>
            <pc:docMk/>
            <pc:sldMk cId="400203783" sldId="294"/>
            <ac:spMk id="4" creationId="{84D9CFC9-A8B2-4383-BE22-FAB7E5C12A46}"/>
          </ac:spMkLst>
        </pc:spChg>
      </pc:sldChg>
      <pc:sldChg chg="addSp delSp modSp add del mod setBg">
        <pc:chgData name="wilmar cañon" userId="7918cb078fdc7ad0" providerId="LiveId" clId="{3C08F281-39CB-4EF4-A491-C5ED69399008}" dt="2020-06-24T17:22:20.867" v="469" actId="47"/>
        <pc:sldMkLst>
          <pc:docMk/>
          <pc:sldMk cId="1554241885" sldId="295"/>
        </pc:sldMkLst>
        <pc:spChg chg="mod">
          <ac:chgData name="wilmar cañon" userId="7918cb078fdc7ad0" providerId="LiveId" clId="{3C08F281-39CB-4EF4-A491-C5ED69399008}" dt="2020-06-24T16:58:27.758" v="108" actId="20577"/>
          <ac:spMkLst>
            <pc:docMk/>
            <pc:sldMk cId="1554241885" sldId="295"/>
            <ac:spMk id="2" creationId="{00000000-0000-0000-0000-000000000000}"/>
          </ac:spMkLst>
        </pc:spChg>
        <pc:spChg chg="add del mod">
          <ac:chgData name="wilmar cañon" userId="7918cb078fdc7ad0" providerId="LiveId" clId="{3C08F281-39CB-4EF4-A491-C5ED69399008}" dt="2020-06-24T17:16:53.681" v="360" actId="478"/>
          <ac:spMkLst>
            <pc:docMk/>
            <pc:sldMk cId="1554241885" sldId="295"/>
            <ac:spMk id="3" creationId="{B1C0B4DC-416F-4156-9F96-47D05C43C732}"/>
          </ac:spMkLst>
        </pc:spChg>
        <pc:spChg chg="add mod">
          <ac:chgData name="wilmar cañon" userId="7918cb078fdc7ad0" providerId="LiveId" clId="{3C08F281-39CB-4EF4-A491-C5ED69399008}" dt="2020-06-24T17:16:47.053" v="357"/>
          <ac:spMkLst>
            <pc:docMk/>
            <pc:sldMk cId="1554241885" sldId="295"/>
            <ac:spMk id="4" creationId="{E9BE25B7-9A9B-4DE7-8F73-430222194533}"/>
          </ac:spMkLst>
        </pc:spChg>
      </pc:sldChg>
      <pc:sldChg chg="add setBg">
        <pc:chgData name="wilmar cañon" userId="7918cb078fdc7ad0" providerId="LiveId" clId="{3C08F281-39CB-4EF4-A491-C5ED69399008}" dt="2020-06-24T17:19:24.745" v="373"/>
        <pc:sldMkLst>
          <pc:docMk/>
          <pc:sldMk cId="472811155" sldId="296"/>
        </pc:sldMkLst>
      </pc:sldChg>
      <pc:sldChg chg="add setBg">
        <pc:chgData name="wilmar cañon" userId="7918cb078fdc7ad0" providerId="LiveId" clId="{3C08F281-39CB-4EF4-A491-C5ED69399008}" dt="2020-06-24T17:19:29.986" v="377"/>
        <pc:sldMkLst>
          <pc:docMk/>
          <pc:sldMk cId="1455929617" sldId="297"/>
        </pc:sldMkLst>
      </pc:sldChg>
      <pc:sldChg chg="add setBg">
        <pc:chgData name="wilmar cañon" userId="7918cb078fdc7ad0" providerId="LiveId" clId="{3C08F281-39CB-4EF4-A491-C5ED69399008}" dt="2020-06-24T17:19:33.344" v="379"/>
        <pc:sldMkLst>
          <pc:docMk/>
          <pc:sldMk cId="3045754125" sldId="298"/>
        </pc:sldMkLst>
      </pc:sldChg>
      <pc:sldChg chg="add setBg">
        <pc:chgData name="wilmar cañon" userId="7918cb078fdc7ad0" providerId="LiveId" clId="{3C08F281-39CB-4EF4-A491-C5ED69399008}" dt="2020-06-24T17:22:41.496" v="475"/>
        <pc:sldMkLst>
          <pc:docMk/>
          <pc:sldMk cId="4088878429" sldId="299"/>
        </pc:sldMkLst>
      </pc:sldChg>
      <pc:sldChg chg="add setBg">
        <pc:chgData name="wilmar cañon" userId="7918cb078fdc7ad0" providerId="LiveId" clId="{3C08F281-39CB-4EF4-A491-C5ED69399008}" dt="2020-06-24T17:23:02.118" v="507"/>
        <pc:sldMkLst>
          <pc:docMk/>
          <pc:sldMk cId="224325726" sldId="300"/>
        </pc:sldMkLst>
      </pc:sldChg>
      <pc:sldChg chg="add setBg">
        <pc:chgData name="wilmar cañon" userId="7918cb078fdc7ad0" providerId="LiveId" clId="{3C08F281-39CB-4EF4-A491-C5ED69399008}" dt="2020-06-24T17:23:15.783" v="510"/>
        <pc:sldMkLst>
          <pc:docMk/>
          <pc:sldMk cId="1582171136" sldId="301"/>
        </pc:sldMkLst>
      </pc:sldChg>
      <pc:sldChg chg="add setBg">
        <pc:chgData name="wilmar cañon" userId="7918cb078fdc7ad0" providerId="LiveId" clId="{3C08F281-39CB-4EF4-A491-C5ED69399008}" dt="2020-06-24T17:19:54.897" v="406"/>
        <pc:sldMkLst>
          <pc:docMk/>
          <pc:sldMk cId="3701611660" sldId="302"/>
        </pc:sldMkLst>
      </pc:sldChg>
      <pc:sldChg chg="add del setBg">
        <pc:chgData name="wilmar cañon" userId="7918cb078fdc7ad0" providerId="LiveId" clId="{3C08F281-39CB-4EF4-A491-C5ED69399008}" dt="2020-06-24T17:25:04.875" v="521" actId="47"/>
        <pc:sldMkLst>
          <pc:docMk/>
          <pc:sldMk cId="885707857" sldId="303"/>
        </pc:sldMkLst>
      </pc:sldChg>
      <pc:sldChg chg="add setBg">
        <pc:chgData name="wilmar cañon" userId="7918cb078fdc7ad0" providerId="LiveId" clId="{3C08F281-39CB-4EF4-A491-C5ED69399008}" dt="2020-06-24T17:24:01.874" v="516"/>
        <pc:sldMkLst>
          <pc:docMk/>
          <pc:sldMk cId="2959824093" sldId="304"/>
        </pc:sldMkLst>
      </pc:sldChg>
      <pc:sldChg chg="add setBg">
        <pc:chgData name="wilmar cañon" userId="7918cb078fdc7ad0" providerId="LiveId" clId="{3C08F281-39CB-4EF4-A491-C5ED69399008}" dt="2020-06-24T17:23:53.909" v="513"/>
        <pc:sldMkLst>
          <pc:docMk/>
          <pc:sldMk cId="938070572" sldId="305"/>
        </pc:sldMkLst>
      </pc:sldChg>
      <pc:sldChg chg="add setBg">
        <pc:chgData name="wilmar cañon" userId="7918cb078fdc7ad0" providerId="LiveId" clId="{3C08F281-39CB-4EF4-A491-C5ED69399008}" dt="2020-06-24T17:20:07.563" v="426"/>
        <pc:sldMkLst>
          <pc:docMk/>
          <pc:sldMk cId="2018681983" sldId="306"/>
        </pc:sldMkLst>
      </pc:sldChg>
      <pc:sldChg chg="add setBg">
        <pc:chgData name="wilmar cañon" userId="7918cb078fdc7ad0" providerId="LiveId" clId="{3C08F281-39CB-4EF4-A491-C5ED69399008}" dt="2020-06-24T17:20:12.859" v="434"/>
        <pc:sldMkLst>
          <pc:docMk/>
          <pc:sldMk cId="3526184741" sldId="307"/>
        </pc:sldMkLst>
      </pc:sldChg>
      <pc:sldChg chg="add setBg">
        <pc:chgData name="wilmar cañon" userId="7918cb078fdc7ad0" providerId="LiveId" clId="{3C08F281-39CB-4EF4-A491-C5ED69399008}" dt="2020-06-24T17:22:23.708" v="471"/>
        <pc:sldMkLst>
          <pc:docMk/>
          <pc:sldMk cId="746313200" sldId="308"/>
        </pc:sldMkLst>
      </pc:sldChg>
      <pc:sldChg chg="add setBg">
        <pc:chgData name="wilmar cañon" userId="7918cb078fdc7ad0" providerId="LiveId" clId="{3C08F281-39CB-4EF4-A491-C5ED69399008}" dt="2020-06-24T17:25:08.584" v="527"/>
        <pc:sldMkLst>
          <pc:docMk/>
          <pc:sldMk cId="223179102" sldId="309"/>
        </pc:sldMkLst>
      </pc:sldChg>
      <pc:sldMasterChg chg="modSp setBg modSldLayout">
        <pc:chgData name="wilmar cañon" userId="7918cb078fdc7ad0" providerId="LiveId" clId="{3C08F281-39CB-4EF4-A491-C5ED69399008}" dt="2020-06-24T17:03:34.871" v="137"/>
        <pc:sldMasterMkLst>
          <pc:docMk/>
          <pc:sldMasterMk cId="4242976051" sldId="2147483648"/>
        </pc:sldMasterMkLst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4242976051" sldId="2147483648"/>
            <ac:spMk id="2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4242976051" sldId="2147483648"/>
            <ac:spMk id="3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4242976051" sldId="2147483648"/>
            <ac:spMk id="4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4242976051" sldId="2147483648"/>
            <ac:spMk id="5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4242976051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4004746783" sldId="2147483649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4004746783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4004746783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1086777109" sldId="2147483650"/>
          </pc:sldLayoutMkLst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3674480259" sldId="2147483651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3674480259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3674480259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4069747023" sldId="2147483652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4069747023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4069747023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636406860" sldId="2147483653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36406860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36406860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36406860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36406860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1054294668" sldId="2147483654"/>
          </pc:sldLayoutMkLst>
        </pc:sldLayoutChg>
        <pc:sldLayoutChg chg="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1596251194" sldId="2147483655"/>
          </pc:sldLayoutMkLst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3931019437" sldId="2147483656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3931019437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3931019437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3931019437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206368832" sldId="2147483657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206368832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206368832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206368832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3650622074" sldId="2147483658"/>
          </pc:sldLayoutMkLst>
        </pc:sldLayoutChg>
        <pc:sldLayoutChg chg="modSp setBg">
          <pc:chgData name="wilmar cañon" userId="7918cb078fdc7ad0" providerId="LiveId" clId="{3C08F281-39CB-4EF4-A491-C5ED69399008}" dt="2020-06-24T17:03:34.871" v="137"/>
          <pc:sldLayoutMkLst>
            <pc:docMk/>
            <pc:sldMasterMk cId="4242976051" sldId="2147483648"/>
            <pc:sldLayoutMk cId="644255441" sldId="2147483659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44255441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4242976051" sldId="2147483648"/>
              <pc:sldLayoutMk cId="644255441" sldId="2147483659"/>
              <ac:spMk id="3" creationId="{00000000-0000-0000-0000-000000000000}"/>
            </ac:spMkLst>
          </pc:spChg>
        </pc:sldLayoutChg>
      </pc:sldMasterChg>
      <pc:sldMasterChg chg="modSp del setBg delSldLayout modSldLayout">
        <pc:chgData name="wilmar cañon" userId="7918cb078fdc7ad0" providerId="LiveId" clId="{3C08F281-39CB-4EF4-A491-C5ED69399008}" dt="2020-06-24T16:58:59.176" v="121" actId="47"/>
        <pc:sldMasterMkLst>
          <pc:docMk/>
          <pc:sldMasterMk cId="2071493718" sldId="2147483660"/>
        </pc:sldMasterMkLst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2071493718" sldId="2147483660"/>
            <ac:spMk id="2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2071493718" sldId="2147483660"/>
            <ac:spMk id="3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2071493718" sldId="2147483660"/>
            <ac:spMk id="4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2071493718" sldId="2147483660"/>
            <ac:spMk id="5" creationId="{00000000-0000-0000-0000-000000000000}"/>
          </ac:spMkLst>
        </pc:spChg>
        <pc:spChg chg="mod">
          <ac:chgData name="wilmar cañon" userId="7918cb078fdc7ad0" providerId="LiveId" clId="{3C08F281-39CB-4EF4-A491-C5ED69399008}" dt="2020-06-24T16:54:01.262" v="2"/>
          <ac:spMkLst>
            <pc:docMk/>
            <pc:sldMasterMk cId="2071493718" sldId="2147483660"/>
            <ac:spMk id="6" creationId="{00000000-0000-0000-0000-000000000000}"/>
          </ac:spMkLst>
        </pc:sp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134134926" sldId="2147483661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34134926" sldId="2147483661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34134926" sldId="2147483661"/>
              <ac:spMk id="3" creationId="{00000000-0000-0000-0000-000000000000}"/>
            </ac:spMkLst>
          </pc:spChg>
        </pc:sldLayoutChg>
        <pc:sldLayoutChg chg="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3960376569" sldId="2147483662"/>
          </pc:sldLayoutMkLst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341947850" sldId="2147483663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341947850" sldId="2147483663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341947850" sldId="2147483663"/>
              <ac:spMk id="3" creationId="{00000000-0000-0000-0000-000000000000}"/>
            </ac:spMkLst>
          </pc:spChg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2021483723" sldId="2147483664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2021483723" sldId="2147483664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2021483723" sldId="2147483664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1561687424" sldId="2147483665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561687424" sldId="2147483665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561687424" sldId="2147483665"/>
              <ac:spMk id="4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561687424" sldId="2147483665"/>
              <ac:spMk id="5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561687424" sldId="2147483665"/>
              <ac:spMk id="6" creationId="{00000000-0000-0000-0000-000000000000}"/>
            </ac:spMkLst>
          </pc:spChg>
        </pc:sldLayoutChg>
        <pc:sldLayoutChg chg="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3084331454" sldId="2147483666"/>
          </pc:sldLayoutMkLst>
        </pc:sldLayoutChg>
        <pc:sldLayoutChg chg="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285827777" sldId="2147483667"/>
          </pc:sldLayoutMkLst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2569377073" sldId="2147483668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2569377073" sldId="2147483668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2569377073" sldId="2147483668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2569377073" sldId="2147483668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1076984279" sldId="2147483669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076984279" sldId="2147483669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076984279" sldId="2147483669"/>
              <ac:spMk id="3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076984279" sldId="2147483669"/>
              <ac:spMk id="4" creationId="{00000000-0000-0000-0000-000000000000}"/>
            </ac:spMkLst>
          </pc:spChg>
        </pc:sldLayoutChg>
        <pc:sldLayoutChg chg="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3630525618" sldId="2147483670"/>
          </pc:sldLayoutMkLst>
        </pc:sldLayoutChg>
        <pc:sldLayoutChg chg="modSp del setBg">
          <pc:chgData name="wilmar cañon" userId="7918cb078fdc7ad0" providerId="LiveId" clId="{3C08F281-39CB-4EF4-A491-C5ED69399008}" dt="2020-06-24T16:58:59.176" v="121" actId="47"/>
          <pc:sldLayoutMkLst>
            <pc:docMk/>
            <pc:sldMasterMk cId="2071493718" sldId="2147483660"/>
            <pc:sldLayoutMk cId="1611086572" sldId="2147483671"/>
          </pc:sldLayoutMkLst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611086572" sldId="2147483671"/>
              <ac:spMk id="2" creationId="{00000000-0000-0000-0000-000000000000}"/>
            </ac:spMkLst>
          </pc:spChg>
          <pc:spChg chg="mod">
            <ac:chgData name="wilmar cañon" userId="7918cb078fdc7ad0" providerId="LiveId" clId="{3C08F281-39CB-4EF4-A491-C5ED69399008}" dt="2020-06-24T16:54:01.262" v="2"/>
            <ac:spMkLst>
              <pc:docMk/>
              <pc:sldMasterMk cId="2071493718" sldId="2147483660"/>
              <pc:sldLayoutMk cId="1611086572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474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7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448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974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640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429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625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101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36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062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425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D4486-CDCA-43D6-8A8D-3E139C80E0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F942-866D-4E91-AA71-D680B9E8F4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297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970838"/>
            <a:ext cx="9144000" cy="2754306"/>
          </a:xfrm>
        </p:spPr>
        <p:txBody>
          <a:bodyPr>
            <a:norm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el tiempo de levantarse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Es la hora de caminar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A40A70-0F1B-47A1-BD9B-1AF0980F52F9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9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11560" y="1340768"/>
            <a:ext cx="8532440" cy="28623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Llevar su palabra </a:t>
            </a:r>
          </a:p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a todas partes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te ordena ya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6110FE-391B-4503-AE7F-08DDE6945D60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0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08820"/>
            <a:ext cx="9144000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el tiempo de levantarse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Es la hora de salir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BA672D-FA17-49D7-84EA-29B4D11BA7A1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0201" y="1556792"/>
            <a:ext cx="8303597" cy="28623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Las naciones esperan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El EVANGELIO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Tenemos que compartir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253DDD-F765-48CE-97C0-180441E2AC4F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997841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Prosigue a la META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6DF359-B4B8-4029-A7AE-40FFE320FC83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844824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Naciones esperan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AA4564-35E3-41F0-AADE-C45CDDA3BBB9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628800"/>
            <a:ext cx="8208912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Sigue sus pisadas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35FCE2-540B-45C7-9BEF-8EC3343BD95E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31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844824"/>
            <a:ext cx="6858000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toma la tierra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DIOS te dio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BAF9EC-BF43-45E2-A2E4-24B6591BA1A0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970838"/>
            <a:ext cx="9144000" cy="2754306"/>
          </a:xfrm>
        </p:spPr>
        <p:txBody>
          <a:bodyPr>
            <a:norm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el tiempo de levantarse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Es la hora de caminar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A40A70-0F1B-47A1-BD9B-1AF0980F52F9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7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11560" y="1340768"/>
            <a:ext cx="8532440" cy="28623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Llevar su palabra </a:t>
            </a:r>
          </a:p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a todas partes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te ordena ya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6110FE-391B-4503-AE7F-08DDE6945D60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4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08820"/>
            <a:ext cx="9144000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el tiempo de levantarse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</a:rPr>
              <a:t>Es la hora de salir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BA672D-FA17-49D7-84EA-29B4D11BA7A1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08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0201" y="1556792"/>
            <a:ext cx="8303597" cy="28623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Las naciones esperan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El EVANGELIO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Tenemos que compartir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253DDD-F765-48CE-97C0-180441E2AC4F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75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997841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Prosigue a la META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6DF359-B4B8-4029-A7AE-40FFE320FC83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51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844824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Naciones esperan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AA4564-35E3-41F0-AADE-C45CDDA3BBB9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087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628800"/>
            <a:ext cx="8208912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Sigue sus pisadas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35FCE2-540B-45C7-9BEF-8EC3343BD95E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13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844824"/>
            <a:ext cx="6858000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toma la tierra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DIOS te dio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BAF9EC-BF43-45E2-A2E4-24B6591BA1A0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390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997841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Prosigue a la META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6DF359-B4B8-4029-A7AE-40FFE320FC83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413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1276" y="1844824"/>
            <a:ext cx="7461448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Naciones esperan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AA4564-35E3-41F0-AADE-C45CDDA3BBB9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320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628800"/>
            <a:ext cx="8208912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LEVÁNTATE y ANDA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Sigue sus pisadas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35FCE2-540B-45C7-9BEF-8EC3343BD95E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411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844824"/>
            <a:ext cx="6858000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toma la tierra</a:t>
            </a:r>
          </a:p>
          <a:p>
            <a:pPr marL="0" indent="0" algn="ctr">
              <a:buNone/>
            </a:pPr>
            <a:r>
              <a:rPr lang="es-MX" sz="54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/Que 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</a:t>
            </a:r>
            <a:r>
              <a:rPr lang="es-MX" sz="54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dio/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BAF9EC-BF43-45E2-A2E4-24B6591BA1A0}"/>
              </a:ext>
            </a:extLst>
          </p:cNvPr>
          <p:cNvSpPr txBox="1"/>
          <p:nvPr/>
        </p:nvSpPr>
        <p:spPr>
          <a:xfrm>
            <a:off x="3567227" y="0"/>
            <a:ext cx="5556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s-MX" sz="32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LEVÁNTATE Y ANDA</a:t>
            </a:r>
            <a:endParaRPr lang="es-CO" sz="32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338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216</Words>
  <Application>Microsoft Office PowerPoint</Application>
  <PresentationFormat>Presentación en pantalla (4:3)</PresentationFormat>
  <Paragraphs>64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Kristen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21</cp:revision>
  <dcterms:created xsi:type="dcterms:W3CDTF">2016-05-17T02:24:38Z</dcterms:created>
  <dcterms:modified xsi:type="dcterms:W3CDTF">2021-07-27T03:57:44Z</dcterms:modified>
</cp:coreProperties>
</file>