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8" r:id="rId9"/>
    <p:sldId id="265" r:id="rId10"/>
    <p:sldId id="270" r:id="rId11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36B5A-F9EF-4089-8485-8C827F01351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40DA-5505-4E07-89DE-3F80EF2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0542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36B5A-F9EF-4089-8485-8C827F01351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40DA-5505-4E07-89DE-3F80EF2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879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36B5A-F9EF-4089-8485-8C827F01351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40DA-5505-4E07-89DE-3F80EF2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25546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36B5A-F9EF-4089-8485-8C827F01351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40DA-5505-4E07-89DE-3F80EF2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8065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36B5A-F9EF-4089-8485-8C827F01351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40DA-5505-4E07-89DE-3F80EF2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43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36B5A-F9EF-4089-8485-8C827F01351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40DA-5505-4E07-89DE-3F80EF2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7704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36B5A-F9EF-4089-8485-8C827F01351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40DA-5505-4E07-89DE-3F80EF2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9917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36B5A-F9EF-4089-8485-8C827F01351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40DA-5505-4E07-89DE-3F80EF2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892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36B5A-F9EF-4089-8485-8C827F01351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40DA-5505-4E07-89DE-3F80EF2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67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36B5A-F9EF-4089-8485-8C827F01351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40DA-5505-4E07-89DE-3F80EF2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6665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36B5A-F9EF-4089-8485-8C827F01351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40DA-5505-4E07-89DE-3F80EF2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4714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36B5A-F9EF-4089-8485-8C827F01351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5240DA-5505-4E07-89DE-3F80EF2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9715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>
            <a:spLocks noGrp="1"/>
          </p:cNvSpPr>
          <p:nvPr>
            <p:ph type="subTitle" idx="1"/>
          </p:nvPr>
        </p:nvSpPr>
        <p:spPr>
          <a:xfrm>
            <a:off x="0" y="1214754"/>
            <a:ext cx="9144000" cy="2214246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Ten piedad de mi oh DIOS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Conforme a tus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misericordias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FA0789E-6874-40C6-9C01-A12CE97AF0C0}"/>
              </a:ext>
            </a:extLst>
          </p:cNvPr>
          <p:cNvSpPr txBox="1"/>
          <p:nvPr/>
        </p:nvSpPr>
        <p:spPr>
          <a:xfrm>
            <a:off x="6713730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SALMO 51</a:t>
            </a:r>
          </a:p>
        </p:txBody>
      </p:sp>
    </p:spTree>
    <p:extLst>
      <p:ext uri="{BB962C8B-B14F-4D97-AF65-F5344CB8AC3E}">
        <p14:creationId xmlns:p14="http://schemas.microsoft.com/office/powerpoint/2010/main" val="4084604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74315" y="980728"/>
            <a:ext cx="8741364" cy="2214246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Conforme a la multitud de tus piedades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Borra mis rebeliones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2 Subtítulo">
            <a:extLst>
              <a:ext uri="{FF2B5EF4-FFF2-40B4-BE49-F238E27FC236}">
                <a16:creationId xmlns:a16="http://schemas.microsoft.com/office/drawing/2014/main" id="{475878BB-18D7-417F-866C-58B78C932D89}"/>
              </a:ext>
            </a:extLst>
          </p:cNvPr>
          <p:cNvSpPr txBox="1">
            <a:spLocks/>
          </p:cNvSpPr>
          <p:nvPr/>
        </p:nvSpPr>
        <p:spPr>
          <a:xfrm>
            <a:off x="1223628" y="3050958"/>
            <a:ext cx="6642738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CO" sz="45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567FE83-FED3-4121-B531-09D48D4CBFD1}"/>
              </a:ext>
            </a:extLst>
          </p:cNvPr>
          <p:cNvSpPr txBox="1"/>
          <p:nvPr/>
        </p:nvSpPr>
        <p:spPr>
          <a:xfrm>
            <a:off x="6713730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SALMO 51</a:t>
            </a:r>
          </a:p>
        </p:txBody>
      </p:sp>
    </p:spTree>
    <p:extLst>
      <p:ext uri="{BB962C8B-B14F-4D97-AF65-F5344CB8AC3E}">
        <p14:creationId xmlns:p14="http://schemas.microsoft.com/office/powerpoint/2010/main" val="154761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05349" y="1124744"/>
            <a:ext cx="8933302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Lávame más y más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PURIFÍCAME con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AGUA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F067552-A733-4F6B-A8B0-32F5E70F2A00}"/>
              </a:ext>
            </a:extLst>
          </p:cNvPr>
          <p:cNvSpPr txBox="1"/>
          <p:nvPr/>
        </p:nvSpPr>
        <p:spPr>
          <a:xfrm>
            <a:off x="6713730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SALMO 51</a:t>
            </a:r>
          </a:p>
        </p:txBody>
      </p:sp>
    </p:spTree>
    <p:extLst>
      <p:ext uri="{BB962C8B-B14F-4D97-AF65-F5344CB8AC3E}">
        <p14:creationId xmlns:p14="http://schemas.microsoft.com/office/powerpoint/2010/main" val="423121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95536" y="908720"/>
            <a:ext cx="7707179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Lávame y seré</a:t>
            </a:r>
          </a:p>
          <a:p>
            <a:pPr marL="0" indent="0" algn="r">
              <a:buNone/>
            </a:pP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Más blanco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 la misma nieve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EF84591-1C16-4BD4-B222-723916ADD274}"/>
              </a:ext>
            </a:extLst>
          </p:cNvPr>
          <p:cNvSpPr txBox="1"/>
          <p:nvPr/>
        </p:nvSpPr>
        <p:spPr>
          <a:xfrm>
            <a:off x="6713730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SALMO 51</a:t>
            </a:r>
          </a:p>
        </p:txBody>
      </p:sp>
    </p:spTree>
    <p:extLst>
      <p:ext uri="{BB962C8B-B14F-4D97-AF65-F5344CB8AC3E}">
        <p14:creationId xmlns:p14="http://schemas.microsoft.com/office/powerpoint/2010/main" val="423121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279539" y="1412776"/>
            <a:ext cx="9703078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RECONOZCO mi rebelión 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mi pecado ante tus ojos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B0E2F6F-3D26-4837-81E7-29E368E5EC54}"/>
              </a:ext>
            </a:extLst>
          </p:cNvPr>
          <p:cNvSpPr txBox="1"/>
          <p:nvPr/>
        </p:nvSpPr>
        <p:spPr>
          <a:xfrm>
            <a:off x="6713730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SALMO 51</a:t>
            </a:r>
          </a:p>
        </p:txBody>
      </p:sp>
    </p:spTree>
    <p:extLst>
      <p:ext uri="{BB962C8B-B14F-4D97-AF65-F5344CB8AC3E}">
        <p14:creationId xmlns:p14="http://schemas.microsoft.com/office/powerpoint/2010/main" val="423121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4844" y="1412776"/>
            <a:ext cx="9014311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Contra ti sólo pequé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Hice lo malo ante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tus ojos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072EDD2-3269-4F3D-A588-654F8EBB21C8}"/>
              </a:ext>
            </a:extLst>
          </p:cNvPr>
          <p:cNvSpPr txBox="1"/>
          <p:nvPr/>
        </p:nvSpPr>
        <p:spPr>
          <a:xfrm>
            <a:off x="6713730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SALMO 51</a:t>
            </a:r>
          </a:p>
        </p:txBody>
      </p:sp>
    </p:spTree>
    <p:extLst>
      <p:ext uri="{BB962C8B-B14F-4D97-AF65-F5344CB8AC3E}">
        <p14:creationId xmlns:p14="http://schemas.microsoft.com/office/powerpoint/2010/main" val="423121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41467" y="1214754"/>
            <a:ext cx="8661065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Lávame más y más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PURIFÍCAME con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AGUA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EE93E8A-8BDD-4EEC-A758-4BE8B55D0D1E}"/>
              </a:ext>
            </a:extLst>
          </p:cNvPr>
          <p:cNvSpPr txBox="1"/>
          <p:nvPr/>
        </p:nvSpPr>
        <p:spPr>
          <a:xfrm>
            <a:off x="6713730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SALMO 51</a:t>
            </a:r>
          </a:p>
        </p:txBody>
      </p:sp>
    </p:spTree>
    <p:extLst>
      <p:ext uri="{BB962C8B-B14F-4D97-AF65-F5344CB8AC3E}">
        <p14:creationId xmlns:p14="http://schemas.microsoft.com/office/powerpoint/2010/main" val="2842512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180528" y="980728"/>
            <a:ext cx="8244916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Lávame y seré</a:t>
            </a:r>
          </a:p>
          <a:p>
            <a:pPr marL="0" indent="0" algn="r">
              <a:buNone/>
            </a:pP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Más blanco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 la misma nieve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204184F-3CB1-4576-B611-1221D31C1EEF}"/>
              </a:ext>
            </a:extLst>
          </p:cNvPr>
          <p:cNvSpPr txBox="1"/>
          <p:nvPr/>
        </p:nvSpPr>
        <p:spPr>
          <a:xfrm>
            <a:off x="6713730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SALMO 51</a:t>
            </a:r>
          </a:p>
        </p:txBody>
      </p:sp>
    </p:spTree>
    <p:extLst>
      <p:ext uri="{BB962C8B-B14F-4D97-AF65-F5344CB8AC3E}">
        <p14:creationId xmlns:p14="http://schemas.microsoft.com/office/powerpoint/2010/main" val="3887507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9756" y="1233159"/>
            <a:ext cx="8964488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Lávame más y más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PURIFÍCAME con tu AGUA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594D1B9-8118-49E7-A827-35DC70850118}"/>
              </a:ext>
            </a:extLst>
          </p:cNvPr>
          <p:cNvSpPr txBox="1"/>
          <p:nvPr/>
        </p:nvSpPr>
        <p:spPr>
          <a:xfrm>
            <a:off x="6713730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SALMO 51</a:t>
            </a:r>
          </a:p>
        </p:txBody>
      </p:sp>
    </p:spTree>
    <p:extLst>
      <p:ext uri="{BB962C8B-B14F-4D97-AF65-F5344CB8AC3E}">
        <p14:creationId xmlns:p14="http://schemas.microsoft.com/office/powerpoint/2010/main" val="3562957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180528" y="908720"/>
            <a:ext cx="8244916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Lávame y seré</a:t>
            </a:r>
          </a:p>
          <a:p>
            <a:pPr marL="0" indent="0" algn="r">
              <a:buNone/>
            </a:pP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//Más blanco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 la misma nieve//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204184F-3CB1-4576-B611-1221D31C1EEF}"/>
              </a:ext>
            </a:extLst>
          </p:cNvPr>
          <p:cNvSpPr txBox="1"/>
          <p:nvPr/>
        </p:nvSpPr>
        <p:spPr>
          <a:xfrm>
            <a:off x="6713730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SALMO 51</a:t>
            </a:r>
          </a:p>
        </p:txBody>
      </p:sp>
    </p:spTree>
    <p:extLst>
      <p:ext uri="{BB962C8B-B14F-4D97-AF65-F5344CB8AC3E}">
        <p14:creationId xmlns:p14="http://schemas.microsoft.com/office/powerpoint/2010/main" val="38916362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112</Words>
  <Application>Microsoft Office PowerPoint</Application>
  <PresentationFormat>Presentación en pantalla (4:3)</PresentationFormat>
  <Paragraphs>32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Aharoni</vt:lpstr>
      <vt:lpstr>Arial</vt:lpstr>
      <vt:lpstr>Arial Rounded MT Bold</vt:lpstr>
      <vt:lpstr>Brush Script MT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15</cp:revision>
  <dcterms:created xsi:type="dcterms:W3CDTF">2016-04-12T21:19:06Z</dcterms:created>
  <dcterms:modified xsi:type="dcterms:W3CDTF">2021-07-27T04:16:53Z</dcterms:modified>
</cp:coreProperties>
</file>