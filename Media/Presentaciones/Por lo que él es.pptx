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</p:sldIdLst>
  <p:sldSz cx="9144000" cy="6858000" type="screen4x3"/>
  <p:notesSz cx="6858000" cy="9144000"/>
  <p:defaultTextStyle>
    <a:defPPr>
      <a:defRPr lang="es-CO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1646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804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4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85543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1" y="1600202"/>
            <a:ext cx="40386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9652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9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9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9" y="1535114"/>
            <a:ext cx="4041775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6819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204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12231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3" y="273050"/>
            <a:ext cx="3008313" cy="116205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47721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s-CO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804863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30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330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1" y="274642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8487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1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C7329-0961-4EE9-9FF2-FB5AFF9ED326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1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BD86A-E4ED-486A-A973-2084539B775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4993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2296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822960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822960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4294967295"/>
          </p:nvPr>
        </p:nvSpPr>
        <p:spPr>
          <a:xfrm>
            <a:off x="0" y="2132856"/>
            <a:ext cx="9144000" cy="223528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lo que Él es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siempre yo le alabo 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27781F76-A7D8-4950-9EC8-8894267133C4}"/>
              </a:ext>
            </a:extLst>
          </p:cNvPr>
          <p:cNvSpPr txBox="1">
            <a:spLocks/>
          </p:cNvSpPr>
          <p:nvPr/>
        </p:nvSpPr>
        <p:spPr>
          <a:xfrm>
            <a:off x="4211960" y="116632"/>
            <a:ext cx="4738127" cy="51845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LO QUE ÉL ES</a:t>
            </a:r>
          </a:p>
        </p:txBody>
      </p:sp>
    </p:spTree>
    <p:extLst>
      <p:ext uri="{BB962C8B-B14F-4D97-AF65-F5344CB8AC3E}">
        <p14:creationId xmlns:p14="http://schemas.microsoft.com/office/powerpoint/2010/main" val="168406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2132856"/>
            <a:ext cx="8229600" cy="22358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lo que Él es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 nombre exaltaré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676584DC-538D-4057-8CAE-E09190940DAD}"/>
              </a:ext>
            </a:extLst>
          </p:cNvPr>
          <p:cNvSpPr txBox="1">
            <a:spLocks/>
          </p:cNvSpPr>
          <p:nvPr/>
        </p:nvSpPr>
        <p:spPr>
          <a:xfrm>
            <a:off x="4211960" y="116632"/>
            <a:ext cx="4738127" cy="51845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LO QUE ÉL ES</a:t>
            </a:r>
          </a:p>
        </p:txBody>
      </p:sp>
    </p:spTree>
    <p:extLst>
      <p:ext uri="{BB962C8B-B14F-4D97-AF65-F5344CB8AC3E}">
        <p14:creationId xmlns:p14="http://schemas.microsoft.com/office/powerpoint/2010/main" val="4159744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2060848"/>
            <a:ext cx="8229600" cy="22358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lo que Él es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vida yo le entrego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10CE17C0-142E-4950-BB4B-915F93C395C3}"/>
              </a:ext>
            </a:extLst>
          </p:cNvPr>
          <p:cNvSpPr txBox="1">
            <a:spLocks/>
          </p:cNvSpPr>
          <p:nvPr/>
        </p:nvSpPr>
        <p:spPr>
          <a:xfrm>
            <a:off x="4211960" y="116632"/>
            <a:ext cx="4738127" cy="51845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LO QUE ÉL ES</a:t>
            </a:r>
          </a:p>
        </p:txBody>
      </p:sp>
    </p:spTree>
    <p:extLst>
      <p:ext uri="{BB962C8B-B14F-4D97-AF65-F5344CB8AC3E}">
        <p14:creationId xmlns:p14="http://schemas.microsoft.com/office/powerpoint/2010/main" val="247557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2060848"/>
            <a:ext cx="8229600" cy="22358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Siempre yo le adoro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lo que Él es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011FDDDB-BBF3-4C7A-A985-DF3635974838}"/>
              </a:ext>
            </a:extLst>
          </p:cNvPr>
          <p:cNvSpPr txBox="1">
            <a:spLocks/>
          </p:cNvSpPr>
          <p:nvPr/>
        </p:nvSpPr>
        <p:spPr>
          <a:xfrm>
            <a:off x="4211960" y="116632"/>
            <a:ext cx="4738127" cy="51845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LO QUE ÉL ES</a:t>
            </a:r>
          </a:p>
        </p:txBody>
      </p:sp>
    </p:spTree>
    <p:extLst>
      <p:ext uri="{BB962C8B-B14F-4D97-AF65-F5344CB8AC3E}">
        <p14:creationId xmlns:p14="http://schemas.microsoft.com/office/powerpoint/2010/main" val="2475576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4294967295"/>
          </p:nvPr>
        </p:nvSpPr>
        <p:spPr>
          <a:xfrm>
            <a:off x="0" y="2132856"/>
            <a:ext cx="9144000" cy="223528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lo que Él es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siempre yo le alabo 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27781F76-A7D8-4950-9EC8-8894267133C4}"/>
              </a:ext>
            </a:extLst>
          </p:cNvPr>
          <p:cNvSpPr txBox="1">
            <a:spLocks/>
          </p:cNvSpPr>
          <p:nvPr/>
        </p:nvSpPr>
        <p:spPr>
          <a:xfrm>
            <a:off x="4211960" y="116632"/>
            <a:ext cx="4738127" cy="51845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LO QUE ÉL ES</a:t>
            </a:r>
          </a:p>
        </p:txBody>
      </p:sp>
    </p:spTree>
    <p:extLst>
      <p:ext uri="{BB962C8B-B14F-4D97-AF65-F5344CB8AC3E}">
        <p14:creationId xmlns:p14="http://schemas.microsoft.com/office/powerpoint/2010/main" val="3477879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2132856"/>
            <a:ext cx="8229600" cy="22358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lo que Él es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 nombre exaltaré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676584DC-538D-4057-8CAE-E09190940DAD}"/>
              </a:ext>
            </a:extLst>
          </p:cNvPr>
          <p:cNvSpPr txBox="1">
            <a:spLocks/>
          </p:cNvSpPr>
          <p:nvPr/>
        </p:nvSpPr>
        <p:spPr>
          <a:xfrm>
            <a:off x="4211960" y="116632"/>
            <a:ext cx="4738127" cy="51845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LO QUE ÉL ES</a:t>
            </a:r>
          </a:p>
        </p:txBody>
      </p:sp>
    </p:spTree>
    <p:extLst>
      <p:ext uri="{BB962C8B-B14F-4D97-AF65-F5344CB8AC3E}">
        <p14:creationId xmlns:p14="http://schemas.microsoft.com/office/powerpoint/2010/main" val="363447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2060848"/>
            <a:ext cx="8229600" cy="22358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lo que Él es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vida yo le entrego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10CE17C0-142E-4950-BB4B-915F93C395C3}"/>
              </a:ext>
            </a:extLst>
          </p:cNvPr>
          <p:cNvSpPr txBox="1">
            <a:spLocks/>
          </p:cNvSpPr>
          <p:nvPr/>
        </p:nvSpPr>
        <p:spPr>
          <a:xfrm>
            <a:off x="4211960" y="116632"/>
            <a:ext cx="4738127" cy="51845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LO QUE ÉL ES</a:t>
            </a:r>
          </a:p>
        </p:txBody>
      </p:sp>
    </p:spTree>
    <p:extLst>
      <p:ext uri="{BB962C8B-B14F-4D97-AF65-F5344CB8AC3E}">
        <p14:creationId xmlns:p14="http://schemas.microsoft.com/office/powerpoint/2010/main" val="24703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2060848"/>
            <a:ext cx="8229600" cy="22358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/Siempre yo le adoro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lo que Él es/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011FDDDB-BBF3-4C7A-A985-DF3635974838}"/>
              </a:ext>
            </a:extLst>
          </p:cNvPr>
          <p:cNvSpPr txBox="1">
            <a:spLocks/>
          </p:cNvSpPr>
          <p:nvPr/>
        </p:nvSpPr>
        <p:spPr>
          <a:xfrm>
            <a:off x="4211960" y="116632"/>
            <a:ext cx="4738127" cy="51845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LO QUE ÉL ES</a:t>
            </a:r>
          </a:p>
        </p:txBody>
      </p:sp>
    </p:spTree>
    <p:extLst>
      <p:ext uri="{BB962C8B-B14F-4D97-AF65-F5344CB8AC3E}">
        <p14:creationId xmlns:p14="http://schemas.microsoft.com/office/powerpoint/2010/main" val="26837244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116</Words>
  <Application>Microsoft Office PowerPoint</Application>
  <PresentationFormat>Presentación en pantalla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53</cp:revision>
  <dcterms:created xsi:type="dcterms:W3CDTF">2016-05-19T22:22:18Z</dcterms:created>
  <dcterms:modified xsi:type="dcterms:W3CDTF">2021-07-27T04:07:44Z</dcterms:modified>
</cp:coreProperties>
</file>