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58" r:id="rId4"/>
    <p:sldId id="259" r:id="rId5"/>
    <p:sldId id="261" r:id="rId6"/>
    <p:sldId id="263" r:id="rId7"/>
    <p:sldId id="287" r:id="rId8"/>
    <p:sldId id="264" r:id="rId9"/>
    <p:sldId id="280" r:id="rId10"/>
    <p:sldId id="281" r:id="rId11"/>
    <p:sldId id="270" r:id="rId12"/>
    <p:sldId id="282" r:id="rId13"/>
    <p:sldId id="272" r:id="rId14"/>
    <p:sldId id="283" r:id="rId15"/>
    <p:sldId id="284" r:id="rId16"/>
    <p:sldId id="285" r:id="rId17"/>
    <p:sldId id="288" r:id="rId18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B5CF-0435-4461-BF1F-189AA1E656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B6D7-1F59-406F-8B7C-DECBC97C4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64771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B5CF-0435-4461-BF1F-189AA1E656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B6D7-1F59-406F-8B7C-DECBC97C4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8060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B5CF-0435-4461-BF1F-189AA1E656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B6D7-1F59-406F-8B7C-DECBC97C4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20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B5CF-0435-4461-BF1F-189AA1E656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B6D7-1F59-406F-8B7C-DECBC97C4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42461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B5CF-0435-4461-BF1F-189AA1E656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B6D7-1F59-406F-8B7C-DECBC97C4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5464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B5CF-0435-4461-BF1F-189AA1E656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B6D7-1F59-406F-8B7C-DECBC97C4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2393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B5CF-0435-4461-BF1F-189AA1E656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B6D7-1F59-406F-8B7C-DECBC97C4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55971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B5CF-0435-4461-BF1F-189AA1E656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B6D7-1F59-406F-8B7C-DECBC97C4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935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B5CF-0435-4461-BF1F-189AA1E656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B6D7-1F59-406F-8B7C-DECBC97C4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29797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B5CF-0435-4461-BF1F-189AA1E656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B6D7-1F59-406F-8B7C-DECBC97C4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1023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B5CF-0435-4461-BF1F-189AA1E656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B6D7-1F59-406F-8B7C-DECBC97C4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7411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FB5CF-0435-4461-BF1F-189AA1E6560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83B6D7-1F59-406F-8B7C-DECBC97C45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492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90414" y="1412776"/>
            <a:ext cx="7763172" cy="1782198"/>
          </a:xfrm>
        </p:spPr>
        <p:txBody>
          <a:bodyPr>
            <a:noAutofit/>
          </a:bodyPr>
          <a:lstStyle/>
          <a:p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Manos que</a:t>
            </a:r>
          </a:p>
          <a:p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Fueron clavadas por mí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C370D1D-FD0E-4496-92A7-9FF668C0B810}"/>
              </a:ext>
            </a:extLst>
          </p:cNvPr>
          <p:cNvSpPr txBox="1"/>
          <p:nvPr/>
        </p:nvSpPr>
        <p:spPr>
          <a:xfrm>
            <a:off x="6516216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SOBERANO</a:t>
            </a:r>
          </a:p>
        </p:txBody>
      </p:sp>
    </p:spTree>
    <p:extLst>
      <p:ext uri="{BB962C8B-B14F-4D97-AF65-F5344CB8AC3E}">
        <p14:creationId xmlns:p14="http://schemas.microsoft.com/office/powerpoint/2010/main" val="452471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16251" y="1412776"/>
            <a:ext cx="7911498" cy="1782198"/>
          </a:xfrm>
        </p:spPr>
        <p:txBody>
          <a:bodyPr>
            <a:noAutofit/>
          </a:bodyPr>
          <a:lstStyle/>
          <a:p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Heridas que</a:t>
            </a:r>
          </a:p>
          <a:p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Hablan de tu INMENSO AMOR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3251295-63D1-4E60-AF44-3540F854CFA0}"/>
              </a:ext>
            </a:extLst>
          </p:cNvPr>
          <p:cNvSpPr txBox="1"/>
          <p:nvPr/>
        </p:nvSpPr>
        <p:spPr>
          <a:xfrm>
            <a:off x="6516216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SOBERANO</a:t>
            </a:r>
          </a:p>
        </p:txBody>
      </p:sp>
    </p:spTree>
    <p:extLst>
      <p:ext uri="{BB962C8B-B14F-4D97-AF65-F5344CB8AC3E}">
        <p14:creationId xmlns:p14="http://schemas.microsoft.com/office/powerpoint/2010/main" val="3755857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33264" y="1412776"/>
            <a:ext cx="7677472" cy="243825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Por eso te llamo mi CRISTO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Por eso te canto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92D1FF1-1AB0-44BA-B599-A0E97FC11747}"/>
              </a:ext>
            </a:extLst>
          </p:cNvPr>
          <p:cNvSpPr txBox="1"/>
          <p:nvPr/>
        </p:nvSpPr>
        <p:spPr>
          <a:xfrm>
            <a:off x="6516216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SOBERANO</a:t>
            </a:r>
          </a:p>
        </p:txBody>
      </p:sp>
    </p:spTree>
    <p:extLst>
      <p:ext uri="{BB962C8B-B14F-4D97-AF65-F5344CB8AC3E}">
        <p14:creationId xmlns:p14="http://schemas.microsoft.com/office/powerpoint/2010/main" val="106398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86916" y="764704"/>
            <a:ext cx="8370168" cy="239686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DIOS del universo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SALVADOR ETERNO</a:t>
            </a:r>
          </a:p>
          <a:p>
            <a:pPr marL="0" indent="0" algn="r"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REY de toda la creación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CAEE6F4-3A12-4E1B-97B8-398BF7E3BB37}"/>
              </a:ext>
            </a:extLst>
          </p:cNvPr>
          <p:cNvSpPr txBox="1"/>
          <p:nvPr/>
        </p:nvSpPr>
        <p:spPr>
          <a:xfrm>
            <a:off x="6516216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SOBERANO</a:t>
            </a:r>
          </a:p>
        </p:txBody>
      </p:sp>
    </p:spTree>
    <p:extLst>
      <p:ext uri="{BB962C8B-B14F-4D97-AF65-F5344CB8AC3E}">
        <p14:creationId xmlns:p14="http://schemas.microsoft.com/office/powerpoint/2010/main" val="106398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000" y="836712"/>
            <a:ext cx="6858000" cy="164616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Redentor divino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DIOS a ti me rindo</a:t>
            </a:r>
          </a:p>
          <a:p>
            <a:pPr marL="0" indent="0" algn="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La gloria te doy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0998053-4D6E-4BE6-A19F-9817D1E3EA8F}"/>
              </a:ext>
            </a:extLst>
          </p:cNvPr>
          <p:cNvSpPr txBox="1"/>
          <p:nvPr/>
        </p:nvSpPr>
        <p:spPr>
          <a:xfrm>
            <a:off x="6516216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SOBERANO</a:t>
            </a:r>
          </a:p>
        </p:txBody>
      </p:sp>
    </p:spTree>
    <p:extLst>
      <p:ext uri="{BB962C8B-B14F-4D97-AF65-F5344CB8AC3E}">
        <p14:creationId xmlns:p14="http://schemas.microsoft.com/office/powerpoint/2010/main" val="1063981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15616" y="980728"/>
            <a:ext cx="7416824" cy="170017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Santo DIOS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Tu plan soberano es</a:t>
            </a:r>
          </a:p>
          <a:p>
            <a:pPr marL="0" indent="0" algn="ctr">
              <a:buNone/>
            </a:pP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5EF058-CAEA-493C-89AA-866838D801E4}"/>
              </a:ext>
            </a:extLst>
          </p:cNvPr>
          <p:cNvSpPr txBox="1"/>
          <p:nvPr/>
        </p:nvSpPr>
        <p:spPr>
          <a:xfrm>
            <a:off x="6516216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SOBERANO</a:t>
            </a:r>
          </a:p>
        </p:txBody>
      </p:sp>
    </p:spTree>
    <p:extLst>
      <p:ext uri="{BB962C8B-B14F-4D97-AF65-F5344CB8AC3E}">
        <p14:creationId xmlns:p14="http://schemas.microsoft.com/office/powerpoint/2010/main" val="1063981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394774" y="1268760"/>
            <a:ext cx="6354452" cy="170017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Al enviar a TU HIJO por la humanidad</a:t>
            </a:r>
          </a:p>
          <a:p>
            <a:pPr marL="0" indent="0" algn="ctr">
              <a:buNone/>
            </a:pP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5EF058-CAEA-493C-89AA-866838D801E4}"/>
              </a:ext>
            </a:extLst>
          </p:cNvPr>
          <p:cNvSpPr txBox="1"/>
          <p:nvPr/>
        </p:nvSpPr>
        <p:spPr>
          <a:xfrm>
            <a:off x="6516216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SOBERANO</a:t>
            </a:r>
          </a:p>
        </p:txBody>
      </p:sp>
    </p:spTree>
    <p:extLst>
      <p:ext uri="{BB962C8B-B14F-4D97-AF65-F5344CB8AC3E}">
        <p14:creationId xmlns:p14="http://schemas.microsoft.com/office/powerpoint/2010/main" val="2037621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56792"/>
            <a:ext cx="9216516" cy="159216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Por eso te llamo mi CRISTO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Por eso te canto</a:t>
            </a:r>
          </a:p>
          <a:p>
            <a:pPr marL="0" indent="0" algn="ctr">
              <a:buNone/>
            </a:pP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9A3B98-44BE-4F2F-BC62-79A7C35D7C5E}"/>
              </a:ext>
            </a:extLst>
          </p:cNvPr>
          <p:cNvSpPr txBox="1"/>
          <p:nvPr/>
        </p:nvSpPr>
        <p:spPr>
          <a:xfrm>
            <a:off x="6516216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SOBERANO</a:t>
            </a:r>
          </a:p>
        </p:txBody>
      </p:sp>
    </p:spTree>
    <p:extLst>
      <p:ext uri="{BB962C8B-B14F-4D97-AF65-F5344CB8AC3E}">
        <p14:creationId xmlns:p14="http://schemas.microsoft.com/office/powerpoint/2010/main" val="1063981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86916" y="1196752"/>
            <a:ext cx="8370168" cy="239686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DIOS del universo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SALVADOR ETERNO</a:t>
            </a:r>
          </a:p>
          <a:p>
            <a:pPr marL="0" indent="0" algn="r">
              <a:buNone/>
            </a:pP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REY de toda la creación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1040A47-646A-46CE-A62E-644BB6E5C2E7}"/>
              </a:ext>
            </a:extLst>
          </p:cNvPr>
          <p:cNvSpPr txBox="1"/>
          <p:nvPr/>
        </p:nvSpPr>
        <p:spPr>
          <a:xfrm>
            <a:off x="6516216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SOBERANO</a:t>
            </a:r>
          </a:p>
        </p:txBody>
      </p:sp>
    </p:spTree>
    <p:extLst>
      <p:ext uri="{BB962C8B-B14F-4D97-AF65-F5344CB8AC3E}">
        <p14:creationId xmlns:p14="http://schemas.microsoft.com/office/powerpoint/2010/main" val="4057258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83568" y="1196752"/>
            <a:ext cx="7317432" cy="164616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Redentor divino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DIOS a ti me rindo</a:t>
            </a:r>
          </a:p>
          <a:p>
            <a:pPr marL="0" indent="0" algn="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La gloria te doy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F11EF6E-35C2-4F39-A25A-2221DFD58078}"/>
              </a:ext>
            </a:extLst>
          </p:cNvPr>
          <p:cNvSpPr txBox="1"/>
          <p:nvPr/>
        </p:nvSpPr>
        <p:spPr>
          <a:xfrm>
            <a:off x="6516216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SOBERANO</a:t>
            </a:r>
          </a:p>
        </p:txBody>
      </p:sp>
    </p:spTree>
    <p:extLst>
      <p:ext uri="{BB962C8B-B14F-4D97-AF65-F5344CB8AC3E}">
        <p14:creationId xmlns:p14="http://schemas.microsoft.com/office/powerpoint/2010/main" val="1415878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07504" y="1916832"/>
            <a:ext cx="9036496" cy="197020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/Santo </a:t>
            </a:r>
            <a:r>
              <a:rPr lang="es-MX" sz="72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Santo</a:t>
            </a: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s-MX" sz="72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Santo</a:t>
            </a: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 DIOS/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DFD928B-AF73-4776-B631-F971EE1FB140}"/>
              </a:ext>
            </a:extLst>
          </p:cNvPr>
          <p:cNvSpPr txBox="1"/>
          <p:nvPr/>
        </p:nvSpPr>
        <p:spPr>
          <a:xfrm>
            <a:off x="6516216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SOBERANO</a:t>
            </a:r>
          </a:p>
        </p:txBody>
      </p:sp>
    </p:spTree>
    <p:extLst>
      <p:ext uri="{BB962C8B-B14F-4D97-AF65-F5344CB8AC3E}">
        <p14:creationId xmlns:p14="http://schemas.microsoft.com/office/powerpoint/2010/main" val="1063981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61256" y="1340768"/>
            <a:ext cx="7821488" cy="1782198"/>
          </a:xfrm>
        </p:spPr>
        <p:txBody>
          <a:bodyPr>
            <a:noAutofit/>
          </a:bodyPr>
          <a:lstStyle/>
          <a:p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Manos que</a:t>
            </a:r>
          </a:p>
          <a:p>
            <a:r>
              <a:rPr lang="es-CO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Se entregaron por amor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092E4C6-7F0A-47DD-96ED-3B2F5279BFF3}"/>
              </a:ext>
            </a:extLst>
          </p:cNvPr>
          <p:cNvSpPr txBox="1"/>
          <p:nvPr/>
        </p:nvSpPr>
        <p:spPr>
          <a:xfrm>
            <a:off x="6516216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SOBERANO</a:t>
            </a:r>
          </a:p>
        </p:txBody>
      </p:sp>
    </p:spTree>
    <p:extLst>
      <p:ext uri="{BB962C8B-B14F-4D97-AF65-F5344CB8AC3E}">
        <p14:creationId xmlns:p14="http://schemas.microsoft.com/office/powerpoint/2010/main" val="2251506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83568" y="1340768"/>
            <a:ext cx="7488832" cy="2736304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Lo que soy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Siempre te daré SEÑOR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FCB0774-746E-4F7A-B834-3610D378FA44}"/>
              </a:ext>
            </a:extLst>
          </p:cNvPr>
          <p:cNvSpPr txBox="1"/>
          <p:nvPr/>
        </p:nvSpPr>
        <p:spPr>
          <a:xfrm>
            <a:off x="6516216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SOBERANO</a:t>
            </a:r>
          </a:p>
        </p:txBody>
      </p:sp>
    </p:spTree>
    <p:extLst>
      <p:ext uri="{BB962C8B-B14F-4D97-AF65-F5344CB8AC3E}">
        <p14:creationId xmlns:p14="http://schemas.microsoft.com/office/powerpoint/2010/main" val="1063981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42238" y="1988840"/>
            <a:ext cx="9216516" cy="159216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Por eso te llamo mi CRISTO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Por eso te canto</a:t>
            </a:r>
          </a:p>
          <a:p>
            <a:pPr marL="0" indent="0" algn="ctr">
              <a:buNone/>
            </a:pP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089ABAD-8B64-4FB4-9D03-F36D8E1E0962}"/>
              </a:ext>
            </a:extLst>
          </p:cNvPr>
          <p:cNvSpPr txBox="1"/>
          <p:nvPr/>
        </p:nvSpPr>
        <p:spPr>
          <a:xfrm>
            <a:off x="6516216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SOBERANO</a:t>
            </a:r>
          </a:p>
        </p:txBody>
      </p:sp>
    </p:spTree>
    <p:extLst>
      <p:ext uri="{BB962C8B-B14F-4D97-AF65-F5344CB8AC3E}">
        <p14:creationId xmlns:p14="http://schemas.microsoft.com/office/powerpoint/2010/main" val="1962149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86916" y="1032138"/>
            <a:ext cx="8370168" cy="239686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DIOS del universo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SALVADOR ETERNO</a:t>
            </a:r>
          </a:p>
          <a:p>
            <a:pPr marL="0" indent="0" algn="r">
              <a:buNone/>
            </a:pPr>
            <a:r>
              <a:rPr lang="es-CO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REY de toda la creación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85C6B9C-D1A0-4751-A07B-AB18C3D6C2DD}"/>
              </a:ext>
            </a:extLst>
          </p:cNvPr>
          <p:cNvSpPr txBox="1"/>
          <p:nvPr/>
        </p:nvSpPr>
        <p:spPr>
          <a:xfrm>
            <a:off x="6516216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SOBERANO</a:t>
            </a:r>
          </a:p>
        </p:txBody>
      </p:sp>
    </p:spTree>
    <p:extLst>
      <p:ext uri="{BB962C8B-B14F-4D97-AF65-F5344CB8AC3E}">
        <p14:creationId xmlns:p14="http://schemas.microsoft.com/office/powerpoint/2010/main" val="1170636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39552" y="1124744"/>
            <a:ext cx="7461448" cy="164616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Redentor divino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DIOS a ti me rindo</a:t>
            </a:r>
          </a:p>
          <a:p>
            <a:pPr marL="0" indent="0" algn="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La gloria te doy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F851D6C-72B7-4EEB-B5C5-ADB4B7A97295}"/>
              </a:ext>
            </a:extLst>
          </p:cNvPr>
          <p:cNvSpPr txBox="1"/>
          <p:nvPr/>
        </p:nvSpPr>
        <p:spPr>
          <a:xfrm>
            <a:off x="6516216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SOBERANO</a:t>
            </a:r>
          </a:p>
        </p:txBody>
      </p:sp>
    </p:spTree>
    <p:extLst>
      <p:ext uri="{BB962C8B-B14F-4D97-AF65-F5344CB8AC3E}">
        <p14:creationId xmlns:p14="http://schemas.microsoft.com/office/powerpoint/2010/main" val="1987652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39552" y="1916832"/>
            <a:ext cx="8064896" cy="197020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/Santo </a:t>
            </a:r>
            <a:r>
              <a:rPr lang="es-MX" sz="72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Santo</a:t>
            </a: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s-MX" sz="72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Santo</a:t>
            </a: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 DIOS/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DFD928B-AF73-4776-B631-F971EE1FB140}"/>
              </a:ext>
            </a:extLst>
          </p:cNvPr>
          <p:cNvSpPr txBox="1"/>
          <p:nvPr/>
        </p:nvSpPr>
        <p:spPr>
          <a:xfrm>
            <a:off x="6516216" y="260648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SOBERANO</a:t>
            </a:r>
          </a:p>
        </p:txBody>
      </p:sp>
    </p:spTree>
    <p:extLst>
      <p:ext uri="{BB962C8B-B14F-4D97-AF65-F5344CB8AC3E}">
        <p14:creationId xmlns:p14="http://schemas.microsoft.com/office/powerpoint/2010/main" val="3337950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1766</TotalTime>
  <Words>162</Words>
  <Application>Microsoft Office PowerPoint</Application>
  <PresentationFormat>Presentación en pantalla (4:3)</PresentationFormat>
  <Paragraphs>54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Agency FB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18</cp:revision>
  <dcterms:created xsi:type="dcterms:W3CDTF">2016-03-18T00:23:15Z</dcterms:created>
  <dcterms:modified xsi:type="dcterms:W3CDTF">2021-07-27T04:18:11Z</dcterms:modified>
</cp:coreProperties>
</file>