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1" r:id="rId5"/>
    <p:sldId id="302" r:id="rId6"/>
    <p:sldId id="303" r:id="rId7"/>
    <p:sldId id="304" r:id="rId8"/>
    <p:sldId id="305" r:id="rId9"/>
    <p:sldId id="306" r:id="rId10"/>
    <p:sldId id="307" r:id="rId1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57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083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7334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9963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3440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730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153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739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923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36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700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760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9C645-2B83-46A7-90D4-20D586C5985B}" type="datetimeFigureOut">
              <a:rPr lang="es-CO" smtClean="0"/>
              <a:t>10/12/2022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E1286-4E8F-4ADD-BFA4-C38D8AAB52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98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33885" y="1808820"/>
            <a:ext cx="8276229" cy="3240360"/>
          </a:xfrm>
        </p:spPr>
        <p:txBody>
          <a:bodyPr>
            <a:norm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SI VIVIMOS 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ÉL VIVIMOS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8BC53BC-DC92-43F2-9E00-9185519B2D6B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913280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1808820"/>
            <a:ext cx="8352928" cy="324036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SI MORIMOS 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ÉL MORIMOS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9DB3CA2-638B-4D0A-96B4-B52C0E95F4BF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146903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1438" y="1916832"/>
            <a:ext cx="7581124" cy="32403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SEA QUE VIVAMOS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E0B1CF-DC0B-476B-AAB8-503373166432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309964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1438" y="1916832"/>
            <a:ext cx="7581124" cy="32403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 QUE MURAMOS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E0B1CF-DC0B-476B-AAB8-503373166432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273161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1438" y="1916832"/>
            <a:ext cx="7581124" cy="32403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/SOMOS DEL SEÑOR/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E0B1CF-DC0B-476B-AAB8-503373166432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3864146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33885" y="1808820"/>
            <a:ext cx="8276229" cy="3240360"/>
          </a:xfrm>
        </p:spPr>
        <p:txBody>
          <a:bodyPr>
            <a:norm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SI VIVIMOS 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ÉL VIVIMOS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8BC53BC-DC92-43F2-9E00-9185519B2D6B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45195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1808820"/>
            <a:ext cx="8352928" cy="324036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SI MORIMOS 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 algn="ctr">
              <a:buNone/>
            </a:pPr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ÉL MORIMOS</a:t>
            </a: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9DB3CA2-638B-4D0A-96B4-B52C0E95F4BF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71946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1438" y="1916832"/>
            <a:ext cx="7581124" cy="32403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SEA QUE VIVAMOS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E0B1CF-DC0B-476B-AAB8-503373166432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331754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1438" y="1916832"/>
            <a:ext cx="7581124" cy="32403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 QUE MURAMOS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E0B1CF-DC0B-476B-AAB8-503373166432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2205462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1438" y="1916832"/>
            <a:ext cx="7581124" cy="32403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/SOMOS DEL SEÑOR/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E0B1CF-DC0B-476B-AAB8-503373166432}"/>
              </a:ext>
            </a:extLst>
          </p:cNvPr>
          <p:cNvSpPr txBox="1"/>
          <p:nvPr/>
        </p:nvSpPr>
        <p:spPr>
          <a:xfrm>
            <a:off x="3995936" y="188640"/>
            <a:ext cx="496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ROMANOS 8:14</a:t>
            </a:r>
          </a:p>
        </p:txBody>
      </p:sp>
    </p:spTree>
    <p:extLst>
      <p:ext uri="{BB962C8B-B14F-4D97-AF65-F5344CB8AC3E}">
        <p14:creationId xmlns:p14="http://schemas.microsoft.com/office/powerpoint/2010/main" val="1241684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66</Words>
  <Application>Microsoft Office PowerPoint</Application>
  <PresentationFormat>Presentación en pantalla (4:3)</PresentationFormat>
  <Paragraphs>24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James Pena Sereno</cp:lastModifiedBy>
  <cp:revision>25</cp:revision>
  <dcterms:created xsi:type="dcterms:W3CDTF">2018-01-27T14:58:44Z</dcterms:created>
  <dcterms:modified xsi:type="dcterms:W3CDTF">2022-12-11T02:38:15Z</dcterms:modified>
</cp:coreProperties>
</file>