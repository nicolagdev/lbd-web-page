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67" r:id="rId5"/>
    <p:sldId id="268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47B1302D-9CEA-43B7-947E-6B4263528388}"/>
    <pc:docChg chg="custSel addSld delSld modSld modMainMaster">
      <pc:chgData name="wilmar cañon" userId="7918cb078fdc7ad0" providerId="LiveId" clId="{47B1302D-9CEA-43B7-947E-6B4263528388}" dt="2020-07-28T21:07:51.973" v="121" actId="2711"/>
      <pc:docMkLst>
        <pc:docMk/>
      </pc:docMkLst>
      <pc:sldChg chg="addSp delSp modSp mod setBg">
        <pc:chgData name="wilmar cañon" userId="7918cb078fdc7ad0" providerId="LiveId" clId="{47B1302D-9CEA-43B7-947E-6B4263528388}" dt="2020-07-28T21:07:25.443" v="116" actId="1076"/>
        <pc:sldMkLst>
          <pc:docMk/>
          <pc:sldMk cId="4087062445" sldId="256"/>
        </pc:sldMkLst>
        <pc:spChg chg="add mod">
          <ac:chgData name="wilmar cañon" userId="7918cb078fdc7ad0" providerId="LiveId" clId="{47B1302D-9CEA-43B7-947E-6B4263528388}" dt="2020-07-28T20:58:05.008" v="33" actId="21"/>
          <ac:spMkLst>
            <pc:docMk/>
            <pc:sldMk cId="4087062445" sldId="256"/>
            <ac:spMk id="2" creationId="{37464A80-2FA0-4228-ABB0-A6C190401E64}"/>
          </ac:spMkLst>
        </pc:spChg>
        <pc:spChg chg="add mod">
          <ac:chgData name="wilmar cañon" userId="7918cb078fdc7ad0" providerId="LiveId" clId="{47B1302D-9CEA-43B7-947E-6B4263528388}" dt="2020-07-28T21:07:22.703" v="115" actId="27636"/>
          <ac:spMkLst>
            <pc:docMk/>
            <pc:sldMk cId="4087062445" sldId="256"/>
            <ac:spMk id="3" creationId="{03A5AE8A-ADED-4AFD-84F8-0722DF4F414C}"/>
          </ac:spMkLst>
        </pc:spChg>
        <pc:spChg chg="mod">
          <ac:chgData name="wilmar cañon" userId="7918cb078fdc7ad0" providerId="LiveId" clId="{47B1302D-9CEA-43B7-947E-6B4263528388}" dt="2020-07-28T21:07:25.443" v="116" actId="1076"/>
          <ac:spMkLst>
            <pc:docMk/>
            <pc:sldMk cId="4087062445" sldId="256"/>
            <ac:spMk id="4" creationId="{00000000-0000-0000-0000-000000000000}"/>
          </ac:spMkLst>
        </pc:spChg>
        <pc:spChg chg="del">
          <ac:chgData name="wilmar cañon" userId="7918cb078fdc7ad0" providerId="LiveId" clId="{47B1302D-9CEA-43B7-947E-6B4263528388}" dt="2020-07-28T20:56:05.168" v="0" actId="478"/>
          <ac:spMkLst>
            <pc:docMk/>
            <pc:sldMk cId="4087062445" sldId="256"/>
            <ac:spMk id="5" creationId="{00000000-0000-0000-0000-000000000000}"/>
          </ac:spMkLst>
        </pc:spChg>
      </pc:sldChg>
      <pc:sldChg chg="modSp del mod setBg">
        <pc:chgData name="wilmar cañon" userId="7918cb078fdc7ad0" providerId="LiveId" clId="{47B1302D-9CEA-43B7-947E-6B4263528388}" dt="2020-07-28T20:58:27.232" v="55" actId="47"/>
        <pc:sldMkLst>
          <pc:docMk/>
          <pc:sldMk cId="446412225" sldId="257"/>
        </pc:sldMkLst>
        <pc:spChg chg="mod">
          <ac:chgData name="wilmar cañon" userId="7918cb078fdc7ad0" providerId="LiveId" clId="{47B1302D-9CEA-43B7-947E-6B4263528388}" dt="2020-07-28T20:56:52.629" v="12" actId="207"/>
          <ac:spMkLst>
            <pc:docMk/>
            <pc:sldMk cId="446412225" sldId="257"/>
            <ac:spMk id="2" creationId="{00000000-0000-0000-0000-000000000000}"/>
          </ac:spMkLst>
        </pc:spChg>
      </pc:sldChg>
      <pc:sldChg chg="addSp modSp mod setBg">
        <pc:chgData name="wilmar cañon" userId="7918cb078fdc7ad0" providerId="LiveId" clId="{47B1302D-9CEA-43B7-947E-6B4263528388}" dt="2020-07-28T21:07:29.895" v="117" actId="22"/>
        <pc:sldMkLst>
          <pc:docMk/>
          <pc:sldMk cId="790800190" sldId="258"/>
        </pc:sldMkLst>
        <pc:spChg chg="mod">
          <ac:chgData name="wilmar cañon" userId="7918cb078fdc7ad0" providerId="LiveId" clId="{47B1302D-9CEA-43B7-947E-6B4263528388}" dt="2020-07-28T21:06:17.796" v="82" actId="1076"/>
          <ac:spMkLst>
            <pc:docMk/>
            <pc:sldMk cId="790800190" sldId="258"/>
            <ac:spMk id="2" creationId="{00000000-0000-0000-0000-000000000000}"/>
          </ac:spMkLst>
        </pc:spChg>
        <pc:spChg chg="add">
          <ac:chgData name="wilmar cañon" userId="7918cb078fdc7ad0" providerId="LiveId" clId="{47B1302D-9CEA-43B7-947E-6B4263528388}" dt="2020-07-28T21:07:29.895" v="117" actId="22"/>
          <ac:spMkLst>
            <pc:docMk/>
            <pc:sldMk cId="790800190" sldId="258"/>
            <ac:spMk id="4" creationId="{48F55D7F-CA7C-432E-B6C1-51D4C6EF8593}"/>
          </ac:spMkLst>
        </pc:spChg>
      </pc:sldChg>
      <pc:sldChg chg="modSp del mod setBg">
        <pc:chgData name="wilmar cañon" userId="7918cb078fdc7ad0" providerId="LiveId" clId="{47B1302D-9CEA-43B7-947E-6B4263528388}" dt="2020-07-28T20:59:10.059" v="62" actId="47"/>
        <pc:sldMkLst>
          <pc:docMk/>
          <pc:sldMk cId="790800190" sldId="259"/>
        </pc:sldMkLst>
        <pc:spChg chg="mod">
          <ac:chgData name="wilmar cañon" userId="7918cb078fdc7ad0" providerId="LiveId" clId="{47B1302D-9CEA-43B7-947E-6B4263528388}" dt="2020-07-28T20:57:26.040" v="22" actId="2711"/>
          <ac:spMkLst>
            <pc:docMk/>
            <pc:sldMk cId="790800190" sldId="259"/>
            <ac:spMk id="2" creationId="{00000000-0000-0000-0000-000000000000}"/>
          </ac:spMkLst>
        </pc:spChg>
      </pc:sldChg>
      <pc:sldChg chg="modSp del mod setBg">
        <pc:chgData name="wilmar cañon" userId="7918cb078fdc7ad0" providerId="LiveId" clId="{47B1302D-9CEA-43B7-947E-6B4263528388}" dt="2020-07-28T20:59:22.840" v="63" actId="47"/>
        <pc:sldMkLst>
          <pc:docMk/>
          <pc:sldMk cId="3362586637" sldId="260"/>
        </pc:sldMkLst>
        <pc:spChg chg="mod">
          <ac:chgData name="wilmar cañon" userId="7918cb078fdc7ad0" providerId="LiveId" clId="{47B1302D-9CEA-43B7-947E-6B4263528388}" dt="2020-07-28T20:57:37.597" v="27" actId="2711"/>
          <ac:spMkLst>
            <pc:docMk/>
            <pc:sldMk cId="3362586637" sldId="260"/>
            <ac:spMk id="4" creationId="{00000000-0000-0000-0000-000000000000}"/>
          </ac:spMkLst>
        </pc:spChg>
      </pc:sldChg>
      <pc:sldChg chg="del setBg">
        <pc:chgData name="wilmar cañon" userId="7918cb078fdc7ad0" providerId="LiveId" clId="{47B1302D-9CEA-43B7-947E-6B4263528388}" dt="2020-07-28T20:59:23.556" v="64" actId="47"/>
        <pc:sldMkLst>
          <pc:docMk/>
          <pc:sldMk cId="655408650" sldId="261"/>
        </pc:sldMkLst>
      </pc:sldChg>
      <pc:sldChg chg="del setBg">
        <pc:chgData name="wilmar cañon" userId="7918cb078fdc7ad0" providerId="LiveId" clId="{47B1302D-9CEA-43B7-947E-6B4263528388}" dt="2020-07-28T20:59:24.345" v="65" actId="47"/>
        <pc:sldMkLst>
          <pc:docMk/>
          <pc:sldMk cId="379854603" sldId="262"/>
        </pc:sldMkLst>
      </pc:sldChg>
      <pc:sldChg chg="addSp modSp mod setBg">
        <pc:chgData name="wilmar cañon" userId="7918cb078fdc7ad0" providerId="LiveId" clId="{47B1302D-9CEA-43B7-947E-6B4263528388}" dt="2020-07-28T21:07:51.973" v="121" actId="2711"/>
        <pc:sldMkLst>
          <pc:docMk/>
          <pc:sldMk cId="3197399796" sldId="263"/>
        </pc:sldMkLst>
        <pc:spChg chg="mod">
          <ac:chgData name="wilmar cañon" userId="7918cb078fdc7ad0" providerId="LiveId" clId="{47B1302D-9CEA-43B7-947E-6B4263528388}" dt="2020-07-28T21:07:51.973" v="121" actId="2711"/>
          <ac:spMkLst>
            <pc:docMk/>
            <pc:sldMk cId="3197399796" sldId="263"/>
            <ac:spMk id="2" creationId="{00000000-0000-0000-0000-000000000000}"/>
          </ac:spMkLst>
        </pc:spChg>
        <pc:spChg chg="add">
          <ac:chgData name="wilmar cañon" userId="7918cb078fdc7ad0" providerId="LiveId" clId="{47B1302D-9CEA-43B7-947E-6B4263528388}" dt="2020-07-28T21:07:34.249" v="120" actId="22"/>
          <ac:spMkLst>
            <pc:docMk/>
            <pc:sldMk cId="3197399796" sldId="263"/>
            <ac:spMk id="4" creationId="{213C0965-5DEF-4EB4-B248-DC5AAB579AB7}"/>
          </ac:spMkLst>
        </pc:spChg>
      </pc:sldChg>
      <pc:sldChg chg="addSp modSp add mod">
        <pc:chgData name="wilmar cañon" userId="7918cb078fdc7ad0" providerId="LiveId" clId="{47B1302D-9CEA-43B7-947E-6B4263528388}" dt="2020-07-28T21:07:31.524" v="118" actId="22"/>
        <pc:sldMkLst>
          <pc:docMk/>
          <pc:sldMk cId="4110701987" sldId="264"/>
        </pc:sldMkLst>
        <pc:spChg chg="add">
          <ac:chgData name="wilmar cañon" userId="7918cb078fdc7ad0" providerId="LiveId" clId="{47B1302D-9CEA-43B7-947E-6B4263528388}" dt="2020-07-28T21:07:31.524" v="118" actId="22"/>
          <ac:spMkLst>
            <pc:docMk/>
            <pc:sldMk cId="4110701987" sldId="264"/>
            <ac:spMk id="3" creationId="{CD9A6BF3-9AF8-4502-88D4-DDDB019B2BFC}"/>
          </ac:spMkLst>
        </pc:spChg>
        <pc:spChg chg="mod">
          <ac:chgData name="wilmar cañon" userId="7918cb078fdc7ad0" providerId="LiveId" clId="{47B1302D-9CEA-43B7-947E-6B4263528388}" dt="2020-07-28T21:06:21.996" v="83" actId="1076"/>
          <ac:spMkLst>
            <pc:docMk/>
            <pc:sldMk cId="4110701987" sldId="264"/>
            <ac:spMk id="4" creationId="{00000000-0000-0000-0000-000000000000}"/>
          </ac:spMkLst>
        </pc:spChg>
      </pc:sldChg>
      <pc:sldChg chg="addSp modSp add mod">
        <pc:chgData name="wilmar cañon" userId="7918cb078fdc7ad0" providerId="LiveId" clId="{47B1302D-9CEA-43B7-947E-6B4263528388}" dt="2020-07-28T21:07:32.356" v="119" actId="22"/>
        <pc:sldMkLst>
          <pc:docMk/>
          <pc:sldMk cId="2732706015" sldId="265"/>
        </pc:sldMkLst>
        <pc:spChg chg="mod">
          <ac:chgData name="wilmar cañon" userId="7918cb078fdc7ad0" providerId="LiveId" clId="{47B1302D-9CEA-43B7-947E-6B4263528388}" dt="2020-07-28T21:06:24.794" v="84" actId="1076"/>
          <ac:spMkLst>
            <pc:docMk/>
            <pc:sldMk cId="2732706015" sldId="265"/>
            <ac:spMk id="2" creationId="{00000000-0000-0000-0000-000000000000}"/>
          </ac:spMkLst>
        </pc:spChg>
        <pc:spChg chg="add">
          <ac:chgData name="wilmar cañon" userId="7918cb078fdc7ad0" providerId="LiveId" clId="{47B1302D-9CEA-43B7-947E-6B4263528388}" dt="2020-07-28T21:07:32.356" v="119" actId="22"/>
          <ac:spMkLst>
            <pc:docMk/>
            <pc:sldMk cId="2732706015" sldId="265"/>
            <ac:spMk id="4" creationId="{142AB388-05AD-441E-985D-0293E77BDD48}"/>
          </ac:spMkLst>
        </pc:spChg>
      </pc:sldChg>
      <pc:sldMasterChg chg="setBg modSldLayout">
        <pc:chgData name="wilmar cañon" userId="7918cb078fdc7ad0" providerId="LiveId" clId="{47B1302D-9CEA-43B7-947E-6B4263528388}" dt="2020-07-28T21:06:06.718" v="80"/>
        <pc:sldMasterMkLst>
          <pc:docMk/>
          <pc:sldMasterMk cId="2521281274" sldId="2147483648"/>
        </pc:sldMasterMkLst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2082125958" sldId="2147483649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878943447" sldId="2147483650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3417050502" sldId="2147483651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1887478830" sldId="2147483652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3484720159" sldId="2147483653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1025082961" sldId="2147483654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1169223035" sldId="2147483655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1333204964" sldId="2147483656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881327891" sldId="2147483657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667650360" sldId="2147483658"/>
          </pc:sldLayoutMkLst>
        </pc:sldLayoutChg>
        <pc:sldLayoutChg chg="setBg">
          <pc:chgData name="wilmar cañon" userId="7918cb078fdc7ad0" providerId="LiveId" clId="{47B1302D-9CEA-43B7-947E-6B4263528388}" dt="2020-07-28T21:06:06.718" v="80"/>
          <pc:sldLayoutMkLst>
            <pc:docMk/>
            <pc:sldMasterMk cId="2521281274" sldId="2147483648"/>
            <pc:sldLayoutMk cId="225137028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212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894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705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747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472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5082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922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320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132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765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1370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FF84A-967C-4965-A4B5-BA8C842FB39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9E0A9-A93F-4929-ABAA-D0102961FD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128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787079" y="1951349"/>
            <a:ext cx="7569841" cy="275430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Señor a tus campos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Yo quiero ir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37464A80-2FA0-4228-ABB0-A6C190401E64}"/>
              </a:ext>
            </a:extLst>
          </p:cNvPr>
          <p:cNvSpPr txBox="1">
            <a:spLocks/>
          </p:cNvSpPr>
          <p:nvPr/>
        </p:nvSpPr>
        <p:spPr>
          <a:xfrm>
            <a:off x="1817694" y="2888940"/>
            <a:ext cx="6696744" cy="1846233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5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24193343-10BE-42A8-98A2-27595CAE04B1}"/>
              </a:ext>
            </a:extLst>
          </p:cNvPr>
          <p:cNvSpPr txBox="1">
            <a:spLocks/>
          </p:cNvSpPr>
          <p:nvPr/>
        </p:nvSpPr>
        <p:spPr>
          <a:xfrm>
            <a:off x="6228184" y="188640"/>
            <a:ext cx="2817313" cy="77408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TOMA MI VIDA</a:t>
            </a:r>
          </a:p>
          <a:p>
            <a:pPr algn="ctr"/>
            <a:endParaRPr lang="es-CO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062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466655" y="1808820"/>
            <a:ext cx="6210690" cy="275430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Sólo en tu obra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Quiero servir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algn="ctr"/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37464A80-2FA0-4228-ABB0-A6C190401E64}"/>
              </a:ext>
            </a:extLst>
          </p:cNvPr>
          <p:cNvSpPr txBox="1">
            <a:spLocks/>
          </p:cNvSpPr>
          <p:nvPr/>
        </p:nvSpPr>
        <p:spPr>
          <a:xfrm>
            <a:off x="1817694" y="2888940"/>
            <a:ext cx="6696744" cy="1846233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5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24193343-10BE-42A8-98A2-27595CAE04B1}"/>
              </a:ext>
            </a:extLst>
          </p:cNvPr>
          <p:cNvSpPr txBox="1">
            <a:spLocks/>
          </p:cNvSpPr>
          <p:nvPr/>
        </p:nvSpPr>
        <p:spPr>
          <a:xfrm>
            <a:off x="5940153" y="116632"/>
            <a:ext cx="3203848" cy="56349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TOMA MI VIDA</a:t>
            </a:r>
          </a:p>
          <a:p>
            <a:pPr algn="ctr"/>
            <a:endParaRPr lang="es-CO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583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07604" y="1916832"/>
            <a:ext cx="7344816" cy="216024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Dispuesto acepto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Lo que hagas de mí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8CA513CC-A66C-4047-AA0C-34FA17F93C88}"/>
              </a:ext>
            </a:extLst>
          </p:cNvPr>
          <p:cNvSpPr txBox="1">
            <a:spLocks/>
          </p:cNvSpPr>
          <p:nvPr/>
        </p:nvSpPr>
        <p:spPr>
          <a:xfrm>
            <a:off x="5724128" y="116632"/>
            <a:ext cx="3339371" cy="56349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TOMA MI VIDA</a:t>
            </a:r>
          </a:p>
          <a:p>
            <a:pPr algn="ctr"/>
            <a:endParaRPr lang="es-CO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80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2060848"/>
            <a:ext cx="8136396" cy="216024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Toma mi vida y úsala tú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algn="ctr"/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8CA513CC-A66C-4047-AA0C-34FA17F93C88}"/>
              </a:ext>
            </a:extLst>
          </p:cNvPr>
          <p:cNvSpPr txBox="1">
            <a:spLocks/>
          </p:cNvSpPr>
          <p:nvPr/>
        </p:nvSpPr>
        <p:spPr>
          <a:xfrm>
            <a:off x="5724128" y="116632"/>
            <a:ext cx="3339371" cy="56349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TOMA MI VIDA</a:t>
            </a:r>
          </a:p>
          <a:p>
            <a:pPr algn="ctr"/>
            <a:endParaRPr lang="es-CO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33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787079" y="1951349"/>
            <a:ext cx="7569841" cy="275430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Señor a tus campos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Yo quiero ir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37464A80-2FA0-4228-ABB0-A6C190401E64}"/>
              </a:ext>
            </a:extLst>
          </p:cNvPr>
          <p:cNvSpPr txBox="1">
            <a:spLocks/>
          </p:cNvSpPr>
          <p:nvPr/>
        </p:nvSpPr>
        <p:spPr>
          <a:xfrm>
            <a:off x="1817694" y="2888940"/>
            <a:ext cx="6696744" cy="1846233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5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24193343-10BE-42A8-98A2-27595CAE04B1}"/>
              </a:ext>
            </a:extLst>
          </p:cNvPr>
          <p:cNvSpPr txBox="1">
            <a:spLocks/>
          </p:cNvSpPr>
          <p:nvPr/>
        </p:nvSpPr>
        <p:spPr>
          <a:xfrm>
            <a:off x="6228184" y="188640"/>
            <a:ext cx="2817313" cy="77408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TOMA MI VIDA</a:t>
            </a:r>
          </a:p>
          <a:p>
            <a:pPr algn="ctr"/>
            <a:endParaRPr lang="es-CO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92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466655" y="1808820"/>
            <a:ext cx="6210690" cy="275430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Sólo en tu obra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Quiero servir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algn="ctr"/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37464A80-2FA0-4228-ABB0-A6C190401E64}"/>
              </a:ext>
            </a:extLst>
          </p:cNvPr>
          <p:cNvSpPr txBox="1">
            <a:spLocks/>
          </p:cNvSpPr>
          <p:nvPr/>
        </p:nvSpPr>
        <p:spPr>
          <a:xfrm>
            <a:off x="1817694" y="2888940"/>
            <a:ext cx="6696744" cy="1846233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5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24193343-10BE-42A8-98A2-27595CAE04B1}"/>
              </a:ext>
            </a:extLst>
          </p:cNvPr>
          <p:cNvSpPr txBox="1">
            <a:spLocks/>
          </p:cNvSpPr>
          <p:nvPr/>
        </p:nvSpPr>
        <p:spPr>
          <a:xfrm>
            <a:off x="5940153" y="116632"/>
            <a:ext cx="3203848" cy="56349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TOMA MI VIDA</a:t>
            </a:r>
          </a:p>
          <a:p>
            <a:pPr algn="ctr"/>
            <a:endParaRPr lang="es-CO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16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07604" y="1916832"/>
            <a:ext cx="7344816" cy="216024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Dispuesto acepto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Lo que hagas de mí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8CA513CC-A66C-4047-AA0C-34FA17F93C88}"/>
              </a:ext>
            </a:extLst>
          </p:cNvPr>
          <p:cNvSpPr txBox="1">
            <a:spLocks/>
          </p:cNvSpPr>
          <p:nvPr/>
        </p:nvSpPr>
        <p:spPr>
          <a:xfrm>
            <a:off x="5724128" y="116632"/>
            <a:ext cx="3339371" cy="56349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TOMA MI VIDA</a:t>
            </a:r>
          </a:p>
          <a:p>
            <a:pPr algn="ctr"/>
            <a:endParaRPr lang="es-CO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06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2060848"/>
            <a:ext cx="8424936" cy="216024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/Toma mi vida y úsala tú/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algn="ctr"/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8CA513CC-A66C-4047-AA0C-34FA17F93C88}"/>
              </a:ext>
            </a:extLst>
          </p:cNvPr>
          <p:cNvSpPr txBox="1">
            <a:spLocks/>
          </p:cNvSpPr>
          <p:nvPr/>
        </p:nvSpPr>
        <p:spPr>
          <a:xfrm>
            <a:off x="5724128" y="116632"/>
            <a:ext cx="3339371" cy="56349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TOMA MI VIDA</a:t>
            </a:r>
          </a:p>
          <a:p>
            <a:pPr algn="ctr"/>
            <a:endParaRPr lang="es-CO" sz="28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1246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78</Words>
  <Application>Microsoft Office PowerPoint</Application>
  <PresentationFormat>Presentación en pantalla (4:3)</PresentationFormat>
  <Paragraphs>22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13</cp:revision>
  <dcterms:created xsi:type="dcterms:W3CDTF">2016-03-29T03:37:54Z</dcterms:created>
  <dcterms:modified xsi:type="dcterms:W3CDTF">2021-07-27T04:47:22Z</dcterms:modified>
</cp:coreProperties>
</file>