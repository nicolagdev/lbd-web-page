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69" r:id="rId7"/>
    <p:sldId id="260" r:id="rId8"/>
    <p:sldId id="263" r:id="rId9"/>
    <p:sldId id="26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E79D3AA6-11E1-40F9-8096-AD1D7B5C4D89}"/>
    <pc:docChg chg="custSel addSld delSld modSld modMainMaster">
      <pc:chgData name="wilmar cañon" userId="7918cb078fdc7ad0" providerId="LiveId" clId="{E79D3AA6-11E1-40F9-8096-AD1D7B5C4D89}" dt="2020-08-02T14:53:03.737" v="157" actId="22"/>
      <pc:docMkLst>
        <pc:docMk/>
      </pc:docMkLst>
      <pc:sldChg chg="addSp delSp modSp mod setBg">
        <pc:chgData name="wilmar cañon" userId="7918cb078fdc7ad0" providerId="LiveId" clId="{E79D3AA6-11E1-40F9-8096-AD1D7B5C4D89}" dt="2020-08-02T14:49:22.300" v="47" actId="122"/>
        <pc:sldMkLst>
          <pc:docMk/>
          <pc:sldMk cId="16580708" sldId="256"/>
        </pc:sldMkLst>
        <pc:spChg chg="add mod">
          <ac:chgData name="wilmar cañon" userId="7918cb078fdc7ad0" providerId="LiveId" clId="{E79D3AA6-11E1-40F9-8096-AD1D7B5C4D89}" dt="2020-08-02T14:48:52.393" v="39" actId="1076"/>
          <ac:spMkLst>
            <pc:docMk/>
            <pc:sldMk cId="16580708" sldId="256"/>
            <ac:spMk id="2" creationId="{87C6EB66-9F44-4416-9332-CE43567B1619}"/>
          </ac:spMkLst>
        </pc:spChg>
        <pc:spChg chg="mod">
          <ac:chgData name="wilmar cañon" userId="7918cb078fdc7ad0" providerId="LiveId" clId="{E79D3AA6-11E1-40F9-8096-AD1D7B5C4D89}" dt="2020-08-02T14:49:22.300" v="47" actId="122"/>
          <ac:spMkLst>
            <pc:docMk/>
            <pc:sldMk cId="16580708" sldId="256"/>
            <ac:spMk id="3" creationId="{00000000-0000-0000-0000-000000000000}"/>
          </ac:spMkLst>
        </pc:spChg>
        <pc:spChg chg="del">
          <ac:chgData name="wilmar cañon" userId="7918cb078fdc7ad0" providerId="LiveId" clId="{E79D3AA6-11E1-40F9-8096-AD1D7B5C4D89}" dt="2020-08-02T14:47:28.904" v="0" actId="478"/>
          <ac:spMkLst>
            <pc:docMk/>
            <pc:sldMk cId="16580708" sldId="256"/>
            <ac:spMk id="4" creationId="{00000000-0000-0000-0000-000000000000}"/>
          </ac:spMkLst>
        </pc:spChg>
      </pc:sldChg>
      <pc:sldChg chg="addSp modSp mod setBg">
        <pc:chgData name="wilmar cañon" userId="7918cb078fdc7ad0" providerId="LiveId" clId="{E79D3AA6-11E1-40F9-8096-AD1D7B5C4D89}" dt="2020-08-02T14:52:59.421" v="153" actId="22"/>
        <pc:sldMkLst>
          <pc:docMk/>
          <pc:sldMk cId="2614359243" sldId="257"/>
        </pc:sldMkLst>
        <pc:spChg chg="mod">
          <ac:chgData name="wilmar cañon" userId="7918cb078fdc7ad0" providerId="LiveId" clId="{E79D3AA6-11E1-40F9-8096-AD1D7B5C4D89}" dt="2020-08-02T14:49:42.177" v="67" actId="20577"/>
          <ac:spMkLst>
            <pc:docMk/>
            <pc:sldMk cId="2614359243" sldId="257"/>
            <ac:spMk id="2" creationId="{00000000-0000-0000-0000-000000000000}"/>
          </ac:spMkLst>
        </pc:spChg>
        <pc:spChg chg="add">
          <ac:chgData name="wilmar cañon" userId="7918cb078fdc7ad0" providerId="LiveId" clId="{E79D3AA6-11E1-40F9-8096-AD1D7B5C4D89}" dt="2020-08-02T14:52:59.421" v="153" actId="22"/>
          <ac:spMkLst>
            <pc:docMk/>
            <pc:sldMk cId="2614359243" sldId="257"/>
            <ac:spMk id="4" creationId="{89A9E112-778F-40EF-AE5A-1577F84412BD}"/>
          </ac:spMkLst>
        </pc:spChg>
      </pc:sldChg>
      <pc:sldChg chg="addSp modSp mod setBg">
        <pc:chgData name="wilmar cañon" userId="7918cb078fdc7ad0" providerId="LiveId" clId="{E79D3AA6-11E1-40F9-8096-AD1D7B5C4D89}" dt="2020-08-02T14:53:00.661" v="155" actId="22"/>
        <pc:sldMkLst>
          <pc:docMk/>
          <pc:sldMk cId="227352342" sldId="258"/>
        </pc:sldMkLst>
        <pc:spChg chg="mod">
          <ac:chgData name="wilmar cañon" userId="7918cb078fdc7ad0" providerId="LiveId" clId="{E79D3AA6-11E1-40F9-8096-AD1D7B5C4D89}" dt="2020-08-02T14:51:24.505" v="125" actId="1076"/>
          <ac:spMkLst>
            <pc:docMk/>
            <pc:sldMk cId="227352342" sldId="258"/>
            <ac:spMk id="2" creationId="{00000000-0000-0000-0000-000000000000}"/>
          </ac:spMkLst>
        </pc:spChg>
        <pc:spChg chg="add mod">
          <ac:chgData name="wilmar cañon" userId="7918cb078fdc7ad0" providerId="LiveId" clId="{E79D3AA6-11E1-40F9-8096-AD1D7B5C4D89}" dt="2020-08-02T14:50:45.125" v="112" actId="1076"/>
          <ac:spMkLst>
            <pc:docMk/>
            <pc:sldMk cId="227352342" sldId="258"/>
            <ac:spMk id="4" creationId="{56EEA336-49D3-474F-AB10-1ED101953408}"/>
          </ac:spMkLst>
        </pc:spChg>
        <pc:spChg chg="add mod">
          <ac:chgData name="wilmar cañon" userId="7918cb078fdc7ad0" providerId="LiveId" clId="{E79D3AA6-11E1-40F9-8096-AD1D7B5C4D89}" dt="2020-08-02T14:51:14.436" v="123" actId="14100"/>
          <ac:spMkLst>
            <pc:docMk/>
            <pc:sldMk cId="227352342" sldId="258"/>
            <ac:spMk id="6" creationId="{6D9564BD-2776-4E1F-8203-8C2380CB689B}"/>
          </ac:spMkLst>
        </pc:spChg>
        <pc:spChg chg="add">
          <ac:chgData name="wilmar cañon" userId="7918cb078fdc7ad0" providerId="LiveId" clId="{E79D3AA6-11E1-40F9-8096-AD1D7B5C4D89}" dt="2020-08-02T14:53:00.661" v="155" actId="22"/>
          <ac:spMkLst>
            <pc:docMk/>
            <pc:sldMk cId="227352342" sldId="258"/>
            <ac:spMk id="8" creationId="{739188E8-D51E-4D2D-B9AA-69355998A00C}"/>
          </ac:spMkLst>
        </pc:spChg>
      </pc:sldChg>
      <pc:sldChg chg="modSp del setBg">
        <pc:chgData name="wilmar cañon" userId="7918cb078fdc7ad0" providerId="LiveId" clId="{E79D3AA6-11E1-40F9-8096-AD1D7B5C4D89}" dt="2020-08-02T14:50:51.346" v="114" actId="47"/>
        <pc:sldMkLst>
          <pc:docMk/>
          <pc:sldMk cId="4088599788" sldId="259"/>
        </pc:sldMkLst>
        <pc:spChg chg="mod">
          <ac:chgData name="wilmar cañon" userId="7918cb078fdc7ad0" providerId="LiveId" clId="{E79D3AA6-11E1-40F9-8096-AD1D7B5C4D89}" dt="2020-08-02T14:48:18.171" v="8"/>
          <ac:spMkLst>
            <pc:docMk/>
            <pc:sldMk cId="4088599788" sldId="259"/>
            <ac:spMk id="2" creationId="{00000000-0000-0000-0000-000000000000}"/>
          </ac:spMkLst>
        </pc:spChg>
      </pc:sldChg>
      <pc:sldChg chg="addSp modSp mod setBg">
        <pc:chgData name="wilmar cañon" userId="7918cb078fdc7ad0" providerId="LiveId" clId="{E79D3AA6-11E1-40F9-8096-AD1D7B5C4D89}" dt="2020-08-02T14:53:01.755" v="156" actId="22"/>
        <pc:sldMkLst>
          <pc:docMk/>
          <pc:sldMk cId="4088599788" sldId="260"/>
        </pc:sldMkLst>
        <pc:spChg chg="mod">
          <ac:chgData name="wilmar cañon" userId="7918cb078fdc7ad0" providerId="LiveId" clId="{E79D3AA6-11E1-40F9-8096-AD1D7B5C4D89}" dt="2020-08-02T14:52:29.258" v="151" actId="27636"/>
          <ac:spMkLst>
            <pc:docMk/>
            <pc:sldMk cId="4088599788" sldId="260"/>
            <ac:spMk id="2" creationId="{00000000-0000-0000-0000-000000000000}"/>
          </ac:spMkLst>
        </pc:spChg>
        <pc:spChg chg="add">
          <ac:chgData name="wilmar cañon" userId="7918cb078fdc7ad0" providerId="LiveId" clId="{E79D3AA6-11E1-40F9-8096-AD1D7B5C4D89}" dt="2020-08-02T14:53:01.755" v="156" actId="22"/>
          <ac:spMkLst>
            <pc:docMk/>
            <pc:sldMk cId="4088599788" sldId="260"/>
            <ac:spMk id="4" creationId="{9FCE03C8-11D0-4825-95F4-0411E6743333}"/>
          </ac:spMkLst>
        </pc:spChg>
      </pc:sldChg>
      <pc:sldChg chg="modSp del setBg">
        <pc:chgData name="wilmar cañon" userId="7918cb078fdc7ad0" providerId="LiveId" clId="{E79D3AA6-11E1-40F9-8096-AD1D7B5C4D89}" dt="2020-08-02T14:52:10.338" v="144" actId="47"/>
        <pc:sldMkLst>
          <pc:docMk/>
          <pc:sldMk cId="4088599788" sldId="261"/>
        </pc:sldMkLst>
        <pc:spChg chg="mod">
          <ac:chgData name="wilmar cañon" userId="7918cb078fdc7ad0" providerId="LiveId" clId="{E79D3AA6-11E1-40F9-8096-AD1D7B5C4D89}" dt="2020-08-02T14:48:18.171" v="8"/>
          <ac:spMkLst>
            <pc:docMk/>
            <pc:sldMk cId="4088599788" sldId="261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E79D3AA6-11E1-40F9-8096-AD1D7B5C4D89}" dt="2020-08-02T14:52:11.053" v="145" actId="47"/>
        <pc:sldMkLst>
          <pc:docMk/>
          <pc:sldMk cId="4088599788" sldId="262"/>
        </pc:sldMkLst>
        <pc:spChg chg="mod">
          <ac:chgData name="wilmar cañon" userId="7918cb078fdc7ad0" providerId="LiveId" clId="{E79D3AA6-11E1-40F9-8096-AD1D7B5C4D89}" dt="2020-08-02T14:48:18.171" v="8"/>
          <ac:spMkLst>
            <pc:docMk/>
            <pc:sldMk cId="4088599788" sldId="262"/>
            <ac:spMk id="2" creationId="{00000000-0000-0000-0000-000000000000}"/>
          </ac:spMkLst>
        </pc:spChg>
      </pc:sldChg>
      <pc:sldChg chg="add">
        <pc:chgData name="wilmar cañon" userId="7918cb078fdc7ad0" providerId="LiveId" clId="{E79D3AA6-11E1-40F9-8096-AD1D7B5C4D89}" dt="2020-08-02T14:52:03.285" v="142"/>
        <pc:sldMkLst>
          <pc:docMk/>
          <pc:sldMk cId="2341496542" sldId="263"/>
        </pc:sldMkLst>
      </pc:sldChg>
      <pc:sldChg chg="addSp add mod">
        <pc:chgData name="wilmar cañon" userId="7918cb078fdc7ad0" providerId="LiveId" clId="{E79D3AA6-11E1-40F9-8096-AD1D7B5C4D89}" dt="2020-08-02T14:53:03.737" v="157" actId="22"/>
        <pc:sldMkLst>
          <pc:docMk/>
          <pc:sldMk cId="2390335914" sldId="264"/>
        </pc:sldMkLst>
        <pc:spChg chg="add">
          <ac:chgData name="wilmar cañon" userId="7918cb078fdc7ad0" providerId="LiveId" clId="{E79D3AA6-11E1-40F9-8096-AD1D7B5C4D89}" dt="2020-08-02T14:53:03.737" v="157" actId="22"/>
          <ac:spMkLst>
            <pc:docMk/>
            <pc:sldMk cId="2390335914" sldId="264"/>
            <ac:spMk id="4" creationId="{6D3E97AA-AD29-4A42-A493-6CE23B156149}"/>
          </ac:spMkLst>
        </pc:spChg>
      </pc:sldChg>
      <pc:sldChg chg="add">
        <pc:chgData name="wilmar cañon" userId="7918cb078fdc7ad0" providerId="LiveId" clId="{E79D3AA6-11E1-40F9-8096-AD1D7B5C4D89}" dt="2020-08-02T14:52:55.621" v="152"/>
        <pc:sldMkLst>
          <pc:docMk/>
          <pc:sldMk cId="346623993" sldId="265"/>
        </pc:sldMkLst>
      </pc:sldChg>
      <pc:sldChg chg="addSp add mod">
        <pc:chgData name="wilmar cañon" userId="7918cb078fdc7ad0" providerId="LiveId" clId="{E79D3AA6-11E1-40F9-8096-AD1D7B5C4D89}" dt="2020-08-02T14:53:00.060" v="154" actId="22"/>
        <pc:sldMkLst>
          <pc:docMk/>
          <pc:sldMk cId="3991280376" sldId="266"/>
        </pc:sldMkLst>
        <pc:spChg chg="add">
          <ac:chgData name="wilmar cañon" userId="7918cb078fdc7ad0" providerId="LiveId" clId="{E79D3AA6-11E1-40F9-8096-AD1D7B5C4D89}" dt="2020-08-02T14:53:00.060" v="154" actId="22"/>
          <ac:spMkLst>
            <pc:docMk/>
            <pc:sldMk cId="3991280376" sldId="266"/>
            <ac:spMk id="4" creationId="{17034251-B257-4B01-857C-483780874DF7}"/>
          </ac:spMkLst>
        </pc:spChg>
      </pc:sldChg>
      <pc:sldMasterChg chg="modSp setBg modSldLayout">
        <pc:chgData name="wilmar cañon" userId="7918cb078fdc7ad0" providerId="LiveId" clId="{E79D3AA6-11E1-40F9-8096-AD1D7B5C4D89}" dt="2020-08-02T14:48:18.171" v="8"/>
        <pc:sldMasterMkLst>
          <pc:docMk/>
          <pc:sldMasterMk cId="2408217507" sldId="2147483648"/>
        </pc:sldMasterMkLst>
        <pc:spChg chg="mod">
          <ac:chgData name="wilmar cañon" userId="7918cb078fdc7ad0" providerId="LiveId" clId="{E79D3AA6-11E1-40F9-8096-AD1D7B5C4D89}" dt="2020-08-02T14:48:18.171" v="8"/>
          <ac:spMkLst>
            <pc:docMk/>
            <pc:sldMasterMk cId="2408217507" sldId="2147483648"/>
            <ac:spMk id="2" creationId="{00000000-0000-0000-0000-000000000000}"/>
          </ac:spMkLst>
        </pc:spChg>
        <pc:spChg chg="mod">
          <ac:chgData name="wilmar cañon" userId="7918cb078fdc7ad0" providerId="LiveId" clId="{E79D3AA6-11E1-40F9-8096-AD1D7B5C4D89}" dt="2020-08-02T14:48:18.171" v="8"/>
          <ac:spMkLst>
            <pc:docMk/>
            <pc:sldMasterMk cId="2408217507" sldId="2147483648"/>
            <ac:spMk id="3" creationId="{00000000-0000-0000-0000-000000000000}"/>
          </ac:spMkLst>
        </pc:spChg>
        <pc:spChg chg="mod">
          <ac:chgData name="wilmar cañon" userId="7918cb078fdc7ad0" providerId="LiveId" clId="{E79D3AA6-11E1-40F9-8096-AD1D7B5C4D89}" dt="2020-08-02T14:48:18.171" v="8"/>
          <ac:spMkLst>
            <pc:docMk/>
            <pc:sldMasterMk cId="2408217507" sldId="2147483648"/>
            <ac:spMk id="4" creationId="{00000000-0000-0000-0000-000000000000}"/>
          </ac:spMkLst>
        </pc:spChg>
        <pc:spChg chg="mod">
          <ac:chgData name="wilmar cañon" userId="7918cb078fdc7ad0" providerId="LiveId" clId="{E79D3AA6-11E1-40F9-8096-AD1D7B5C4D89}" dt="2020-08-02T14:48:18.171" v="8"/>
          <ac:spMkLst>
            <pc:docMk/>
            <pc:sldMasterMk cId="2408217507" sldId="2147483648"/>
            <ac:spMk id="5" creationId="{00000000-0000-0000-0000-000000000000}"/>
          </ac:spMkLst>
        </pc:spChg>
        <pc:spChg chg="mod">
          <ac:chgData name="wilmar cañon" userId="7918cb078fdc7ad0" providerId="LiveId" clId="{E79D3AA6-11E1-40F9-8096-AD1D7B5C4D89}" dt="2020-08-02T14:48:18.171" v="8"/>
          <ac:spMkLst>
            <pc:docMk/>
            <pc:sldMasterMk cId="2408217507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3857766100" sldId="2147483649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857766100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857766100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E79D3AA6-11E1-40F9-8096-AD1D7B5C4D89}" dt="2020-08-02T14:47:40.594" v="1"/>
          <pc:sldLayoutMkLst>
            <pc:docMk/>
            <pc:sldMasterMk cId="2408217507" sldId="2147483648"/>
            <pc:sldLayoutMk cId="1018022965" sldId="2147483650"/>
          </pc:sldLayoutMkLst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165164162" sldId="2147483651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165164162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165164162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2078057348" sldId="2147483652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2078057348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2078057348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3387424690" sldId="2147483653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387424690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387424690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387424690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387424690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E79D3AA6-11E1-40F9-8096-AD1D7B5C4D89}" dt="2020-08-02T14:47:40.594" v="1"/>
          <pc:sldLayoutMkLst>
            <pc:docMk/>
            <pc:sldMasterMk cId="2408217507" sldId="2147483648"/>
            <pc:sldLayoutMk cId="3865679338" sldId="2147483654"/>
          </pc:sldLayoutMkLst>
        </pc:sldLayoutChg>
        <pc:sldLayoutChg chg="setBg">
          <pc:chgData name="wilmar cañon" userId="7918cb078fdc7ad0" providerId="LiveId" clId="{E79D3AA6-11E1-40F9-8096-AD1D7B5C4D89}" dt="2020-08-02T14:47:40.594" v="1"/>
          <pc:sldLayoutMkLst>
            <pc:docMk/>
            <pc:sldMasterMk cId="2408217507" sldId="2147483648"/>
            <pc:sldLayoutMk cId="2939674022" sldId="2147483655"/>
          </pc:sldLayoutMkLst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4294676810" sldId="2147483656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4294676810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4294676810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4294676810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3680247866" sldId="2147483657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680247866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680247866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3680247866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E79D3AA6-11E1-40F9-8096-AD1D7B5C4D89}" dt="2020-08-02T14:47:40.594" v="1"/>
          <pc:sldLayoutMkLst>
            <pc:docMk/>
            <pc:sldMasterMk cId="2408217507" sldId="2147483648"/>
            <pc:sldLayoutMk cId="1492832665" sldId="2147483658"/>
          </pc:sldLayoutMkLst>
        </pc:sldLayoutChg>
        <pc:sldLayoutChg chg="modSp setBg">
          <pc:chgData name="wilmar cañon" userId="7918cb078fdc7ad0" providerId="LiveId" clId="{E79D3AA6-11E1-40F9-8096-AD1D7B5C4D89}" dt="2020-08-02T14:48:18.171" v="8"/>
          <pc:sldLayoutMkLst>
            <pc:docMk/>
            <pc:sldMasterMk cId="2408217507" sldId="2147483648"/>
            <pc:sldLayoutMk cId="1762230948" sldId="2147483659"/>
          </pc:sldLayoutMkLst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1762230948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E79D3AA6-11E1-40F9-8096-AD1D7B5C4D89}" dt="2020-08-02T14:48:18.171" v="8"/>
            <ac:spMkLst>
              <pc:docMk/>
              <pc:sldMasterMk cId="2408217507" sldId="2147483648"/>
              <pc:sldLayoutMk cId="1762230948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776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802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16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805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742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567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967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67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024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283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23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6C028-5A60-4BA7-989E-FFA1997859C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8456C-A322-46D6-8C2C-BD859BC72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821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89602" y="1916832"/>
            <a:ext cx="7164796" cy="1846233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Dale tu VIDA hoy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7C6EB66-9F44-4416-9332-CE43567B1619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1658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23628" y="1754814"/>
            <a:ext cx="6696744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Déjale REINAR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7D018D-18BC-4814-A876-8F3555915EA8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261435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89602" y="1916832"/>
            <a:ext cx="7164796" cy="1846233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Dale tu VIDA hoy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7C6EB66-9F44-4416-9332-CE43567B1619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385968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23628" y="1754814"/>
            <a:ext cx="6696744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Déjale REINAR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7D018D-18BC-4814-A876-8F3555915EA8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300691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566358"/>
            <a:ext cx="7956085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El SEÑOR te ofrece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56EEA336-49D3-474F-AB10-1ED101953408}"/>
              </a:ext>
            </a:extLst>
          </p:cNvPr>
          <p:cNvSpPr txBox="1">
            <a:spLocks/>
          </p:cNvSpPr>
          <p:nvPr/>
        </p:nvSpPr>
        <p:spPr>
          <a:xfrm>
            <a:off x="1475656" y="2489474"/>
            <a:ext cx="5896454" cy="78997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NUEVA VIDA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0D4468-EF3C-49E3-A39D-161E2F5B4830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22735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Subtítulo">
            <a:extLst>
              <a:ext uri="{FF2B5EF4-FFF2-40B4-BE49-F238E27FC236}">
                <a16:creationId xmlns:a16="http://schemas.microsoft.com/office/drawing/2014/main" id="{6D9564BD-2776-4E1F-8203-8C2380CB689B}"/>
              </a:ext>
            </a:extLst>
          </p:cNvPr>
          <p:cNvSpPr txBox="1">
            <a:spLocks/>
          </p:cNvSpPr>
          <p:nvPr/>
        </p:nvSpPr>
        <p:spPr>
          <a:xfrm>
            <a:off x="1556157" y="1582767"/>
            <a:ext cx="6102678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 la PAZ que da su AMOR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0D4468-EF3C-49E3-A39D-161E2F5B4830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67466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34280" y="1196752"/>
            <a:ext cx="9612560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Si lo recibes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hoy amigo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Tu SALVADOR será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348651-71FD-4493-AB8A-4794AE345F90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408859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89602" y="1916832"/>
            <a:ext cx="7164796" cy="1846233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Dale tu VIDA hoy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BD4536-B745-40E6-BA80-440BE8FA3938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234149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23628" y="1754814"/>
            <a:ext cx="6696744" cy="18462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Ven a JESÚS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Déjale REINAR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0E70F5-3D70-435B-83AB-C4AAB6F33B80}"/>
              </a:ext>
            </a:extLst>
          </p:cNvPr>
          <p:cNvSpPr txBox="1"/>
          <p:nvPr/>
        </p:nvSpPr>
        <p:spPr>
          <a:xfrm>
            <a:off x="6173670" y="260648"/>
            <a:ext cx="2970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VEN A JESÚS</a:t>
            </a:r>
          </a:p>
        </p:txBody>
      </p:sp>
    </p:spTree>
    <p:extLst>
      <p:ext uri="{BB962C8B-B14F-4D97-AF65-F5344CB8AC3E}">
        <p14:creationId xmlns:p14="http://schemas.microsoft.com/office/powerpoint/2010/main" val="2390335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84</Words>
  <Application>Microsoft Office PowerPoint</Application>
  <PresentationFormat>Presentación en pantalla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Calibri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7</cp:revision>
  <dcterms:created xsi:type="dcterms:W3CDTF">2016-03-29T01:43:57Z</dcterms:created>
  <dcterms:modified xsi:type="dcterms:W3CDTF">2021-07-27T04:49:01Z</dcterms:modified>
</cp:coreProperties>
</file>