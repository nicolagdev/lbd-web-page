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77" r:id="rId10"/>
    <p:sldId id="278" r:id="rId11"/>
    <p:sldId id="287" r:id="rId12"/>
    <p:sldId id="288" r:id="rId13"/>
    <p:sldId id="291" r:id="rId14"/>
    <p:sldId id="29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E148-4D27-4785-AB3A-165A5CCA10A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5AE-4912-4635-962E-A0CB05FB8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056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E148-4D27-4785-AB3A-165A5CCA10A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5AE-4912-4635-962E-A0CB05FB8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375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E148-4D27-4785-AB3A-165A5CCA10A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5AE-4912-4635-962E-A0CB05FB8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634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E148-4D27-4785-AB3A-165A5CCA10A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5AE-4912-4635-962E-A0CB05FB8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9836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E148-4D27-4785-AB3A-165A5CCA10A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5AE-4912-4635-962E-A0CB05FB8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00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E148-4D27-4785-AB3A-165A5CCA10A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5AE-4912-4635-962E-A0CB05FB8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826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E148-4D27-4785-AB3A-165A5CCA10A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5AE-4912-4635-962E-A0CB05FB8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006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E148-4D27-4785-AB3A-165A5CCA10A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5AE-4912-4635-962E-A0CB05FB8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917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E148-4D27-4785-AB3A-165A5CCA10A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5AE-4912-4635-962E-A0CB05FB8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930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E148-4D27-4785-AB3A-165A5CCA10A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5AE-4912-4635-962E-A0CB05FB8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2125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E148-4D27-4785-AB3A-165A5CCA10A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25AE-4912-4635-962E-A0CB05FB8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434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3E148-4D27-4785-AB3A-165A5CCA10A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A25AE-4912-4635-962E-A0CB05FB8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425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1303682" y="795983"/>
            <a:ext cx="6536635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La única razón de mi adoración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Eres tú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mi Jesús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F6F5EDB-6DFD-458B-9E3B-4DE540058ACB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2961764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37931" y="1271380"/>
            <a:ext cx="8650359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Mi único motivo para vivir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Eres tú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mi Señor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D2DE36-8193-46A1-91B8-0D3E9E86E503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1050024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91546" y="1026215"/>
            <a:ext cx="8560907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Mi única verdad está en ti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Eres MI LUZ y 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MI SALVACIÓN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B457756-7B09-497A-AC59-174E62D15A09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4106582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87018" y="893694"/>
            <a:ext cx="8169964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Mi único amor 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eres tú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por siempre te alabaré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9E537DC-61A0-4A1C-BC16-64C8F0F06DFB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94988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69404" y="1407371"/>
            <a:ext cx="8405192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Tú eres Todopoderoso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Eres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grande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 y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majestuoso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2582265-2B8A-4AC1-964D-9DC7BCEE5CF2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2094201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59904" y="1632504"/>
            <a:ext cx="8024191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Eres fuerte invencible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no hay nadie como tú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B49469A-5959-4419-8C5E-BF0F6B044007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3616501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190499" y="1059500"/>
            <a:ext cx="8763001" cy="23695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La única razón de mi adoración 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Eres tú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mi Jesús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3360A01-B3F0-4325-94F0-7C5654B0BE3C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4172307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03751" y="1254816"/>
            <a:ext cx="8736497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Mi único motivo para vivir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Eres tú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mi Señor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95B5BB-B960-458D-A192-05BED77A41C5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3923760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07371"/>
            <a:ext cx="8975036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Mi única verdad está en ti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Eres mi luz y mi salvación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9E89501-9B75-49B0-8E69-21659DE97541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3621661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9269" y="795983"/>
            <a:ext cx="8709993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Mi único amor eres tú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por siempre te alabaré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839964-87F2-40BB-85A5-AC74D7D01860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3116918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07504" y="1552990"/>
            <a:ext cx="8405192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buNone/>
              <a:defRPr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gency FB" panose="020B0503020202020204" pitchFamily="34" charset="0"/>
              </a:rPr>
              <a:t>Tú eres Todopoderoso</a:t>
            </a:r>
          </a:p>
          <a:p>
            <a:pPr marL="0" indent="0" algn="ctr" defTabSz="685800">
              <a:buNone/>
              <a:defRPr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gency FB" panose="020B0503020202020204" pitchFamily="34" charset="0"/>
              </a:rPr>
              <a:t>Eres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rush Script MT" panose="03060802040406070304" pitchFamily="66" charset="0"/>
              </a:rPr>
              <a:t>grande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gency FB" panose="020B0503020202020204" pitchFamily="34" charset="0"/>
              </a:rPr>
              <a:t> y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rush Script MT" panose="03060802040406070304" pitchFamily="66" charset="0"/>
              </a:rPr>
              <a:t>majestuoso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Brush Script MT" panose="03060802040406070304" pitchFamily="66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2A6F3E-AAAA-430D-B4B8-B5857483C816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1419100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3157" y="1407371"/>
            <a:ext cx="7997686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buNone/>
              <a:defRPr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gency FB" panose="020B0503020202020204" pitchFamily="34" charset="0"/>
              </a:rPr>
              <a:t>Eres fuerte invencible</a:t>
            </a:r>
          </a:p>
          <a:p>
            <a:pPr marL="0" indent="0" algn="ctr" defTabSz="685800">
              <a:buNone/>
              <a:defRPr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gency FB" panose="020B0503020202020204" pitchFamily="34" charset="0"/>
              </a:rPr>
              <a:t>Y no hay nadie como tú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A2C43A0-BA61-4B38-A55F-84902C5B6F2C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574764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07504" y="1552990"/>
            <a:ext cx="8405192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buNone/>
              <a:defRPr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gency FB" panose="020B0503020202020204" pitchFamily="34" charset="0"/>
              </a:rPr>
              <a:t>Tú eres Todopoderoso</a:t>
            </a:r>
          </a:p>
          <a:p>
            <a:pPr marL="0" indent="0" algn="ctr" defTabSz="685800">
              <a:buNone/>
              <a:defRPr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gency FB" panose="020B0503020202020204" pitchFamily="34" charset="0"/>
              </a:rPr>
              <a:t>Eres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rush Script MT" panose="03060802040406070304" pitchFamily="66" charset="0"/>
              </a:rPr>
              <a:t>grande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gency FB" panose="020B0503020202020204" pitchFamily="34" charset="0"/>
              </a:rPr>
              <a:t> y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rush Script MT" panose="03060802040406070304" pitchFamily="66" charset="0"/>
              </a:rPr>
              <a:t>majestuoso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Brush Script MT" panose="03060802040406070304" pitchFamily="66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2A6F3E-AAAA-430D-B4B8-B5857483C816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149185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3157" y="1407371"/>
            <a:ext cx="7997686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buNone/>
              <a:defRPr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gency FB" panose="020B0503020202020204" pitchFamily="34" charset="0"/>
              </a:rPr>
              <a:t>Eres fuerte invencible</a:t>
            </a:r>
          </a:p>
          <a:p>
            <a:pPr marL="0" indent="0" algn="ctr" defTabSz="685800">
              <a:buNone/>
              <a:defRPr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gency FB" panose="020B0503020202020204" pitchFamily="34" charset="0"/>
              </a:rPr>
              <a:t>Y no hay nadie como tú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A2C43A0-BA61-4B38-A55F-84902C5B6F2C}"/>
              </a:ext>
            </a:extLst>
          </p:cNvPr>
          <p:cNvSpPr txBox="1"/>
          <p:nvPr/>
        </p:nvSpPr>
        <p:spPr>
          <a:xfrm>
            <a:off x="4850296" y="211208"/>
            <a:ext cx="4137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TODOPODEROSO</a:t>
            </a:r>
          </a:p>
        </p:txBody>
      </p:sp>
    </p:spTree>
    <p:extLst>
      <p:ext uri="{BB962C8B-B14F-4D97-AF65-F5344CB8AC3E}">
        <p14:creationId xmlns:p14="http://schemas.microsoft.com/office/powerpoint/2010/main" val="28082185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</TotalTime>
  <Words>146</Words>
  <Application>Microsoft Office PowerPoint</Application>
  <PresentationFormat>Presentación en pantalla (4:3)</PresentationFormat>
  <Paragraphs>44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Agency FB</vt:lpstr>
      <vt:lpstr>Arial</vt:lpstr>
      <vt:lpstr>Arial Rounded MT Bold</vt:lpstr>
      <vt:lpstr>Brush Script MT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Fresneda</dc:creator>
  <cp:lastModifiedBy>Familia Cañon Peña</cp:lastModifiedBy>
  <cp:revision>12</cp:revision>
  <dcterms:created xsi:type="dcterms:W3CDTF">2018-07-14T20:18:54Z</dcterms:created>
  <dcterms:modified xsi:type="dcterms:W3CDTF">2021-07-27T04:32:47Z</dcterms:modified>
</cp:coreProperties>
</file>