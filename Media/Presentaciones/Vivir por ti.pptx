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9" r:id="rId6"/>
    <p:sldId id="260" r:id="rId7"/>
    <p:sldId id="270" r:id="rId8"/>
    <p:sldId id="261" r:id="rId9"/>
    <p:sldId id="262" r:id="rId10"/>
    <p:sldId id="263" r:id="rId11"/>
    <p:sldId id="271" r:id="rId12"/>
    <p:sldId id="265" r:id="rId13"/>
    <p:sldId id="264" r:id="rId14"/>
    <p:sldId id="272" r:id="rId15"/>
    <p:sldId id="266" r:id="rId16"/>
    <p:sldId id="273" r:id="rId17"/>
    <p:sldId id="267" r:id="rId18"/>
    <p:sldId id="274" r:id="rId19"/>
    <p:sldId id="275" r:id="rId20"/>
    <p:sldId id="26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601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273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112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68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150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860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47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485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259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365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389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C22D-3ED3-4799-9133-C1C3257B3C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EE59D-8E69-448B-B2EA-044F29386B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389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0B6A9DF-933C-434E-83A8-B021EFB3C3D1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466311" y="1584428"/>
            <a:ext cx="82113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Señor mi Dios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Diste TU VIDA para darme un CORAZÓN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583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0" y="1697309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Con tu amor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Con que me amaste aún 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siendo pecador</a:t>
            </a:r>
          </a:p>
          <a:p>
            <a:pPr algn="ct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E1DB9C-996D-4692-955A-10D465949B64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219084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422412" y="1935847"/>
            <a:ext cx="82991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Y ahora vas conmigo en esta MISIÓN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B1C34D-EF71-4AA9-B7BA-F5B7C91EB876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332194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0" y="2147881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Tú guías mi camino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para alcanzar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C141930-DE36-483A-B303-37E8CD40FCFF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335219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0" y="2147881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COLOMBIA PARA TI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por eso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C141930-DE36-483A-B303-37E8CD40FCFF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1235900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422414" y="2147882"/>
            <a:ext cx="82991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Caminar contigo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es mi anhelo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C4596F-03BB-47F4-A524-899A91485862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211320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422414" y="2147882"/>
            <a:ext cx="82991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Y CONTAR AL MUNDO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Lo que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rush Script MT" panose="03060802040406070304" pitchFamily="66" charset="0"/>
                <a:ea typeface="Times New Roman" panose="02020603050405020304" pitchFamily="18" charset="0"/>
              </a:rPr>
              <a:t>has hecho en mí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Brush Script MT" panose="03060802040406070304" pitchFamily="66" charset="0"/>
              <a:ea typeface="Times New Roman" panose="02020603050405020304" pitchFamily="18" charset="0"/>
            </a:endParaRP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C4596F-03BB-47F4-A524-899A91485862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59811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422414" y="2147880"/>
            <a:ext cx="82991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Tu Hijo murió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Siendo obediente </a:t>
            </a:r>
            <a:r>
              <a:rPr lang="es-MX" sz="54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obediente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 hasta la cruz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4FCE3C-8C78-40A1-A13C-D2CBFAF557D6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174126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122581" y="1700621"/>
            <a:ext cx="902141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Para alumbrar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Mis ojos ciegos y llenarlos</a:t>
            </a:r>
          </a:p>
          <a:p>
            <a:pPr algn="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 con tu luz</a:t>
            </a:r>
          </a:p>
          <a:p>
            <a:pPr algn="ctr" defTabSz="685783"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0DBA7C-5DBB-445F-B8F9-E23E3FC16433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54725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887069" y="2177699"/>
            <a:ext cx="73698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Y aun en el desierto y en la oscuridad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BBB047-DF45-4582-9674-D8EAAF7B8DCF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2546002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887069" y="2177699"/>
            <a:ext cx="73698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TÚ VAS CONMIGO al frente para alcanzar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BBB047-DF45-4582-9674-D8EAAF7B8DCF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352010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887069" y="2771129"/>
            <a:ext cx="73698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COLOMBIA PARA TI</a:t>
            </a:r>
          </a:p>
          <a:p>
            <a:pPr algn="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Por eso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0A91C1-3296-4440-8FC4-3FF5257A3D2E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1290410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343523" y="2144964"/>
            <a:ext cx="84569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CAMINAR CONTIGO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es mi anhelo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558ED-61D6-479C-9A03-5174E22F1BE4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345713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343521" y="2091955"/>
            <a:ext cx="8456957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Y contar al mundo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Lo que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rush Script MT" panose="03060802040406070304" pitchFamily="66" charset="0"/>
                <a:ea typeface="Times New Roman" panose="02020603050405020304" pitchFamily="18" charset="0"/>
              </a:rPr>
              <a:t>has hecho en mí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En mí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558ED-61D6-479C-9A03-5174E22F1BE4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177854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343523" y="2144964"/>
            <a:ext cx="84569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Quiero entregarte mis deseos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CF8C0E5-D5E4-4287-8318-72E268786DCE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982806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343523" y="2144964"/>
            <a:ext cx="84569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Morir a mis sueños 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y vivir por ti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Por ti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CF8C0E5-D5E4-4287-8318-72E268786DCE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807735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343523" y="2144964"/>
            <a:ext cx="84569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CAMINAR CONTIGO 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es mi anhelo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6121C8-0C4A-4940-B84E-63684AA97ACC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45599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343523" y="2144964"/>
            <a:ext cx="8456957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Y contar al mundo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Lo que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rush Script MT" panose="03060802040406070304" pitchFamily="66" charset="0"/>
                <a:ea typeface="Times New Roman" panose="02020603050405020304" pitchFamily="18" charset="0"/>
              </a:rPr>
              <a:t>has hecho en mí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En mí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6121C8-0C4A-4940-B84E-63684AA97ACC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4182538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343523" y="2144964"/>
            <a:ext cx="84569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Quiero entregarte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mis deseos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AE5C5F-E1BF-44C4-8DDD-3B7F00C9F6FA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3575332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A4ABC38-A57B-4CFB-9990-A7697CD8D2AF}"/>
              </a:ext>
            </a:extLst>
          </p:cNvPr>
          <p:cNvSpPr txBox="1"/>
          <p:nvPr/>
        </p:nvSpPr>
        <p:spPr>
          <a:xfrm>
            <a:off x="343523" y="2144964"/>
            <a:ext cx="84569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Morir a mis sueños 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y vivir por ti</a:t>
            </a:r>
          </a:p>
          <a:p>
            <a:pPr algn="ctr" defTabSz="685783"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rial Rounded MT Bold" panose="020F0704030504030204" pitchFamily="34" charset="0"/>
                <a:ea typeface="Times New Roman" panose="02020603050405020304" pitchFamily="18" charset="0"/>
              </a:rPr>
              <a:t>Por ti</a:t>
            </a:r>
          </a:p>
          <a:p>
            <a:pPr algn="r" defTabSz="685783">
              <a:defRPr/>
            </a:pP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rial Rounded MT Bold" panose="020F07040305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AE5C5F-E1BF-44C4-8DDD-3B7F00C9F6FA}"/>
              </a:ext>
            </a:extLst>
          </p:cNvPr>
          <p:cNvSpPr txBox="1"/>
          <p:nvPr/>
        </p:nvSpPr>
        <p:spPr>
          <a:xfrm>
            <a:off x="3700620" y="132510"/>
            <a:ext cx="520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 POR TI </a:t>
            </a:r>
          </a:p>
        </p:txBody>
      </p:sp>
    </p:spTree>
    <p:extLst>
      <p:ext uri="{BB962C8B-B14F-4D97-AF65-F5344CB8AC3E}">
        <p14:creationId xmlns:p14="http://schemas.microsoft.com/office/powerpoint/2010/main" val="4235561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216</Words>
  <Application>Microsoft Office PowerPoint</Application>
  <PresentationFormat>Presentación en pantalla (4:3)</PresentationFormat>
  <Paragraphs>62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Arial Rounded MT Bold</vt:lpstr>
      <vt:lpstr>Brush Script MT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5</cp:revision>
  <dcterms:created xsi:type="dcterms:W3CDTF">2020-08-30T05:20:26Z</dcterms:created>
  <dcterms:modified xsi:type="dcterms:W3CDTF">2021-07-27T04:53:36Z</dcterms:modified>
</cp:coreProperties>
</file>