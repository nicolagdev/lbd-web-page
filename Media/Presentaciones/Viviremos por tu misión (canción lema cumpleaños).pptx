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8" r:id="rId5"/>
    <p:sldId id="278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2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08F98-61D7-412E-B3AF-748DC2151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BFD538-ABE7-4BE2-B415-DD45CE97D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2A9800-C6B5-42F4-A0FF-8FC1473D2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E1761DC-4F20-48AE-9845-656C6C0647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3AFDC4-CDB1-4AFA-ABF9-537510E41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3470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97CA5-61F3-4CBB-823A-69695B9E2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307CBB-2D20-4958-B1D6-1D34DE79AF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D0C3FD2-7436-401E-9B60-4EF7393B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D197AB-5554-4438-A4AF-892D770F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DB5418-FA81-4A5B-A946-B7B93A452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2842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C1AB0F-2F32-4B35-946A-71D47325E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8BD904-83B6-4001-98D9-AB639E44C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B2E896-9ECF-4CC9-818C-059435160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D76ED6-287A-45D2-B73D-DAF3394A5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65F0FB-54AF-448E-BCA8-658F434A8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188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D32068-BAE7-4EC5-9B68-0BBFB2C0F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43057AD-A285-4F03-B182-FF1100F193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C09AB7E-6CA8-49A8-8D70-237031C242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8D188E-37A5-49B4-BA87-59912F0D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AE5C34A-7A95-4C49-8F9C-63503EAE3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C9208C3-88D7-4829-B81D-9726FD131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5836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FA8173-A777-4B49-9DEA-193B7EC65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F38748-1205-4AD9-8BC6-DC9217E35D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0347364-4ABA-4EBC-A76A-1FE02525C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36AA376-FC54-4C5E-B404-80D6155F8D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DD5D35F-21CB-4214-85E9-7950B5FF8D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3FC288B-77EF-4F1E-8EE0-C4D08F350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9D016C6-C31F-49B6-A262-FE696081E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5F83BC3-1DCD-47C6-AAD3-596B3DEC4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366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BC91EA-E915-4DF1-A084-2FBE10CA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20B7927-0DF7-4BFE-9E32-25C96353E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95674493-09A8-49EF-916B-4DCB343A7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9697CFB-296E-45A9-B92F-CB7193A2E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39436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5B9BAE8-9F4C-4B68-9E4D-31CD7523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9C0DAA6-370B-49AD-AA64-06595E51D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E27E33-763B-4F3C-A9BE-36BF4D7EE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172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34477D-7BCB-4188-94E0-990155FB4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5674CE2-985F-42B3-A710-1B07FA4CD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CC13745-C7B5-45C0-AA4D-BCBC66AD5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AF994C4-327C-4222-B933-6DDC8A366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1C0B3E7-5800-4934-997F-B2BDC1911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D8C283-3FA3-49FE-8938-C80F1B9D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22851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940CBF-CC5B-4385-ACF6-44E3477B2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157802B-86DD-4EF8-B231-99339964A7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E1857CB-618B-4340-B8EF-A74F7C0FEC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951C18B-6039-494A-96AB-679062A95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3EB7F2-9131-4E94-853F-7B79BAD1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2592FE-00C6-4C8B-BC21-935C65402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642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04F8F9-9208-4723-A32A-D347D8CF0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8C01566-2F43-4953-A939-149046877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F67171-3951-429E-8701-3B8882F2C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C96D40-107D-41E4-ABF5-B9C1F867B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476098B-05E1-4BB3-A3BE-C34C3ED2E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09953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467827-F74D-4281-81A4-B50EE44E4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EF29BB9-E3BF-4724-AFA8-CCD744ECDF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3CE5CB-DE7C-4F5E-94B8-A49AA18F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428631B-423F-4BEE-8674-2A7DF0C3C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6D55D7-BA67-4186-A42B-7C1FAC5CD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4902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D768C99-880D-4964-BFA1-5F3CB9D8F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51EEB16-9441-46A2-939F-24EEE775FE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075F64F-42F2-4D4D-97B0-E503A278BB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3075F-714D-41F3-AA53-996298A744C9}" type="datetimeFigureOut">
              <a:rPr lang="es-CO" smtClean="0"/>
              <a:t>26/10/2021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D1923C-445B-4E1F-A6B4-A8E14890D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4B9261-26CA-429B-A800-45E4F44E1E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9D4DB-3757-4714-946B-29DC4BBEBA0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3725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582" y="2679527"/>
            <a:ext cx="8136835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Tú Señor nos salvaste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6903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3582" y="2436950"/>
            <a:ext cx="8136835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Nos has abierto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la puerta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8979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E8D68A5-76D6-4631-8BEC-CEDBA07F7386}"/>
              </a:ext>
            </a:extLst>
          </p:cNvPr>
          <p:cNvSpPr txBox="1">
            <a:spLocks/>
          </p:cNvSpPr>
          <p:nvPr/>
        </p:nvSpPr>
        <p:spPr>
          <a:xfrm>
            <a:off x="0" y="2405270"/>
            <a:ext cx="9144000" cy="149894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La cual </a:t>
            </a:r>
          </a:p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nadie cerrará 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054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97194"/>
            <a:ext cx="9144000" cy="1498945"/>
          </a:xfrm>
        </p:spPr>
        <p:txBody>
          <a:bodyPr>
            <a:noAutofit/>
          </a:bodyPr>
          <a:lstStyle/>
          <a:p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Aunque con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poca fuerza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491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69472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Guardamos tu PALABRA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63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795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Y tu nombre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exaltaremos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3635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98411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 Jesús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2582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8284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Viviremos por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 misión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39555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83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795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Cantaremos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 tu amor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498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285088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Viviremos por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 misión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698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795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Cantaremos de ti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JESÚS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046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79527"/>
            <a:ext cx="9144000" cy="1498945"/>
          </a:xfrm>
        </p:spPr>
        <p:txBody>
          <a:bodyPr>
            <a:noAutofit/>
          </a:bodyPr>
          <a:lstStyle/>
          <a:p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Orando día y noche</a:t>
            </a:r>
            <a:b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tu voluntad</a:t>
            </a:r>
            <a:endParaRPr lang="es-CO" sz="72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495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795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Los pueblos hoy esperan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767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49440"/>
            <a:ext cx="9074426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Por ti JESÚS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2333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8284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Viviremos por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 misión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599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795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Cantaremos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 tu amor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957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775418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Viviremos por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 misión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430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795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Cantaremos de ti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JESÚS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09693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8284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Viviremos por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 misión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111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795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Cantaremos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de tu amor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14057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748914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Viviremos por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tu misión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1740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E8EEBA-6504-4400-8910-EB2D3F8AEC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679527"/>
            <a:ext cx="9144000" cy="1498945"/>
          </a:xfrm>
        </p:spPr>
        <p:txBody>
          <a:bodyPr>
            <a:noAutofit/>
          </a:bodyPr>
          <a:lstStyle/>
          <a:p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Cantaremos de ti </a:t>
            </a:r>
            <a:b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</a:b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JESÚS</a:t>
            </a:r>
            <a:endParaRPr lang="es-CO" sz="8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2532BBE-C076-486A-961F-06A34B980D2C}"/>
              </a:ext>
            </a:extLst>
          </p:cNvPr>
          <p:cNvSpPr txBox="1"/>
          <p:nvPr/>
        </p:nvSpPr>
        <p:spPr>
          <a:xfrm>
            <a:off x="4572000" y="95251"/>
            <a:ext cx="45024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VIVIREMOS POR TU MISIÓN</a:t>
            </a:r>
            <a:endParaRPr lang="es-CO" sz="2400" b="1" dirty="0">
              <a:solidFill>
                <a:schemeClr val="bg1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15519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200</Words>
  <Application>Microsoft Office PowerPoint</Application>
  <PresentationFormat>Presentación en pantalla (4:3)</PresentationFormat>
  <Paragraphs>45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8" baseType="lpstr">
      <vt:lpstr>Arial</vt:lpstr>
      <vt:lpstr>Arial Rounded MT Bold</vt:lpstr>
      <vt:lpstr>Berlin Sans FB Demi</vt:lpstr>
      <vt:lpstr>Calibri</vt:lpstr>
      <vt:lpstr>Calibri Light</vt:lpstr>
      <vt:lpstr>Tema de Office</vt:lpstr>
      <vt:lpstr>Tú Señor nos salvaste</vt:lpstr>
      <vt:lpstr>Nos has abierto la puerta</vt:lpstr>
      <vt:lpstr>Presentación de PowerPoint</vt:lpstr>
      <vt:lpstr> Aunque con  poca fuerza</vt:lpstr>
      <vt:lpstr>Guardamos tu PALABRA</vt:lpstr>
      <vt:lpstr>Y tu nombre  exaltaremos</vt:lpstr>
      <vt:lpstr>Cristo Jesús</vt:lpstr>
      <vt:lpstr>Viviremos por tu misión  </vt:lpstr>
      <vt:lpstr>Cantaremos  de tu amor</vt:lpstr>
      <vt:lpstr>Viviremos por tu misión  </vt:lpstr>
      <vt:lpstr>Cantaremos de ti  JESÚS</vt:lpstr>
      <vt:lpstr>Orando día y noche Por tu voluntad</vt:lpstr>
      <vt:lpstr>Los pueblos hoy esperan</vt:lpstr>
      <vt:lpstr>Por ti JESÚS</vt:lpstr>
      <vt:lpstr>Viviremos por tu misión  </vt:lpstr>
      <vt:lpstr>Cantaremos  de tu amor</vt:lpstr>
      <vt:lpstr>Viviremos por tu misión </vt:lpstr>
      <vt:lpstr>Cantaremos de ti  JESÚS</vt:lpstr>
      <vt:lpstr>Viviremos por tu misión  </vt:lpstr>
      <vt:lpstr>Cantaremos  de tu amor</vt:lpstr>
      <vt:lpstr>Viviremos por tu misión  </vt:lpstr>
      <vt:lpstr>Cantaremos de ti  JESÚS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Tú Señor nos salvaste</dc:title>
  <dc:creator>Familia Cañon Peña</dc:creator>
  <cp:lastModifiedBy>Familia Cañon Peña</cp:lastModifiedBy>
  <cp:revision>7</cp:revision>
  <dcterms:created xsi:type="dcterms:W3CDTF">2021-10-26T21:05:42Z</dcterms:created>
  <dcterms:modified xsi:type="dcterms:W3CDTF">2021-10-26T22:12:53Z</dcterms:modified>
</cp:coreProperties>
</file>