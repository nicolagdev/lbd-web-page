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182-D516-4E63-88E1-2445E30FFB40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A6DA-2B00-40CD-AAFD-5167CA93EF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1148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182-D516-4E63-88E1-2445E30FFB40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A6DA-2B00-40CD-AAFD-5167CA93EF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6847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182-D516-4E63-88E1-2445E30FFB40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A6DA-2B00-40CD-AAFD-5167CA93EF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3230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182-D516-4E63-88E1-2445E30FFB40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A6DA-2B00-40CD-AAFD-5167CA93EF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9898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182-D516-4E63-88E1-2445E30FFB40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A6DA-2B00-40CD-AAFD-5167CA93EF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4465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182-D516-4E63-88E1-2445E30FFB40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A6DA-2B00-40CD-AAFD-5167CA93EF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5236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182-D516-4E63-88E1-2445E30FFB40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A6DA-2B00-40CD-AAFD-5167CA93EF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4326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182-D516-4E63-88E1-2445E30FFB40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A6DA-2B00-40CD-AAFD-5167CA93EF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851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182-D516-4E63-88E1-2445E30FFB40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A6DA-2B00-40CD-AAFD-5167CA93EF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759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182-D516-4E63-88E1-2445E30FFB40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A6DA-2B00-40CD-AAFD-5167CA93EF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2566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182-D516-4E63-88E1-2445E30FFB40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A6DA-2B00-40CD-AAFD-5167CA93EF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848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A2182-D516-4E63-88E1-2445E30FFB40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FA6DA-2B00-40CD-AAFD-5167CA93EF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0765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BD44328-A590-4661-BE71-83054E64680D}"/>
              </a:ext>
            </a:extLst>
          </p:cNvPr>
          <p:cNvSpPr txBox="1"/>
          <p:nvPr/>
        </p:nvSpPr>
        <p:spPr>
          <a:xfrm>
            <a:off x="1381539" y="1709529"/>
            <a:ext cx="63809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Tú eres Señor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Mi Fortaleza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19067D-94EE-41EE-ACC8-19F4DE3B3FC3}"/>
              </a:ext>
            </a:extLst>
          </p:cNvPr>
          <p:cNvSpPr txBox="1"/>
          <p:nvPr/>
        </p:nvSpPr>
        <p:spPr>
          <a:xfrm>
            <a:off x="4184374" y="112642"/>
            <a:ext cx="481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dirty="0">
                <a:latin typeface="Arial Rounded MT Bold" panose="020F0704030504030204" pitchFamily="34" charset="0"/>
              </a:rPr>
              <a:t>ERES MI FORTALEZA</a:t>
            </a:r>
          </a:p>
        </p:txBody>
      </p:sp>
    </p:spTree>
    <p:extLst>
      <p:ext uri="{BB962C8B-B14F-4D97-AF65-F5344CB8AC3E}">
        <p14:creationId xmlns:p14="http://schemas.microsoft.com/office/powerpoint/2010/main" val="1518664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BD44328-A590-4661-BE71-83054E64680D}"/>
              </a:ext>
            </a:extLst>
          </p:cNvPr>
          <p:cNvSpPr txBox="1"/>
          <p:nvPr/>
        </p:nvSpPr>
        <p:spPr>
          <a:xfrm>
            <a:off x="1381539" y="1709529"/>
            <a:ext cx="63809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Como ninguna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Vives en mí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19067D-94EE-41EE-ACC8-19F4DE3B3FC3}"/>
              </a:ext>
            </a:extLst>
          </p:cNvPr>
          <p:cNvSpPr txBox="1"/>
          <p:nvPr/>
        </p:nvSpPr>
        <p:spPr>
          <a:xfrm>
            <a:off x="4184374" y="112642"/>
            <a:ext cx="481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dirty="0">
                <a:latin typeface="Arial Rounded MT Bold" panose="020F0704030504030204" pitchFamily="34" charset="0"/>
              </a:rPr>
              <a:t>ERES MI FORTALEZA</a:t>
            </a:r>
          </a:p>
        </p:txBody>
      </p:sp>
    </p:spTree>
    <p:extLst>
      <p:ext uri="{BB962C8B-B14F-4D97-AF65-F5344CB8AC3E}">
        <p14:creationId xmlns:p14="http://schemas.microsoft.com/office/powerpoint/2010/main" val="2509422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BD44328-A590-4661-BE71-83054E64680D}"/>
              </a:ext>
            </a:extLst>
          </p:cNvPr>
          <p:cNvSpPr txBox="1"/>
          <p:nvPr/>
        </p:nvSpPr>
        <p:spPr>
          <a:xfrm>
            <a:off x="1381539" y="1709529"/>
            <a:ext cx="63809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Tú eres Señor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Mi esperanza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19067D-94EE-41EE-ACC8-19F4DE3B3FC3}"/>
              </a:ext>
            </a:extLst>
          </p:cNvPr>
          <p:cNvSpPr txBox="1"/>
          <p:nvPr/>
        </p:nvSpPr>
        <p:spPr>
          <a:xfrm>
            <a:off x="4184374" y="112642"/>
            <a:ext cx="481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dirty="0">
                <a:latin typeface="Arial Rounded MT Bold" panose="020F0704030504030204" pitchFamily="34" charset="0"/>
              </a:rPr>
              <a:t>ERES MI FORTALEZA</a:t>
            </a:r>
          </a:p>
        </p:txBody>
      </p:sp>
    </p:spTree>
    <p:extLst>
      <p:ext uri="{BB962C8B-B14F-4D97-AF65-F5344CB8AC3E}">
        <p14:creationId xmlns:p14="http://schemas.microsoft.com/office/powerpoint/2010/main" val="2276101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BD44328-A590-4661-BE71-83054E64680D}"/>
              </a:ext>
            </a:extLst>
          </p:cNvPr>
          <p:cNvSpPr txBox="1"/>
          <p:nvPr/>
        </p:nvSpPr>
        <p:spPr>
          <a:xfrm>
            <a:off x="1381539" y="1709529"/>
            <a:ext cx="63809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Como ninguna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Vives en mí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19067D-94EE-41EE-ACC8-19F4DE3B3FC3}"/>
              </a:ext>
            </a:extLst>
          </p:cNvPr>
          <p:cNvSpPr txBox="1"/>
          <p:nvPr/>
        </p:nvSpPr>
        <p:spPr>
          <a:xfrm>
            <a:off x="4184374" y="112642"/>
            <a:ext cx="481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dirty="0">
                <a:latin typeface="Arial Rounded MT Bold" panose="020F0704030504030204" pitchFamily="34" charset="0"/>
              </a:rPr>
              <a:t>ERES MI FORTALEZA</a:t>
            </a:r>
          </a:p>
        </p:txBody>
      </p:sp>
    </p:spTree>
    <p:extLst>
      <p:ext uri="{BB962C8B-B14F-4D97-AF65-F5344CB8AC3E}">
        <p14:creationId xmlns:p14="http://schemas.microsoft.com/office/powerpoint/2010/main" val="1765491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BD44328-A590-4661-BE71-83054E64680D}"/>
              </a:ext>
            </a:extLst>
          </p:cNvPr>
          <p:cNvSpPr txBox="1"/>
          <p:nvPr/>
        </p:nvSpPr>
        <p:spPr>
          <a:xfrm>
            <a:off x="869674" y="1815547"/>
            <a:ext cx="74046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Gracia que me levantó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19067D-94EE-41EE-ACC8-19F4DE3B3FC3}"/>
              </a:ext>
            </a:extLst>
          </p:cNvPr>
          <p:cNvSpPr txBox="1"/>
          <p:nvPr/>
        </p:nvSpPr>
        <p:spPr>
          <a:xfrm>
            <a:off x="4184374" y="112642"/>
            <a:ext cx="481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dirty="0">
                <a:latin typeface="Arial Rounded MT Bold" panose="020F0704030504030204" pitchFamily="34" charset="0"/>
              </a:rPr>
              <a:t>ERES MI FORTALEZA</a:t>
            </a:r>
          </a:p>
        </p:txBody>
      </p:sp>
    </p:spTree>
    <p:extLst>
      <p:ext uri="{BB962C8B-B14F-4D97-AF65-F5344CB8AC3E}">
        <p14:creationId xmlns:p14="http://schemas.microsoft.com/office/powerpoint/2010/main" val="828377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BD44328-A590-4661-BE71-83054E64680D}"/>
              </a:ext>
            </a:extLst>
          </p:cNvPr>
          <p:cNvSpPr txBox="1"/>
          <p:nvPr/>
        </p:nvSpPr>
        <p:spPr>
          <a:xfrm>
            <a:off x="869674" y="1934816"/>
            <a:ext cx="74046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Nombre que me restauró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19067D-94EE-41EE-ACC8-19F4DE3B3FC3}"/>
              </a:ext>
            </a:extLst>
          </p:cNvPr>
          <p:cNvSpPr txBox="1"/>
          <p:nvPr/>
        </p:nvSpPr>
        <p:spPr>
          <a:xfrm>
            <a:off x="4184374" y="112642"/>
            <a:ext cx="481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dirty="0">
                <a:latin typeface="Arial Rounded MT Bold" panose="020F0704030504030204" pitchFamily="34" charset="0"/>
              </a:rPr>
              <a:t>ERES MI FORTALEZA</a:t>
            </a:r>
          </a:p>
        </p:txBody>
      </p:sp>
    </p:spTree>
    <p:extLst>
      <p:ext uri="{BB962C8B-B14F-4D97-AF65-F5344CB8AC3E}">
        <p14:creationId xmlns:p14="http://schemas.microsoft.com/office/powerpoint/2010/main" val="4176516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BD44328-A590-4661-BE71-83054E64680D}"/>
              </a:ext>
            </a:extLst>
          </p:cNvPr>
          <p:cNvSpPr txBox="1"/>
          <p:nvPr/>
        </p:nvSpPr>
        <p:spPr>
          <a:xfrm>
            <a:off x="869674" y="1934816"/>
            <a:ext cx="74046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/Has sido fiel/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19067D-94EE-41EE-ACC8-19F4DE3B3FC3}"/>
              </a:ext>
            </a:extLst>
          </p:cNvPr>
          <p:cNvSpPr txBox="1"/>
          <p:nvPr/>
        </p:nvSpPr>
        <p:spPr>
          <a:xfrm>
            <a:off x="4184374" y="112642"/>
            <a:ext cx="481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dirty="0">
                <a:latin typeface="Arial Rounded MT Bold" panose="020F0704030504030204" pitchFamily="34" charset="0"/>
              </a:rPr>
              <a:t>ERES MI FORTALEZA</a:t>
            </a:r>
          </a:p>
        </p:txBody>
      </p:sp>
    </p:spTree>
    <p:extLst>
      <p:ext uri="{BB962C8B-B14F-4D97-AF65-F5344CB8AC3E}">
        <p14:creationId xmlns:p14="http://schemas.microsoft.com/office/powerpoint/2010/main" val="3370717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F19067D-94EE-41EE-ACC8-19F4DE3B3FC3}"/>
              </a:ext>
            </a:extLst>
          </p:cNvPr>
          <p:cNvSpPr txBox="1"/>
          <p:nvPr/>
        </p:nvSpPr>
        <p:spPr>
          <a:xfrm>
            <a:off x="4184374" y="112642"/>
            <a:ext cx="481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dirty="0">
                <a:latin typeface="Arial Rounded MT Bold" panose="020F0704030504030204" pitchFamily="34" charset="0"/>
              </a:rPr>
              <a:t>ERES MI FORTALEZA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BDDBA27-7E5D-4C77-8D4A-1DA5A5F7A24D}"/>
              </a:ext>
            </a:extLst>
          </p:cNvPr>
          <p:cNvSpPr txBox="1"/>
          <p:nvPr/>
        </p:nvSpPr>
        <p:spPr>
          <a:xfrm>
            <a:off x="869674" y="1917246"/>
            <a:ext cx="74046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Perfecto amor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Inagotable</a:t>
            </a:r>
          </a:p>
        </p:txBody>
      </p:sp>
    </p:spTree>
    <p:extLst>
      <p:ext uri="{BB962C8B-B14F-4D97-AF65-F5344CB8AC3E}">
        <p14:creationId xmlns:p14="http://schemas.microsoft.com/office/powerpoint/2010/main" val="4115805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F19067D-94EE-41EE-ACC8-19F4DE3B3FC3}"/>
              </a:ext>
            </a:extLst>
          </p:cNvPr>
          <p:cNvSpPr txBox="1"/>
          <p:nvPr/>
        </p:nvSpPr>
        <p:spPr>
          <a:xfrm>
            <a:off x="4184374" y="112642"/>
            <a:ext cx="481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dirty="0">
                <a:latin typeface="Arial Rounded MT Bold" panose="020F0704030504030204" pitchFamily="34" charset="0"/>
              </a:rPr>
              <a:t>ERES MI FORTALEZA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BDDBA27-7E5D-4C77-8D4A-1DA5A5F7A24D}"/>
              </a:ext>
            </a:extLst>
          </p:cNvPr>
          <p:cNvSpPr txBox="1"/>
          <p:nvPr/>
        </p:nvSpPr>
        <p:spPr>
          <a:xfrm>
            <a:off x="869674" y="1917246"/>
            <a:ext cx="74046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Incomparable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Vives en mí</a:t>
            </a:r>
          </a:p>
        </p:txBody>
      </p:sp>
    </p:spTree>
    <p:extLst>
      <p:ext uri="{BB962C8B-B14F-4D97-AF65-F5344CB8AC3E}">
        <p14:creationId xmlns:p14="http://schemas.microsoft.com/office/powerpoint/2010/main" val="1184640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BD44328-A590-4661-BE71-83054E64680D}"/>
              </a:ext>
            </a:extLst>
          </p:cNvPr>
          <p:cNvSpPr txBox="1"/>
          <p:nvPr/>
        </p:nvSpPr>
        <p:spPr>
          <a:xfrm>
            <a:off x="869674" y="1815547"/>
            <a:ext cx="74046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Gracia que me levantó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19067D-94EE-41EE-ACC8-19F4DE3B3FC3}"/>
              </a:ext>
            </a:extLst>
          </p:cNvPr>
          <p:cNvSpPr txBox="1"/>
          <p:nvPr/>
        </p:nvSpPr>
        <p:spPr>
          <a:xfrm>
            <a:off x="4184374" y="112642"/>
            <a:ext cx="481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dirty="0">
                <a:latin typeface="Arial Rounded MT Bold" panose="020F0704030504030204" pitchFamily="34" charset="0"/>
              </a:rPr>
              <a:t>ERES MI FORTALEZA</a:t>
            </a:r>
          </a:p>
        </p:txBody>
      </p:sp>
    </p:spTree>
    <p:extLst>
      <p:ext uri="{BB962C8B-B14F-4D97-AF65-F5344CB8AC3E}">
        <p14:creationId xmlns:p14="http://schemas.microsoft.com/office/powerpoint/2010/main" val="595992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BD44328-A590-4661-BE71-83054E64680D}"/>
              </a:ext>
            </a:extLst>
          </p:cNvPr>
          <p:cNvSpPr txBox="1"/>
          <p:nvPr/>
        </p:nvSpPr>
        <p:spPr>
          <a:xfrm>
            <a:off x="869674" y="1934816"/>
            <a:ext cx="74046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Nombre que me restauró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19067D-94EE-41EE-ACC8-19F4DE3B3FC3}"/>
              </a:ext>
            </a:extLst>
          </p:cNvPr>
          <p:cNvSpPr txBox="1"/>
          <p:nvPr/>
        </p:nvSpPr>
        <p:spPr>
          <a:xfrm>
            <a:off x="4184374" y="112642"/>
            <a:ext cx="481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dirty="0">
                <a:latin typeface="Arial Rounded MT Bold" panose="020F0704030504030204" pitchFamily="34" charset="0"/>
              </a:rPr>
              <a:t>ERES MI FORTALEZA</a:t>
            </a:r>
          </a:p>
        </p:txBody>
      </p:sp>
    </p:spTree>
    <p:extLst>
      <p:ext uri="{BB962C8B-B14F-4D97-AF65-F5344CB8AC3E}">
        <p14:creationId xmlns:p14="http://schemas.microsoft.com/office/powerpoint/2010/main" val="325060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BD44328-A590-4661-BE71-83054E64680D}"/>
              </a:ext>
            </a:extLst>
          </p:cNvPr>
          <p:cNvSpPr txBox="1"/>
          <p:nvPr/>
        </p:nvSpPr>
        <p:spPr>
          <a:xfrm>
            <a:off x="869674" y="1934816"/>
            <a:ext cx="74046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/Has sido fiel/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19067D-94EE-41EE-ACC8-19F4DE3B3FC3}"/>
              </a:ext>
            </a:extLst>
          </p:cNvPr>
          <p:cNvSpPr txBox="1"/>
          <p:nvPr/>
        </p:nvSpPr>
        <p:spPr>
          <a:xfrm>
            <a:off x="4184374" y="112642"/>
            <a:ext cx="481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dirty="0">
                <a:latin typeface="Arial Rounded MT Bold" panose="020F0704030504030204" pitchFamily="34" charset="0"/>
              </a:rPr>
              <a:t>ERES MI FORTALEZA</a:t>
            </a:r>
          </a:p>
        </p:txBody>
      </p:sp>
    </p:spTree>
    <p:extLst>
      <p:ext uri="{BB962C8B-B14F-4D97-AF65-F5344CB8AC3E}">
        <p14:creationId xmlns:p14="http://schemas.microsoft.com/office/powerpoint/2010/main" val="2705109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BD44328-A590-4661-BE71-83054E64680D}"/>
              </a:ext>
            </a:extLst>
          </p:cNvPr>
          <p:cNvSpPr txBox="1"/>
          <p:nvPr/>
        </p:nvSpPr>
        <p:spPr>
          <a:xfrm>
            <a:off x="869674" y="1815547"/>
            <a:ext cx="74046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Gracia que me levantó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19067D-94EE-41EE-ACC8-19F4DE3B3FC3}"/>
              </a:ext>
            </a:extLst>
          </p:cNvPr>
          <p:cNvSpPr txBox="1"/>
          <p:nvPr/>
        </p:nvSpPr>
        <p:spPr>
          <a:xfrm>
            <a:off x="4184374" y="112642"/>
            <a:ext cx="481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dirty="0">
                <a:latin typeface="Arial Rounded MT Bold" panose="020F0704030504030204" pitchFamily="34" charset="0"/>
              </a:rPr>
              <a:t>ERES MI FORTALEZA</a:t>
            </a:r>
          </a:p>
        </p:txBody>
      </p:sp>
    </p:spTree>
    <p:extLst>
      <p:ext uri="{BB962C8B-B14F-4D97-AF65-F5344CB8AC3E}">
        <p14:creationId xmlns:p14="http://schemas.microsoft.com/office/powerpoint/2010/main" val="3786587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BD44328-A590-4661-BE71-83054E64680D}"/>
              </a:ext>
            </a:extLst>
          </p:cNvPr>
          <p:cNvSpPr txBox="1"/>
          <p:nvPr/>
        </p:nvSpPr>
        <p:spPr>
          <a:xfrm>
            <a:off x="869674" y="1934816"/>
            <a:ext cx="74046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Nombre que me restauró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19067D-94EE-41EE-ACC8-19F4DE3B3FC3}"/>
              </a:ext>
            </a:extLst>
          </p:cNvPr>
          <p:cNvSpPr txBox="1"/>
          <p:nvPr/>
        </p:nvSpPr>
        <p:spPr>
          <a:xfrm>
            <a:off x="4184374" y="112642"/>
            <a:ext cx="481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dirty="0">
                <a:latin typeface="Arial Rounded MT Bold" panose="020F0704030504030204" pitchFamily="34" charset="0"/>
              </a:rPr>
              <a:t>ERES MI FORTALEZA</a:t>
            </a:r>
          </a:p>
        </p:txBody>
      </p:sp>
    </p:spTree>
    <p:extLst>
      <p:ext uri="{BB962C8B-B14F-4D97-AF65-F5344CB8AC3E}">
        <p14:creationId xmlns:p14="http://schemas.microsoft.com/office/powerpoint/2010/main" val="3741001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BD44328-A590-4661-BE71-83054E64680D}"/>
              </a:ext>
            </a:extLst>
          </p:cNvPr>
          <p:cNvSpPr txBox="1"/>
          <p:nvPr/>
        </p:nvSpPr>
        <p:spPr>
          <a:xfrm>
            <a:off x="869674" y="1934816"/>
            <a:ext cx="74046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/Has sido fiel/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19067D-94EE-41EE-ACC8-19F4DE3B3FC3}"/>
              </a:ext>
            </a:extLst>
          </p:cNvPr>
          <p:cNvSpPr txBox="1"/>
          <p:nvPr/>
        </p:nvSpPr>
        <p:spPr>
          <a:xfrm>
            <a:off x="4184374" y="112642"/>
            <a:ext cx="481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dirty="0">
                <a:latin typeface="Arial Rounded MT Bold" panose="020F0704030504030204" pitchFamily="34" charset="0"/>
              </a:rPr>
              <a:t>ERES MI FORTALEZA</a:t>
            </a:r>
          </a:p>
        </p:txBody>
      </p:sp>
    </p:spTree>
    <p:extLst>
      <p:ext uri="{BB962C8B-B14F-4D97-AF65-F5344CB8AC3E}">
        <p14:creationId xmlns:p14="http://schemas.microsoft.com/office/powerpoint/2010/main" val="1114502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BD44328-A590-4661-BE71-83054E64680D}"/>
              </a:ext>
            </a:extLst>
          </p:cNvPr>
          <p:cNvSpPr txBox="1"/>
          <p:nvPr/>
        </p:nvSpPr>
        <p:spPr>
          <a:xfrm>
            <a:off x="1381539" y="1709529"/>
            <a:ext cx="63809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Tú eres Señor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Mi Fortaleza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19067D-94EE-41EE-ACC8-19F4DE3B3FC3}"/>
              </a:ext>
            </a:extLst>
          </p:cNvPr>
          <p:cNvSpPr txBox="1"/>
          <p:nvPr/>
        </p:nvSpPr>
        <p:spPr>
          <a:xfrm>
            <a:off x="4184374" y="112642"/>
            <a:ext cx="481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dirty="0">
                <a:latin typeface="Arial Rounded MT Bold" panose="020F0704030504030204" pitchFamily="34" charset="0"/>
              </a:rPr>
              <a:t>ERES MI FORTALEZA</a:t>
            </a:r>
          </a:p>
        </p:txBody>
      </p:sp>
    </p:spTree>
    <p:extLst>
      <p:ext uri="{BB962C8B-B14F-4D97-AF65-F5344CB8AC3E}">
        <p14:creationId xmlns:p14="http://schemas.microsoft.com/office/powerpoint/2010/main" val="159052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BD44328-A590-4661-BE71-83054E64680D}"/>
              </a:ext>
            </a:extLst>
          </p:cNvPr>
          <p:cNvSpPr txBox="1"/>
          <p:nvPr/>
        </p:nvSpPr>
        <p:spPr>
          <a:xfrm>
            <a:off x="1381539" y="1709529"/>
            <a:ext cx="63809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Como ninguna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Vives en mí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19067D-94EE-41EE-ACC8-19F4DE3B3FC3}"/>
              </a:ext>
            </a:extLst>
          </p:cNvPr>
          <p:cNvSpPr txBox="1"/>
          <p:nvPr/>
        </p:nvSpPr>
        <p:spPr>
          <a:xfrm>
            <a:off x="4184374" y="112642"/>
            <a:ext cx="481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dirty="0">
                <a:latin typeface="Arial Rounded MT Bold" panose="020F0704030504030204" pitchFamily="34" charset="0"/>
              </a:rPr>
              <a:t>ERES MI FORTALEZA</a:t>
            </a:r>
          </a:p>
        </p:txBody>
      </p:sp>
    </p:spTree>
    <p:extLst>
      <p:ext uri="{BB962C8B-B14F-4D97-AF65-F5344CB8AC3E}">
        <p14:creationId xmlns:p14="http://schemas.microsoft.com/office/powerpoint/2010/main" val="39758764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127</Words>
  <Application>Microsoft Office PowerPoint</Application>
  <PresentationFormat>Presentación en pantalla (4:3)</PresentationFormat>
  <Paragraphs>42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Arial Rounded MT Bold</vt:lpstr>
      <vt:lpstr>Berlin Sans FB Demi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Familia Cañon Peña</dc:creator>
  <cp:lastModifiedBy>Familia Cañon Peña</cp:lastModifiedBy>
  <cp:revision>2</cp:revision>
  <dcterms:created xsi:type="dcterms:W3CDTF">2021-09-11T14:44:46Z</dcterms:created>
  <dcterms:modified xsi:type="dcterms:W3CDTF">2021-09-11T15:16:22Z</dcterms:modified>
</cp:coreProperties>
</file>