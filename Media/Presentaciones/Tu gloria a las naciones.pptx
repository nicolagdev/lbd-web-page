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76" r:id="rId5"/>
    <p:sldId id="277" r:id="rId6"/>
    <p:sldId id="278" r:id="rId7"/>
    <p:sldId id="279" r:id="rId8"/>
    <p:sldId id="280" r:id="rId9"/>
    <p:sldId id="281" r:id="rId1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1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ar cañon" userId="7918cb078fdc7ad0" providerId="LiveId" clId="{BB8F396A-3618-4FEB-BD5A-110BD5BE7A0A}"/>
    <pc:docChg chg="undo redo custSel addSld delSld modSld sldOrd modMainMaster">
      <pc:chgData name="wilmar cañon" userId="7918cb078fdc7ad0" providerId="LiveId" clId="{BB8F396A-3618-4FEB-BD5A-110BD5BE7A0A}" dt="2020-08-01T22:19:47.926" v="183" actId="20577"/>
      <pc:docMkLst>
        <pc:docMk/>
      </pc:docMkLst>
      <pc:sldChg chg="addSp delSp modSp mod setBg">
        <pc:chgData name="wilmar cañon" userId="7918cb078fdc7ad0" providerId="LiveId" clId="{BB8F396A-3618-4FEB-BD5A-110BD5BE7A0A}" dt="2020-08-01T22:15:46.424" v="120" actId="22"/>
        <pc:sldMkLst>
          <pc:docMk/>
          <pc:sldMk cId="2411055898" sldId="256"/>
        </pc:sldMkLst>
        <pc:spChg chg="add mod">
          <ac:chgData name="wilmar cañon" userId="7918cb078fdc7ad0" providerId="LiveId" clId="{BB8F396A-3618-4FEB-BD5A-110BD5BE7A0A}" dt="2020-08-01T22:12:01.105" v="41" actId="403"/>
          <ac:spMkLst>
            <pc:docMk/>
            <pc:sldMk cId="2411055898" sldId="256"/>
            <ac:spMk id="2" creationId="{C4050F82-20AB-4838-B6DC-918C9EB0E8F7}"/>
          </ac:spMkLst>
        </pc:spChg>
        <pc:spChg chg="mod">
          <ac:chgData name="wilmar cañon" userId="7918cb078fdc7ad0" providerId="LiveId" clId="{BB8F396A-3618-4FEB-BD5A-110BD5BE7A0A}" dt="2020-08-01T22:07:55.735" v="29" actId="1076"/>
          <ac:spMkLst>
            <pc:docMk/>
            <pc:sldMk cId="2411055898" sldId="256"/>
            <ac:spMk id="3" creationId="{00000000-0000-0000-0000-000000000000}"/>
          </ac:spMkLst>
        </pc:spChg>
        <pc:spChg chg="del">
          <ac:chgData name="wilmar cañon" userId="7918cb078fdc7ad0" providerId="LiveId" clId="{BB8F396A-3618-4FEB-BD5A-110BD5BE7A0A}" dt="2020-08-01T22:01:42.612" v="0" actId="478"/>
          <ac:spMkLst>
            <pc:docMk/>
            <pc:sldMk cId="2411055898" sldId="256"/>
            <ac:spMk id="4" creationId="{00000000-0000-0000-0000-000000000000}"/>
          </ac:spMkLst>
        </pc:spChg>
        <pc:spChg chg="add mod">
          <ac:chgData name="wilmar cañon" userId="7918cb078fdc7ad0" providerId="LiveId" clId="{BB8F396A-3618-4FEB-BD5A-110BD5BE7A0A}" dt="2020-08-01T22:11:48.177" v="39" actId="403"/>
          <ac:spMkLst>
            <pc:docMk/>
            <pc:sldMk cId="2411055898" sldId="256"/>
            <ac:spMk id="5" creationId="{3F2F4FE0-75D9-4107-8E6D-4AF677F3D1B6}"/>
          </ac:spMkLst>
        </pc:spChg>
        <pc:spChg chg="add mod">
          <ac:chgData name="wilmar cañon" userId="7918cb078fdc7ad0" providerId="LiveId" clId="{BB8F396A-3618-4FEB-BD5A-110BD5BE7A0A}" dt="2020-08-01T22:08:01.200" v="31" actId="1076"/>
          <ac:spMkLst>
            <pc:docMk/>
            <pc:sldMk cId="2411055898" sldId="256"/>
            <ac:spMk id="6" creationId="{B6C47381-450F-41C5-B7A5-EACA0FD4AE55}"/>
          </ac:spMkLst>
        </pc:spChg>
        <pc:spChg chg="add">
          <ac:chgData name="wilmar cañon" userId="7918cb078fdc7ad0" providerId="LiveId" clId="{BB8F396A-3618-4FEB-BD5A-110BD5BE7A0A}" dt="2020-08-01T22:15:46.424" v="120" actId="22"/>
          <ac:spMkLst>
            <pc:docMk/>
            <pc:sldMk cId="2411055898" sldId="256"/>
            <ac:spMk id="9" creationId="{80577A72-A775-4D44-8050-53412DE2B25F}"/>
          </ac:spMkLst>
        </pc:spChg>
      </pc:sldChg>
      <pc:sldChg chg="addSp delSp modSp mod setBg">
        <pc:chgData name="wilmar cañon" userId="7918cb078fdc7ad0" providerId="LiveId" clId="{BB8F396A-3618-4FEB-BD5A-110BD5BE7A0A}" dt="2020-08-01T22:17:28.912" v="146"/>
        <pc:sldMkLst>
          <pc:docMk/>
          <pc:sldMk cId="2678898147" sldId="257"/>
        </pc:sldMkLst>
        <pc:spChg chg="mod">
          <ac:chgData name="wilmar cañon" userId="7918cb078fdc7ad0" providerId="LiveId" clId="{BB8F396A-3618-4FEB-BD5A-110BD5BE7A0A}" dt="2020-08-01T22:17:28.912" v="146"/>
          <ac:spMkLst>
            <pc:docMk/>
            <pc:sldMk cId="2678898147" sldId="257"/>
            <ac:spMk id="2" creationId="{00000000-0000-0000-0000-000000000000}"/>
          </ac:spMkLst>
        </pc:spChg>
        <pc:spChg chg="add del mod">
          <ac:chgData name="wilmar cañon" userId="7918cb078fdc7ad0" providerId="LiveId" clId="{BB8F396A-3618-4FEB-BD5A-110BD5BE7A0A}" dt="2020-08-01T22:13:19.275" v="55" actId="478"/>
          <ac:spMkLst>
            <pc:docMk/>
            <pc:sldMk cId="2678898147" sldId="257"/>
            <ac:spMk id="4" creationId="{4C8C20BE-64CF-4370-9494-076C7174D783}"/>
          </ac:spMkLst>
        </pc:spChg>
        <pc:spChg chg="add del mod">
          <ac:chgData name="wilmar cañon" userId="7918cb078fdc7ad0" providerId="LiveId" clId="{BB8F396A-3618-4FEB-BD5A-110BD5BE7A0A}" dt="2020-08-01T22:17:19.603" v="143" actId="478"/>
          <ac:spMkLst>
            <pc:docMk/>
            <pc:sldMk cId="2678898147" sldId="257"/>
            <ac:spMk id="6" creationId="{06994416-9154-41CC-806C-BD154ED8C791}"/>
          </ac:spMkLst>
        </pc:spChg>
        <pc:spChg chg="add del mod">
          <ac:chgData name="wilmar cañon" userId="7918cb078fdc7ad0" providerId="LiveId" clId="{BB8F396A-3618-4FEB-BD5A-110BD5BE7A0A}" dt="2020-08-01T22:17:17.967" v="142" actId="478"/>
          <ac:spMkLst>
            <pc:docMk/>
            <pc:sldMk cId="2678898147" sldId="257"/>
            <ac:spMk id="8" creationId="{FC802242-859F-424B-B217-E117EA6346AF}"/>
          </ac:spMkLst>
        </pc:spChg>
        <pc:spChg chg="add">
          <ac:chgData name="wilmar cañon" userId="7918cb078fdc7ad0" providerId="LiveId" clId="{BB8F396A-3618-4FEB-BD5A-110BD5BE7A0A}" dt="2020-08-01T22:15:49.030" v="121" actId="22"/>
          <ac:spMkLst>
            <pc:docMk/>
            <pc:sldMk cId="2678898147" sldId="257"/>
            <ac:spMk id="10" creationId="{57A6DCE7-25B2-4E5E-9F61-F1997DFEBEE5}"/>
          </ac:spMkLst>
        </pc:spChg>
      </pc:sldChg>
      <pc:sldChg chg="modSp del mod setBg">
        <pc:chgData name="wilmar cañon" userId="7918cb078fdc7ad0" providerId="LiveId" clId="{BB8F396A-3618-4FEB-BD5A-110BD5BE7A0A}" dt="2020-08-01T22:16:13.604" v="131" actId="47"/>
        <pc:sldMkLst>
          <pc:docMk/>
          <pc:sldMk cId="2989091804" sldId="258"/>
        </pc:sldMkLst>
        <pc:spChg chg="mod">
          <ac:chgData name="wilmar cañon" userId="7918cb078fdc7ad0" providerId="LiveId" clId="{BB8F396A-3618-4FEB-BD5A-110BD5BE7A0A}" dt="2020-08-01T22:15:42.927" v="119" actId="14100"/>
          <ac:spMkLst>
            <pc:docMk/>
            <pc:sldMk cId="2989091804" sldId="258"/>
            <ac:spMk id="2" creationId="{00000000-0000-0000-0000-000000000000}"/>
          </ac:spMkLst>
        </pc:spChg>
      </pc:sldChg>
      <pc:sldChg chg="addSp del mod setBg">
        <pc:chgData name="wilmar cañon" userId="7918cb078fdc7ad0" providerId="LiveId" clId="{BB8F396A-3618-4FEB-BD5A-110BD5BE7A0A}" dt="2020-08-01T22:16:19.232" v="133" actId="47"/>
        <pc:sldMkLst>
          <pc:docMk/>
          <pc:sldMk cId="2989091804" sldId="259"/>
        </pc:sldMkLst>
        <pc:spChg chg="add">
          <ac:chgData name="wilmar cañon" userId="7918cb078fdc7ad0" providerId="LiveId" clId="{BB8F396A-3618-4FEB-BD5A-110BD5BE7A0A}" dt="2020-08-01T22:15:51.895" v="122" actId="22"/>
          <ac:spMkLst>
            <pc:docMk/>
            <pc:sldMk cId="2989091804" sldId="259"/>
            <ac:spMk id="4" creationId="{97DB5C11-71F9-4C32-B6A4-098C747A4461}"/>
          </ac:spMkLst>
        </pc:spChg>
      </pc:sldChg>
      <pc:sldChg chg="addSp del mod setBg">
        <pc:chgData name="wilmar cañon" userId="7918cb078fdc7ad0" providerId="LiveId" clId="{BB8F396A-3618-4FEB-BD5A-110BD5BE7A0A}" dt="2020-08-01T22:16:45.627" v="135" actId="47"/>
        <pc:sldMkLst>
          <pc:docMk/>
          <pc:sldMk cId="2989091804" sldId="260"/>
        </pc:sldMkLst>
        <pc:spChg chg="add">
          <ac:chgData name="wilmar cañon" userId="7918cb078fdc7ad0" providerId="LiveId" clId="{BB8F396A-3618-4FEB-BD5A-110BD5BE7A0A}" dt="2020-08-01T22:15:54.260" v="123" actId="22"/>
          <ac:spMkLst>
            <pc:docMk/>
            <pc:sldMk cId="2989091804" sldId="260"/>
            <ac:spMk id="4" creationId="{6D59C978-203C-47F1-A3A3-7538B79E0CA2}"/>
          </ac:spMkLst>
        </pc:spChg>
      </pc:sldChg>
      <pc:sldChg chg="addSp del mod setBg">
        <pc:chgData name="wilmar cañon" userId="7918cb078fdc7ad0" providerId="LiveId" clId="{BB8F396A-3618-4FEB-BD5A-110BD5BE7A0A}" dt="2020-08-01T22:16:46.809" v="136" actId="47"/>
        <pc:sldMkLst>
          <pc:docMk/>
          <pc:sldMk cId="2989091804" sldId="261"/>
        </pc:sldMkLst>
        <pc:spChg chg="add">
          <ac:chgData name="wilmar cañon" userId="7918cb078fdc7ad0" providerId="LiveId" clId="{BB8F396A-3618-4FEB-BD5A-110BD5BE7A0A}" dt="2020-08-01T22:15:56.020" v="124" actId="22"/>
          <ac:spMkLst>
            <pc:docMk/>
            <pc:sldMk cId="2989091804" sldId="261"/>
            <ac:spMk id="4" creationId="{664159CC-97C8-4676-BABF-9F63B4FF9A2A}"/>
          </ac:spMkLst>
        </pc:spChg>
      </pc:sldChg>
      <pc:sldChg chg="addSp del mod setBg">
        <pc:chgData name="wilmar cañon" userId="7918cb078fdc7ad0" providerId="LiveId" clId="{BB8F396A-3618-4FEB-BD5A-110BD5BE7A0A}" dt="2020-08-01T22:17:08.487" v="137" actId="47"/>
        <pc:sldMkLst>
          <pc:docMk/>
          <pc:sldMk cId="2989091804" sldId="262"/>
        </pc:sldMkLst>
        <pc:spChg chg="add">
          <ac:chgData name="wilmar cañon" userId="7918cb078fdc7ad0" providerId="LiveId" clId="{BB8F396A-3618-4FEB-BD5A-110BD5BE7A0A}" dt="2020-08-01T22:15:58.033" v="125" actId="22"/>
          <ac:spMkLst>
            <pc:docMk/>
            <pc:sldMk cId="2989091804" sldId="262"/>
            <ac:spMk id="4" creationId="{5BF22272-17A4-4A5A-82EA-6E775F5BB104}"/>
          </ac:spMkLst>
        </pc:spChg>
      </pc:sldChg>
      <pc:sldChg chg="addSp del mod setBg">
        <pc:chgData name="wilmar cañon" userId="7918cb078fdc7ad0" providerId="LiveId" clId="{BB8F396A-3618-4FEB-BD5A-110BD5BE7A0A}" dt="2020-08-01T22:17:09.469" v="138" actId="47"/>
        <pc:sldMkLst>
          <pc:docMk/>
          <pc:sldMk cId="2989091804" sldId="263"/>
        </pc:sldMkLst>
        <pc:spChg chg="add">
          <ac:chgData name="wilmar cañon" userId="7918cb078fdc7ad0" providerId="LiveId" clId="{BB8F396A-3618-4FEB-BD5A-110BD5BE7A0A}" dt="2020-08-01T22:15:59.022" v="126" actId="22"/>
          <ac:spMkLst>
            <pc:docMk/>
            <pc:sldMk cId="2989091804" sldId="263"/>
            <ac:spMk id="4" creationId="{D3956026-C14A-4156-9C26-7012B452A1F5}"/>
          </ac:spMkLst>
        </pc:spChg>
      </pc:sldChg>
      <pc:sldChg chg="addSp del mod ord setBg">
        <pc:chgData name="wilmar cañon" userId="7918cb078fdc7ad0" providerId="LiveId" clId="{BB8F396A-3618-4FEB-BD5A-110BD5BE7A0A}" dt="2020-08-01T22:17:10.856" v="139" actId="47"/>
        <pc:sldMkLst>
          <pc:docMk/>
          <pc:sldMk cId="2376403170" sldId="264"/>
        </pc:sldMkLst>
        <pc:spChg chg="add">
          <ac:chgData name="wilmar cañon" userId="7918cb078fdc7ad0" providerId="LiveId" clId="{BB8F396A-3618-4FEB-BD5A-110BD5BE7A0A}" dt="2020-08-01T22:16:00.500" v="127" actId="22"/>
          <ac:spMkLst>
            <pc:docMk/>
            <pc:sldMk cId="2376403170" sldId="264"/>
            <ac:spMk id="4" creationId="{599E3EE3-D272-4914-B6DF-D74B5CC5726E}"/>
          </ac:spMkLst>
        </pc:spChg>
      </pc:sldChg>
      <pc:sldChg chg="add">
        <pc:chgData name="wilmar cañon" userId="7918cb078fdc7ad0" providerId="LiveId" clId="{BB8F396A-3618-4FEB-BD5A-110BD5BE7A0A}" dt="2020-08-01T22:16:17.787" v="132"/>
        <pc:sldMkLst>
          <pc:docMk/>
          <pc:sldMk cId="1127697510" sldId="265"/>
        </pc:sldMkLst>
      </pc:sldChg>
      <pc:sldChg chg="add del">
        <pc:chgData name="wilmar cañon" userId="7918cb078fdc7ad0" providerId="LiveId" clId="{BB8F396A-3618-4FEB-BD5A-110BD5BE7A0A}" dt="2020-08-01T22:18:43.896" v="167" actId="47"/>
        <pc:sldMkLst>
          <pc:docMk/>
          <pc:sldMk cId="1304002105" sldId="266"/>
        </pc:sldMkLst>
      </pc:sldChg>
      <pc:sldChg chg="add del">
        <pc:chgData name="wilmar cañon" userId="7918cb078fdc7ad0" providerId="LiveId" clId="{BB8F396A-3618-4FEB-BD5A-110BD5BE7A0A}" dt="2020-08-01T22:18:44.498" v="168" actId="47"/>
        <pc:sldMkLst>
          <pc:docMk/>
          <pc:sldMk cId="3419888116" sldId="267"/>
        </pc:sldMkLst>
      </pc:sldChg>
      <pc:sldChg chg="addSp delSp modSp add mod">
        <pc:chgData name="wilmar cañon" userId="7918cb078fdc7ad0" providerId="LiveId" clId="{BB8F396A-3618-4FEB-BD5A-110BD5BE7A0A}" dt="2020-08-01T22:19:47.926" v="183" actId="20577"/>
        <pc:sldMkLst>
          <pc:docMk/>
          <pc:sldMk cId="4060488997" sldId="268"/>
        </pc:sldMkLst>
        <pc:spChg chg="add del mod">
          <ac:chgData name="wilmar cañon" userId="7918cb078fdc7ad0" providerId="LiveId" clId="{BB8F396A-3618-4FEB-BD5A-110BD5BE7A0A}" dt="2020-08-01T22:18:37.959" v="166" actId="1076"/>
          <ac:spMkLst>
            <pc:docMk/>
            <pc:sldMk cId="4060488997" sldId="268"/>
            <ac:spMk id="2" creationId="{00000000-0000-0000-0000-000000000000}"/>
          </ac:spMkLst>
        </pc:spChg>
        <pc:spChg chg="mod">
          <ac:chgData name="wilmar cañon" userId="7918cb078fdc7ad0" providerId="LiveId" clId="{BB8F396A-3618-4FEB-BD5A-110BD5BE7A0A}" dt="2020-08-01T22:19:47.926" v="183" actId="20577"/>
          <ac:spMkLst>
            <pc:docMk/>
            <pc:sldMk cId="4060488997" sldId="268"/>
            <ac:spMk id="6" creationId="{06994416-9154-41CC-806C-BD154ED8C791}"/>
          </ac:spMkLst>
        </pc:spChg>
        <pc:spChg chg="del">
          <ac:chgData name="wilmar cañon" userId="7918cb078fdc7ad0" providerId="LiveId" clId="{BB8F396A-3618-4FEB-BD5A-110BD5BE7A0A}" dt="2020-08-01T22:18:01.321" v="158" actId="478"/>
          <ac:spMkLst>
            <pc:docMk/>
            <pc:sldMk cId="4060488997" sldId="268"/>
            <ac:spMk id="8" creationId="{FC802242-859F-424B-B217-E117EA6346AF}"/>
          </ac:spMkLst>
        </pc:spChg>
      </pc:sldChg>
      <pc:sldChg chg="add">
        <pc:chgData name="wilmar cañon" userId="7918cb078fdc7ad0" providerId="LiveId" clId="{BB8F396A-3618-4FEB-BD5A-110BD5BE7A0A}" dt="2020-08-01T22:18:48.804" v="169"/>
        <pc:sldMkLst>
          <pc:docMk/>
          <pc:sldMk cId="3391476100" sldId="269"/>
        </pc:sldMkLst>
      </pc:sldChg>
      <pc:sldChg chg="modSp add mod">
        <pc:chgData name="wilmar cañon" userId="7918cb078fdc7ad0" providerId="LiveId" clId="{BB8F396A-3618-4FEB-BD5A-110BD5BE7A0A}" dt="2020-08-01T22:19:41.291" v="181" actId="20577"/>
        <pc:sldMkLst>
          <pc:docMk/>
          <pc:sldMk cId="2350743828" sldId="270"/>
        </pc:sldMkLst>
        <pc:spChg chg="mod">
          <ac:chgData name="wilmar cañon" userId="7918cb078fdc7ad0" providerId="LiveId" clId="{BB8F396A-3618-4FEB-BD5A-110BD5BE7A0A}" dt="2020-08-01T22:19:41.291" v="181" actId="20577"/>
          <ac:spMkLst>
            <pc:docMk/>
            <pc:sldMk cId="2350743828" sldId="270"/>
            <ac:spMk id="6" creationId="{06994416-9154-41CC-806C-BD154ED8C791}"/>
          </ac:spMkLst>
        </pc:spChg>
      </pc:sldChg>
      <pc:sldChg chg="add">
        <pc:chgData name="wilmar cañon" userId="7918cb078fdc7ad0" providerId="LiveId" clId="{BB8F396A-3618-4FEB-BD5A-110BD5BE7A0A}" dt="2020-08-01T22:19:08.574" v="170"/>
        <pc:sldMkLst>
          <pc:docMk/>
          <pc:sldMk cId="2996391944" sldId="271"/>
        </pc:sldMkLst>
      </pc:sldChg>
      <pc:sldChg chg="add">
        <pc:chgData name="wilmar cañon" userId="7918cb078fdc7ad0" providerId="LiveId" clId="{BB8F396A-3618-4FEB-BD5A-110BD5BE7A0A}" dt="2020-08-01T22:19:14.465" v="171"/>
        <pc:sldMkLst>
          <pc:docMk/>
          <pc:sldMk cId="3404262343" sldId="272"/>
        </pc:sldMkLst>
      </pc:sldChg>
      <pc:sldChg chg="modSp add mod">
        <pc:chgData name="wilmar cañon" userId="7918cb078fdc7ad0" providerId="LiveId" clId="{BB8F396A-3618-4FEB-BD5A-110BD5BE7A0A}" dt="2020-08-01T22:19:34.352" v="179" actId="1076"/>
        <pc:sldMkLst>
          <pc:docMk/>
          <pc:sldMk cId="906742637" sldId="273"/>
        </pc:sldMkLst>
        <pc:spChg chg="mod">
          <ac:chgData name="wilmar cañon" userId="7918cb078fdc7ad0" providerId="LiveId" clId="{BB8F396A-3618-4FEB-BD5A-110BD5BE7A0A}" dt="2020-08-01T22:19:25.519" v="174" actId="14100"/>
          <ac:spMkLst>
            <pc:docMk/>
            <pc:sldMk cId="906742637" sldId="273"/>
            <ac:spMk id="2" creationId="{00000000-0000-0000-0000-000000000000}"/>
          </ac:spMkLst>
        </pc:spChg>
        <pc:spChg chg="mod">
          <ac:chgData name="wilmar cañon" userId="7918cb078fdc7ad0" providerId="LiveId" clId="{BB8F396A-3618-4FEB-BD5A-110BD5BE7A0A}" dt="2020-08-01T22:19:34.352" v="179" actId="1076"/>
          <ac:spMkLst>
            <pc:docMk/>
            <pc:sldMk cId="906742637" sldId="273"/>
            <ac:spMk id="6" creationId="{06994416-9154-41CC-806C-BD154ED8C791}"/>
          </ac:spMkLst>
        </pc:spChg>
      </pc:sldChg>
      <pc:sldMasterChg chg="setBg modSldLayout">
        <pc:chgData name="wilmar cañon" userId="7918cb078fdc7ad0" providerId="LiveId" clId="{BB8F396A-3618-4FEB-BD5A-110BD5BE7A0A}" dt="2020-08-01T22:02:36.737" v="3"/>
        <pc:sldMasterMkLst>
          <pc:docMk/>
          <pc:sldMasterMk cId="1037948714" sldId="2147483648"/>
        </pc:sldMasterMkLst>
        <pc:sldLayoutChg chg="setBg">
          <pc:chgData name="wilmar cañon" userId="7918cb078fdc7ad0" providerId="LiveId" clId="{BB8F396A-3618-4FEB-BD5A-110BD5BE7A0A}" dt="2020-08-01T22:02:36.737" v="3"/>
          <pc:sldLayoutMkLst>
            <pc:docMk/>
            <pc:sldMasterMk cId="1037948714" sldId="2147483648"/>
            <pc:sldLayoutMk cId="3597683065" sldId="2147483649"/>
          </pc:sldLayoutMkLst>
        </pc:sldLayoutChg>
        <pc:sldLayoutChg chg="setBg">
          <pc:chgData name="wilmar cañon" userId="7918cb078fdc7ad0" providerId="LiveId" clId="{BB8F396A-3618-4FEB-BD5A-110BD5BE7A0A}" dt="2020-08-01T22:02:36.737" v="3"/>
          <pc:sldLayoutMkLst>
            <pc:docMk/>
            <pc:sldMasterMk cId="1037948714" sldId="2147483648"/>
            <pc:sldLayoutMk cId="2946764083" sldId="2147483650"/>
          </pc:sldLayoutMkLst>
        </pc:sldLayoutChg>
        <pc:sldLayoutChg chg="setBg">
          <pc:chgData name="wilmar cañon" userId="7918cb078fdc7ad0" providerId="LiveId" clId="{BB8F396A-3618-4FEB-BD5A-110BD5BE7A0A}" dt="2020-08-01T22:02:36.737" v="3"/>
          <pc:sldLayoutMkLst>
            <pc:docMk/>
            <pc:sldMasterMk cId="1037948714" sldId="2147483648"/>
            <pc:sldLayoutMk cId="167286939" sldId="2147483651"/>
          </pc:sldLayoutMkLst>
        </pc:sldLayoutChg>
        <pc:sldLayoutChg chg="setBg">
          <pc:chgData name="wilmar cañon" userId="7918cb078fdc7ad0" providerId="LiveId" clId="{BB8F396A-3618-4FEB-BD5A-110BD5BE7A0A}" dt="2020-08-01T22:02:36.737" v="3"/>
          <pc:sldLayoutMkLst>
            <pc:docMk/>
            <pc:sldMasterMk cId="1037948714" sldId="2147483648"/>
            <pc:sldLayoutMk cId="2722488648" sldId="2147483652"/>
          </pc:sldLayoutMkLst>
        </pc:sldLayoutChg>
        <pc:sldLayoutChg chg="setBg">
          <pc:chgData name="wilmar cañon" userId="7918cb078fdc7ad0" providerId="LiveId" clId="{BB8F396A-3618-4FEB-BD5A-110BD5BE7A0A}" dt="2020-08-01T22:02:36.737" v="3"/>
          <pc:sldLayoutMkLst>
            <pc:docMk/>
            <pc:sldMasterMk cId="1037948714" sldId="2147483648"/>
            <pc:sldLayoutMk cId="2685714619" sldId="2147483653"/>
          </pc:sldLayoutMkLst>
        </pc:sldLayoutChg>
        <pc:sldLayoutChg chg="setBg">
          <pc:chgData name="wilmar cañon" userId="7918cb078fdc7ad0" providerId="LiveId" clId="{BB8F396A-3618-4FEB-BD5A-110BD5BE7A0A}" dt="2020-08-01T22:02:36.737" v="3"/>
          <pc:sldLayoutMkLst>
            <pc:docMk/>
            <pc:sldMasterMk cId="1037948714" sldId="2147483648"/>
            <pc:sldLayoutMk cId="2296207986" sldId="2147483654"/>
          </pc:sldLayoutMkLst>
        </pc:sldLayoutChg>
        <pc:sldLayoutChg chg="setBg">
          <pc:chgData name="wilmar cañon" userId="7918cb078fdc7ad0" providerId="LiveId" clId="{BB8F396A-3618-4FEB-BD5A-110BD5BE7A0A}" dt="2020-08-01T22:02:36.737" v="3"/>
          <pc:sldLayoutMkLst>
            <pc:docMk/>
            <pc:sldMasterMk cId="1037948714" sldId="2147483648"/>
            <pc:sldLayoutMk cId="2202842438" sldId="2147483655"/>
          </pc:sldLayoutMkLst>
        </pc:sldLayoutChg>
        <pc:sldLayoutChg chg="setBg">
          <pc:chgData name="wilmar cañon" userId="7918cb078fdc7ad0" providerId="LiveId" clId="{BB8F396A-3618-4FEB-BD5A-110BD5BE7A0A}" dt="2020-08-01T22:02:36.737" v="3"/>
          <pc:sldLayoutMkLst>
            <pc:docMk/>
            <pc:sldMasterMk cId="1037948714" sldId="2147483648"/>
            <pc:sldLayoutMk cId="2275089068" sldId="2147483656"/>
          </pc:sldLayoutMkLst>
        </pc:sldLayoutChg>
        <pc:sldLayoutChg chg="setBg">
          <pc:chgData name="wilmar cañon" userId="7918cb078fdc7ad0" providerId="LiveId" clId="{BB8F396A-3618-4FEB-BD5A-110BD5BE7A0A}" dt="2020-08-01T22:02:36.737" v="3"/>
          <pc:sldLayoutMkLst>
            <pc:docMk/>
            <pc:sldMasterMk cId="1037948714" sldId="2147483648"/>
            <pc:sldLayoutMk cId="2804633305" sldId="2147483657"/>
          </pc:sldLayoutMkLst>
        </pc:sldLayoutChg>
        <pc:sldLayoutChg chg="setBg">
          <pc:chgData name="wilmar cañon" userId="7918cb078fdc7ad0" providerId="LiveId" clId="{BB8F396A-3618-4FEB-BD5A-110BD5BE7A0A}" dt="2020-08-01T22:02:36.737" v="3"/>
          <pc:sldLayoutMkLst>
            <pc:docMk/>
            <pc:sldMasterMk cId="1037948714" sldId="2147483648"/>
            <pc:sldLayoutMk cId="3543830191" sldId="2147483658"/>
          </pc:sldLayoutMkLst>
        </pc:sldLayoutChg>
        <pc:sldLayoutChg chg="setBg">
          <pc:chgData name="wilmar cañon" userId="7918cb078fdc7ad0" providerId="LiveId" clId="{BB8F396A-3618-4FEB-BD5A-110BD5BE7A0A}" dt="2020-08-01T22:02:36.737" v="3"/>
          <pc:sldLayoutMkLst>
            <pc:docMk/>
            <pc:sldMasterMk cId="1037948714" sldId="2147483648"/>
            <pc:sldLayoutMk cId="3188352730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1BA-81F9-4D5F-A879-B8ABD91217D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CDB0-A214-4E8B-B471-D3FE6AAFFF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768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1BA-81F9-4D5F-A879-B8ABD91217D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CDB0-A214-4E8B-B471-D3FE6AAFFF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6764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1BA-81F9-4D5F-A879-B8ABD91217D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CDB0-A214-4E8B-B471-D3FE6AAFFF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286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1BA-81F9-4D5F-A879-B8ABD91217D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CDB0-A214-4E8B-B471-D3FE6AAFFF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2488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1BA-81F9-4D5F-A879-B8ABD91217D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CDB0-A214-4E8B-B471-D3FE6AAFFF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571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1BA-81F9-4D5F-A879-B8ABD91217D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CDB0-A214-4E8B-B471-D3FE6AAFFF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6207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1BA-81F9-4D5F-A879-B8ABD91217D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CDB0-A214-4E8B-B471-D3FE6AAFFF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2842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1BA-81F9-4D5F-A879-B8ABD91217D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CDB0-A214-4E8B-B471-D3FE6AAFFF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5089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1BA-81F9-4D5F-A879-B8ABD91217D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CDB0-A214-4E8B-B471-D3FE6AAFFF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4633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1BA-81F9-4D5F-A879-B8ABD91217D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CDB0-A214-4E8B-B471-D3FE6AAFFF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43830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A1BA-81F9-4D5F-A879-B8ABD91217D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CDB0-A214-4E8B-B471-D3FE6AAFFF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8352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0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0A1BA-81F9-4D5F-A879-B8ABD91217D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FCDB0-A214-4E8B-B471-D3FE6AAFFF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7948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2 Subtítulo">
            <a:extLst>
              <a:ext uri="{FF2B5EF4-FFF2-40B4-BE49-F238E27FC236}">
                <a16:creationId xmlns:a16="http://schemas.microsoft.com/office/drawing/2014/main" id="{80577A72-A775-4D44-8050-53412DE2B25F}"/>
              </a:ext>
            </a:extLst>
          </p:cNvPr>
          <p:cNvSpPr txBox="1">
            <a:spLocks/>
          </p:cNvSpPr>
          <p:nvPr/>
        </p:nvSpPr>
        <p:spPr>
          <a:xfrm>
            <a:off x="2483768" y="217069"/>
            <a:ext cx="6531489" cy="54006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TU GLORIA A LAS NACIONES</a:t>
            </a:r>
            <a:endParaRPr lang="es-CO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08AA3FB5-41E0-46E3-B5B4-FEB6ED2958AA}"/>
              </a:ext>
            </a:extLst>
          </p:cNvPr>
          <p:cNvSpPr txBox="1">
            <a:spLocks/>
          </p:cNvSpPr>
          <p:nvPr/>
        </p:nvSpPr>
        <p:spPr>
          <a:xfrm>
            <a:off x="611560" y="1700808"/>
            <a:ext cx="4833918" cy="7585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/Heme aquí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2 Subtítulo">
            <a:extLst>
              <a:ext uri="{FF2B5EF4-FFF2-40B4-BE49-F238E27FC236}">
                <a16:creationId xmlns:a16="http://schemas.microsoft.com/office/drawing/2014/main" id="{C247739E-088D-412C-A8F2-D4B3C2DF2054}"/>
              </a:ext>
            </a:extLst>
          </p:cNvPr>
          <p:cNvSpPr txBox="1">
            <a:spLocks/>
          </p:cNvSpPr>
          <p:nvPr/>
        </p:nvSpPr>
        <p:spPr>
          <a:xfrm>
            <a:off x="2339752" y="2763627"/>
            <a:ext cx="6202070" cy="86409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Yo iré Señor/</a:t>
            </a:r>
          </a:p>
          <a:p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055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37574" y="1700808"/>
            <a:ext cx="7668852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Envíame a mí que dispuesto estoy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0D449284-D493-4D04-B669-DD28F863C302}"/>
              </a:ext>
            </a:extLst>
          </p:cNvPr>
          <p:cNvSpPr txBox="1">
            <a:spLocks/>
          </p:cNvSpPr>
          <p:nvPr/>
        </p:nvSpPr>
        <p:spPr>
          <a:xfrm>
            <a:off x="2483768" y="217069"/>
            <a:ext cx="6531489" cy="54006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TU GLORIA A LAS NACIONES</a:t>
            </a:r>
            <a:endParaRPr lang="es-CO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898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51520" y="1700808"/>
            <a:ext cx="8763737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Llevaré tu gloria a las</a:t>
            </a:r>
          </a:p>
          <a:p>
            <a:pPr marL="0" indent="0">
              <a:buNone/>
            </a:pPr>
            <a:endParaRPr lang="es-CO" sz="6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06994416-9154-41CC-806C-BD154ED8C791}"/>
              </a:ext>
            </a:extLst>
          </p:cNvPr>
          <p:cNvSpPr txBox="1">
            <a:spLocks/>
          </p:cNvSpPr>
          <p:nvPr/>
        </p:nvSpPr>
        <p:spPr>
          <a:xfrm>
            <a:off x="3536217" y="2528293"/>
            <a:ext cx="5356263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sz="9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Naciones</a:t>
            </a:r>
            <a:endParaRPr lang="es-CO" sz="9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3D3777F9-59B7-4DFC-A9D7-DAE77ABE0684}"/>
              </a:ext>
            </a:extLst>
          </p:cNvPr>
          <p:cNvSpPr txBox="1">
            <a:spLocks/>
          </p:cNvSpPr>
          <p:nvPr/>
        </p:nvSpPr>
        <p:spPr>
          <a:xfrm>
            <a:off x="2483768" y="217069"/>
            <a:ext cx="6531489" cy="54006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TU GLORIA A LAS NACIONES</a:t>
            </a:r>
            <a:endParaRPr lang="es-CO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488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2 Subtítulo">
            <a:extLst>
              <a:ext uri="{FF2B5EF4-FFF2-40B4-BE49-F238E27FC236}">
                <a16:creationId xmlns:a16="http://schemas.microsoft.com/office/drawing/2014/main" id="{80577A72-A775-4D44-8050-53412DE2B25F}"/>
              </a:ext>
            </a:extLst>
          </p:cNvPr>
          <p:cNvSpPr txBox="1">
            <a:spLocks/>
          </p:cNvSpPr>
          <p:nvPr/>
        </p:nvSpPr>
        <p:spPr>
          <a:xfrm>
            <a:off x="2483768" y="217069"/>
            <a:ext cx="6531489" cy="54006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TU GLORIA A LAS NACIONES</a:t>
            </a:r>
            <a:endParaRPr lang="es-CO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08AA3FB5-41E0-46E3-B5B4-FEB6ED2958AA}"/>
              </a:ext>
            </a:extLst>
          </p:cNvPr>
          <p:cNvSpPr txBox="1">
            <a:spLocks/>
          </p:cNvSpPr>
          <p:nvPr/>
        </p:nvSpPr>
        <p:spPr>
          <a:xfrm>
            <a:off x="611560" y="1700808"/>
            <a:ext cx="4833918" cy="7585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/Heme aquí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2 Subtítulo">
            <a:extLst>
              <a:ext uri="{FF2B5EF4-FFF2-40B4-BE49-F238E27FC236}">
                <a16:creationId xmlns:a16="http://schemas.microsoft.com/office/drawing/2014/main" id="{C247739E-088D-412C-A8F2-D4B3C2DF2054}"/>
              </a:ext>
            </a:extLst>
          </p:cNvPr>
          <p:cNvSpPr txBox="1">
            <a:spLocks/>
          </p:cNvSpPr>
          <p:nvPr/>
        </p:nvSpPr>
        <p:spPr>
          <a:xfrm>
            <a:off x="2339752" y="2763627"/>
            <a:ext cx="6202070" cy="86409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Yo iré Señor/</a:t>
            </a:r>
          </a:p>
          <a:p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794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37574" y="1700808"/>
            <a:ext cx="7668852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Envíame a mí que dispuesto estoy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0D449284-D493-4D04-B669-DD28F863C302}"/>
              </a:ext>
            </a:extLst>
          </p:cNvPr>
          <p:cNvSpPr txBox="1">
            <a:spLocks/>
          </p:cNvSpPr>
          <p:nvPr/>
        </p:nvSpPr>
        <p:spPr>
          <a:xfrm>
            <a:off x="2483768" y="217069"/>
            <a:ext cx="6531489" cy="54006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TU GLORIA A LAS NACIONES</a:t>
            </a:r>
            <a:endParaRPr lang="es-CO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73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51520" y="1700808"/>
            <a:ext cx="8763737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Llevaré tu gloria a las</a:t>
            </a:r>
          </a:p>
          <a:p>
            <a:pPr marL="0" indent="0">
              <a:buNone/>
            </a:pPr>
            <a:endParaRPr lang="es-CO" sz="6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06994416-9154-41CC-806C-BD154ED8C791}"/>
              </a:ext>
            </a:extLst>
          </p:cNvPr>
          <p:cNvSpPr txBox="1">
            <a:spLocks/>
          </p:cNvSpPr>
          <p:nvPr/>
        </p:nvSpPr>
        <p:spPr>
          <a:xfrm>
            <a:off x="3536217" y="2528293"/>
            <a:ext cx="5356263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sz="9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Naciones</a:t>
            </a:r>
            <a:endParaRPr lang="es-CO" sz="9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3D3777F9-59B7-4DFC-A9D7-DAE77ABE0684}"/>
              </a:ext>
            </a:extLst>
          </p:cNvPr>
          <p:cNvSpPr txBox="1">
            <a:spLocks/>
          </p:cNvSpPr>
          <p:nvPr/>
        </p:nvSpPr>
        <p:spPr>
          <a:xfrm>
            <a:off x="2483768" y="217069"/>
            <a:ext cx="6531489" cy="54006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TU GLORIA A LAS NACIONES</a:t>
            </a:r>
            <a:endParaRPr lang="es-CO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864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2 Subtítulo">
            <a:extLst>
              <a:ext uri="{FF2B5EF4-FFF2-40B4-BE49-F238E27FC236}">
                <a16:creationId xmlns:a16="http://schemas.microsoft.com/office/drawing/2014/main" id="{80577A72-A775-4D44-8050-53412DE2B25F}"/>
              </a:ext>
            </a:extLst>
          </p:cNvPr>
          <p:cNvSpPr txBox="1">
            <a:spLocks/>
          </p:cNvSpPr>
          <p:nvPr/>
        </p:nvSpPr>
        <p:spPr>
          <a:xfrm>
            <a:off x="2483768" y="217069"/>
            <a:ext cx="6531489" cy="54006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TU GLORIA A LAS NACIONES</a:t>
            </a:r>
            <a:endParaRPr lang="es-CO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08AA3FB5-41E0-46E3-B5B4-FEB6ED2958AA}"/>
              </a:ext>
            </a:extLst>
          </p:cNvPr>
          <p:cNvSpPr txBox="1">
            <a:spLocks/>
          </p:cNvSpPr>
          <p:nvPr/>
        </p:nvSpPr>
        <p:spPr>
          <a:xfrm>
            <a:off x="611560" y="1700808"/>
            <a:ext cx="4833918" cy="7585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/Heme aquí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2 Subtítulo">
            <a:extLst>
              <a:ext uri="{FF2B5EF4-FFF2-40B4-BE49-F238E27FC236}">
                <a16:creationId xmlns:a16="http://schemas.microsoft.com/office/drawing/2014/main" id="{C247739E-088D-412C-A8F2-D4B3C2DF2054}"/>
              </a:ext>
            </a:extLst>
          </p:cNvPr>
          <p:cNvSpPr txBox="1">
            <a:spLocks/>
          </p:cNvSpPr>
          <p:nvPr/>
        </p:nvSpPr>
        <p:spPr>
          <a:xfrm>
            <a:off x="2339752" y="2763627"/>
            <a:ext cx="6202070" cy="86409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Yo iré Señor/</a:t>
            </a:r>
          </a:p>
          <a:p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947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37574" y="1700808"/>
            <a:ext cx="7668852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Envíame a mí que dispuesto estoy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0D449284-D493-4D04-B669-DD28F863C302}"/>
              </a:ext>
            </a:extLst>
          </p:cNvPr>
          <p:cNvSpPr txBox="1">
            <a:spLocks/>
          </p:cNvSpPr>
          <p:nvPr/>
        </p:nvSpPr>
        <p:spPr>
          <a:xfrm>
            <a:off x="2483768" y="217069"/>
            <a:ext cx="6531489" cy="54006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TU GLORIA A LAS NACIONES</a:t>
            </a:r>
            <a:endParaRPr lang="es-CO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563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51520" y="1700808"/>
            <a:ext cx="8763737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/Llevaré tu gloria a las</a:t>
            </a:r>
          </a:p>
          <a:p>
            <a:pPr marL="0" indent="0">
              <a:buNone/>
            </a:pPr>
            <a:endParaRPr lang="es-CO" sz="6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06994416-9154-41CC-806C-BD154ED8C791}"/>
              </a:ext>
            </a:extLst>
          </p:cNvPr>
          <p:cNvSpPr txBox="1">
            <a:spLocks/>
          </p:cNvSpPr>
          <p:nvPr/>
        </p:nvSpPr>
        <p:spPr>
          <a:xfrm>
            <a:off x="3536217" y="2528293"/>
            <a:ext cx="5356263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sz="9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Naciones/</a:t>
            </a:r>
            <a:endParaRPr lang="es-CO" sz="9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3D3777F9-59B7-4DFC-A9D7-DAE77ABE0684}"/>
              </a:ext>
            </a:extLst>
          </p:cNvPr>
          <p:cNvSpPr txBox="1">
            <a:spLocks/>
          </p:cNvSpPr>
          <p:nvPr/>
        </p:nvSpPr>
        <p:spPr>
          <a:xfrm>
            <a:off x="2483768" y="217069"/>
            <a:ext cx="6531489" cy="54006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</a:rPr>
              <a:t>TU GLORIA A LAS NACIONES</a:t>
            </a:r>
            <a:endParaRPr lang="es-CO" b="1" dirty="0">
              <a:ln w="22225">
                <a:noFill/>
                <a:prstDash val="solid"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7414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104</Words>
  <Application>Microsoft Office PowerPoint</Application>
  <PresentationFormat>Presentación en pantalla (4:3)</PresentationFormat>
  <Paragraphs>24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Arial Rounded MT Bold</vt:lpstr>
      <vt:lpstr>Brush Script MT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9</cp:revision>
  <dcterms:created xsi:type="dcterms:W3CDTF">2016-03-01T21:50:48Z</dcterms:created>
  <dcterms:modified xsi:type="dcterms:W3CDTF">2021-07-27T04:48:28Z</dcterms:modified>
</cp:coreProperties>
</file>