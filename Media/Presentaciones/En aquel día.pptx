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D3C11-3CC0-4E88-B416-6AD53C55CD6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16EE12-7D1A-4024-9210-4F333BFC79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4489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F232-38DF-4863-B8C8-9B09FC351D4A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B942-6985-44A5-9AEE-65B42FB0C9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96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F232-38DF-4863-B8C8-9B09FC351D4A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B942-6985-44A5-9AEE-65B42FB0C9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1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F232-38DF-4863-B8C8-9B09FC351D4A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B942-6985-44A5-9AEE-65B42FB0C9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01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F232-38DF-4863-B8C8-9B09FC351D4A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B942-6985-44A5-9AEE-65B42FB0C9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579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F232-38DF-4863-B8C8-9B09FC351D4A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B942-6985-44A5-9AEE-65B42FB0C9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96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F232-38DF-4863-B8C8-9B09FC351D4A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B942-6985-44A5-9AEE-65B42FB0C9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8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F232-38DF-4863-B8C8-9B09FC351D4A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B942-6985-44A5-9AEE-65B42FB0C9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07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F232-38DF-4863-B8C8-9B09FC351D4A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B942-6985-44A5-9AEE-65B42FB0C9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10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F232-38DF-4863-B8C8-9B09FC351D4A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B942-6985-44A5-9AEE-65B42FB0C9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5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F232-38DF-4863-B8C8-9B09FC351D4A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B942-6985-44A5-9AEE-65B42FB0C9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36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F232-38DF-4863-B8C8-9B09FC351D4A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B942-6985-44A5-9AEE-65B42FB0C9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1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CF232-38DF-4863-B8C8-9B09FC351D4A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DB942-6985-44A5-9AEE-65B42FB0C9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65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0" y="1018617"/>
            <a:ext cx="9028090" cy="256224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DIOS nos quiere VIDA dar      </a:t>
            </a:r>
          </a:p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 eso a su HIJO </a:t>
            </a:r>
          </a:p>
          <a:p>
            <a:pPr algn="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Él quiso enviar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C6CBE5A-E4B6-4FF5-ABCE-DA03650B16E1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2636591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7954" y="1161001"/>
            <a:ext cx="9028091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Sus promesas él cumplirá  </a:t>
            </a:r>
          </a:p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CRISTO JESÚS lo hará 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3AF0DCF-1A7E-4695-955A-98A3139F4085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411297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1088781"/>
            <a:ext cx="9144000" cy="256224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 tú quieres entregar </a:t>
            </a:r>
          </a:p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 CRISTO tu vida</a:t>
            </a:r>
          </a:p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Él la usará 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1D9A958-3B69-46FB-A8CA-7777CAC883A6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3983169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296214" y="1071000"/>
            <a:ext cx="8551572" cy="256224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Solo tienes que confiar   </a:t>
            </a:r>
          </a:p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su palabra</a:t>
            </a:r>
          </a:p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Él te SOSTENDRÁ 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8B40AF4-470F-476D-91B3-6DAD88C8CA2A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3916427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866760"/>
            <a:ext cx="9144000" cy="256224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Cada uno presentará  </a:t>
            </a:r>
          </a:p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Su vida a Cristo</a:t>
            </a:r>
          </a:p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Él la aprobará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DD7703E-C3DD-4FD5-9BA5-9D5D6C5AE1EA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1194513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06062" y="1490008"/>
            <a:ext cx="9144000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Un galardón recibirás  </a:t>
            </a:r>
          </a:p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 a CRISTO tu vida das </a:t>
            </a:r>
          </a:p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 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7BA427B-286D-4C17-BB71-658A2869EA7D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4234792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446004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aquel día solo estarás  </a:t>
            </a:r>
          </a:p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 Mirando a Cristo tú llorarás 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4D52FBE-1E6D-4C44-9864-5D76621CED53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2225346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1253392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  Un justo juicio recibirás   </a:t>
            </a:r>
          </a:p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 al mundo tu vida das 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471A516-B38D-4D63-82F7-56C498F0D549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1088962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115910" y="1018617"/>
            <a:ext cx="8912180" cy="33932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DIOS nos quiere VIDA dar      </a:t>
            </a:r>
          </a:p>
          <a:p>
            <a:pPr algn="ct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 eso a su HIJO </a:t>
            </a:r>
          </a:p>
          <a:p>
            <a:pPr algn="r" fontAlgn="base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Él quiso enviar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C6CBE5A-E4B6-4FF5-ABCE-DA03650B16E1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4215001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7954" y="1174253"/>
            <a:ext cx="9028091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Sus promesas él cumplirá  </a:t>
            </a:r>
          </a:p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CRISTO JESÚS lo hará 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3AF0DCF-1A7E-4695-955A-98A3139F4085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2658796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866760"/>
            <a:ext cx="9144000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Cada uno presentará  </a:t>
            </a:r>
          </a:p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Su vida a Cristo</a:t>
            </a:r>
          </a:p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Él la aprobará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DD7703E-C3DD-4FD5-9BA5-9D5D6C5AE1EA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3567997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06062" y="1490008"/>
            <a:ext cx="9144000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Un galardón recibirás  </a:t>
            </a:r>
          </a:p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 a CRISTO tu vida das </a:t>
            </a:r>
          </a:p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 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7BA427B-286D-4C17-BB71-658A2869EA7D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2793164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446004"/>
            <a:ext cx="9144000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aquel día solo estarás  </a:t>
            </a:r>
          </a:p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 Mirando a Cristo tú llorarás 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4D52FBE-1E6D-4C44-9864-5D76621CED53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1066810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1253392"/>
            <a:ext cx="9144000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  Un </a:t>
            </a:r>
            <a:r>
              <a:rPr lang="es-ES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justo juicio </a:t>
            </a:r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recibirás   </a:t>
            </a:r>
          </a:p>
          <a:p>
            <a:pPr algn="ctr" fontAlgn="base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 al mundo tu vida das 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471A516-B38D-4D63-82F7-56C498F0D549}"/>
              </a:ext>
            </a:extLst>
          </p:cNvPr>
          <p:cNvSpPr txBox="1"/>
          <p:nvPr/>
        </p:nvSpPr>
        <p:spPr>
          <a:xfrm>
            <a:off x="5074275" y="6117465"/>
            <a:ext cx="3953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 AQUEL DÍA</a:t>
            </a:r>
          </a:p>
        </p:txBody>
      </p:sp>
    </p:spTree>
    <p:extLst>
      <p:ext uri="{BB962C8B-B14F-4D97-AF65-F5344CB8AC3E}">
        <p14:creationId xmlns:p14="http://schemas.microsoft.com/office/powerpoint/2010/main" val="36665857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193</Words>
  <Application>Microsoft Office PowerPoint</Application>
  <PresentationFormat>Presentación en pantalla (4:3)</PresentationFormat>
  <Paragraphs>50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Arial Rounded MT Bold</vt:lpstr>
      <vt:lpstr>Berlin Sans FB Demi</vt:lpstr>
      <vt:lpstr>Brush Script MT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Yecika Serrato G</dc:creator>
  <cp:lastModifiedBy>Familia Cañon Peña</cp:lastModifiedBy>
  <cp:revision>16</cp:revision>
  <dcterms:created xsi:type="dcterms:W3CDTF">2020-07-08T23:05:51Z</dcterms:created>
  <dcterms:modified xsi:type="dcterms:W3CDTF">2021-07-27T03:22:43Z</dcterms:modified>
</cp:coreProperties>
</file>