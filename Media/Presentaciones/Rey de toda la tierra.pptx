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87" r:id="rId4"/>
    <p:sldId id="288" r:id="rId5"/>
    <p:sldId id="261" r:id="rId6"/>
    <p:sldId id="289" r:id="rId7"/>
    <p:sldId id="279" r:id="rId8"/>
    <p:sldId id="280" r:id="rId9"/>
    <p:sldId id="281" r:id="rId10"/>
    <p:sldId id="282" r:id="rId11"/>
    <p:sldId id="290" r:id="rId12"/>
    <p:sldId id="291" r:id="rId13"/>
    <p:sldId id="292" r:id="rId14"/>
    <p:sldId id="293" r:id="rId15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77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456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777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233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16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758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2291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431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678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759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754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2F060-4A71-4246-A3FD-0CBF95A15B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AFAD5-CB38-4917-B7AE-499F8C426A4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018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46348" y="1772816"/>
            <a:ext cx="8651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antad a NUESTRO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147645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599973" y="1844824"/>
            <a:ext cx="79440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Porque es el REY DE TODA LA TIERRA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63D5576-BE8E-4048-AF3D-07FE14F63296}"/>
              </a:ext>
            </a:extLst>
          </p:cNvPr>
          <p:cNvSpPr txBox="1">
            <a:spLocks/>
          </p:cNvSpPr>
          <p:nvPr/>
        </p:nvSpPr>
        <p:spPr>
          <a:xfrm>
            <a:off x="3059832" y="116632"/>
            <a:ext cx="5969006" cy="435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54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46348" y="1772816"/>
            <a:ext cx="8651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antad a NUESTRO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32912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599973" y="1844824"/>
            <a:ext cx="79440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Porque es el REY DE TODA LA TIERRA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63D5576-BE8E-4048-AF3D-07FE14F63296}"/>
              </a:ext>
            </a:extLst>
          </p:cNvPr>
          <p:cNvSpPr txBox="1">
            <a:spLocks/>
          </p:cNvSpPr>
          <p:nvPr/>
        </p:nvSpPr>
        <p:spPr>
          <a:xfrm>
            <a:off x="3059832" y="116632"/>
            <a:ext cx="5969006" cy="435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50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19168" y="1052736"/>
            <a:ext cx="85056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Pueblos todos batid </a:t>
            </a:r>
          </a:p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las manos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con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voz de júbilo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86A792-C62E-468D-983D-B61B2C638D70}"/>
              </a:ext>
            </a:extLst>
          </p:cNvPr>
          <p:cNvSpPr txBox="1">
            <a:spLocks/>
          </p:cNvSpPr>
          <p:nvPr/>
        </p:nvSpPr>
        <p:spPr>
          <a:xfrm>
            <a:off x="3059832" y="116632"/>
            <a:ext cx="5969006" cy="43569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63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19168" y="1052736"/>
            <a:ext cx="85056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Pueblos todos batid </a:t>
            </a:r>
          </a:p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las manos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Alabad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con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voz de júbilo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86A792-C62E-468D-983D-B61B2C638D70}"/>
              </a:ext>
            </a:extLst>
          </p:cNvPr>
          <p:cNvSpPr txBox="1">
            <a:spLocks/>
          </p:cNvSpPr>
          <p:nvPr/>
        </p:nvSpPr>
        <p:spPr>
          <a:xfrm>
            <a:off x="3059832" y="116632"/>
            <a:ext cx="5969006" cy="43569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  <a:endParaRPr lang="es-CO" sz="3200" b="1" dirty="0">
              <a:solidFill>
                <a:schemeClr val="bg1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46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46348" y="1916832"/>
            <a:ext cx="8651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antad a NUESTRO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34A75B5-AE86-409B-A89D-7E66151C8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365996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599973" y="1916832"/>
            <a:ext cx="79440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Porque es el REY DE TODA LA TIERRA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E37C076-E14E-4632-853B-178C2C91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35104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46348" y="1844824"/>
            <a:ext cx="8651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antad a NUESTRO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8F49D0E-8458-484A-B3EF-FA8197A9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48069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38904" y="1988840"/>
            <a:ext cx="8892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/Cantad con inteligencia/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2A8E6EC-04B4-42E0-BDCC-D9006996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113423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46348" y="1916832"/>
            <a:ext cx="8651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antad a NUESTRO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34A75B5-AE86-409B-A89D-7E66151C8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1866341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599973" y="1916832"/>
            <a:ext cx="79440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Porque es el REY DE TODA LA TIERRA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E37C076-E14E-4632-853B-178C2C91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120841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46348" y="1844824"/>
            <a:ext cx="8651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Cantad 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C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antad a NUESTRO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REY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8F49D0E-8458-484A-B3EF-FA8197A9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3654852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38904" y="1988840"/>
            <a:ext cx="8892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/Cantad con inteligencia/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2A8E6EC-04B4-42E0-BDCC-D9006996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116632"/>
            <a:ext cx="5969006" cy="435695"/>
          </a:xfrm>
        </p:spPr>
        <p:txBody>
          <a:bodyPr>
            <a:no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+mn-ea"/>
                <a:cs typeface="+mn-cs"/>
              </a:rPr>
              <a:t>REY DE TODA LA TIERRA</a:t>
            </a:r>
          </a:p>
        </p:txBody>
      </p:sp>
    </p:spTree>
    <p:extLst>
      <p:ext uri="{BB962C8B-B14F-4D97-AF65-F5344CB8AC3E}">
        <p14:creationId xmlns:p14="http://schemas.microsoft.com/office/powerpoint/2010/main" val="2542818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178</Words>
  <Application>Microsoft Office PowerPoint</Application>
  <PresentationFormat>Presentación en pantalla (4:3)</PresentationFormat>
  <Paragraphs>40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Aharoni</vt:lpstr>
      <vt:lpstr>Arial</vt:lpstr>
      <vt:lpstr>Arial Rounded MT Bold</vt:lpstr>
      <vt:lpstr>Berlin Sans FB Demi</vt:lpstr>
      <vt:lpstr>Calibri</vt:lpstr>
      <vt:lpstr>Tema de Office</vt:lpstr>
      <vt:lpstr>REY DE TODA LA TIERRA</vt:lpstr>
      <vt:lpstr>Presentación de PowerPoint</vt:lpstr>
      <vt:lpstr>REY DE TODA LA TIERRA</vt:lpstr>
      <vt:lpstr>Presentación de PowerPoint</vt:lpstr>
      <vt:lpstr>Presentación de PowerPoint</vt:lpstr>
      <vt:lpstr>Presentación de PowerPoint</vt:lpstr>
      <vt:lpstr>REY DE TODA LA TIERRA</vt:lpstr>
      <vt:lpstr>REY DE TODA LA TIERRA</vt:lpstr>
      <vt:lpstr>REY DE TODA LA TIERRA</vt:lpstr>
      <vt:lpstr>REY DE TODA LA TIERRA</vt:lpstr>
      <vt:lpstr>REY DE TODA LA TIERRA</vt:lpstr>
      <vt:lpstr>REY DE TODA LA TIERRA</vt:lpstr>
      <vt:lpstr>REY DE TODA LA TIERRA</vt:lpstr>
      <vt:lpstr>REY DE TODA LA TIERRA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45</cp:revision>
  <dcterms:created xsi:type="dcterms:W3CDTF">2016-12-31T18:37:43Z</dcterms:created>
  <dcterms:modified xsi:type="dcterms:W3CDTF">2021-07-27T04:10:05Z</dcterms:modified>
</cp:coreProperties>
</file>