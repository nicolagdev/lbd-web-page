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</p:sldIdLst>
  <p:sldSz cx="12192000" cy="6858000"/>
  <p:notesSz cx="6858000" cy="9144000"/>
  <p:defaultTextStyle>
    <a:defPPr>
      <a:defRPr lang="es-CO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96" y="5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98D0-3E0B-49C0-A7BC-02B2632F02A8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6E67-42A1-4EC8-AEB2-38CD67D15CF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4990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98D0-3E0B-49C0-A7BC-02B2632F02A8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6E67-42A1-4EC8-AEB2-38CD67D15CF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60457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98D0-3E0B-49C0-A7BC-02B2632F02A8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6E67-42A1-4EC8-AEB2-38CD67D15CF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0381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98D0-3E0B-49C0-A7BC-02B2632F02A8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6E67-42A1-4EC8-AEB2-38CD67D15CF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5721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70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98D0-3E0B-49C0-A7BC-02B2632F02A8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6E67-42A1-4EC8-AEB2-38CD67D15CF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51235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98D0-3E0B-49C0-A7BC-02B2632F02A8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6E67-42A1-4EC8-AEB2-38CD67D15CF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1576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98D0-3E0B-49C0-A7BC-02B2632F02A8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6E67-42A1-4EC8-AEB2-38CD67D15CF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77809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98D0-3E0B-49C0-A7BC-02B2632F02A8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6E67-42A1-4EC8-AEB2-38CD67D15CF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96926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98D0-3E0B-49C0-A7BC-02B2632F02A8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6E67-42A1-4EC8-AEB2-38CD67D15CF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45897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98D0-3E0B-49C0-A7BC-02B2632F02A8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6E67-42A1-4EC8-AEB2-38CD67D15CF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31230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98D0-3E0B-49C0-A7BC-02B2632F02A8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A6E67-42A1-4EC8-AEB2-38CD67D15CF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3251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D98D0-3E0B-49C0-A7BC-02B2632F02A8}" type="datetimeFigureOut">
              <a:rPr lang="es-CO" smtClean="0"/>
              <a:t>12/12/2023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0A6E67-42A1-4EC8-AEB2-38CD67D15CF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93929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/>
          <p:cNvSpPr txBox="1">
            <a:spLocks/>
          </p:cNvSpPr>
          <p:nvPr/>
        </p:nvSpPr>
        <p:spPr>
          <a:xfrm>
            <a:off x="1848036" y="1196752"/>
            <a:ext cx="8495928" cy="9096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Hay cosas que yo no comprendo</a:t>
            </a: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67606DBC-0B84-4EB7-A609-A82E0FB6A2BF}"/>
              </a:ext>
            </a:extLst>
          </p:cNvPr>
          <p:cNvSpPr txBox="1">
            <a:spLocks/>
          </p:cNvSpPr>
          <p:nvPr/>
        </p:nvSpPr>
        <p:spPr>
          <a:xfrm>
            <a:off x="1498028" y="3212977"/>
            <a:ext cx="9144000" cy="93610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Y lugares hay do nunca iré</a:t>
            </a:r>
          </a:p>
        </p:txBody>
      </p:sp>
      <p:sp>
        <p:nvSpPr>
          <p:cNvPr id="2" name="2 Rectángulo">
            <a:extLst>
              <a:ext uri="{FF2B5EF4-FFF2-40B4-BE49-F238E27FC236}">
                <a16:creationId xmlns:a16="http://schemas.microsoft.com/office/drawing/2014/main" id="{9F1A6CD3-CBCF-43A3-AA4E-D6A107682958}"/>
              </a:ext>
            </a:extLst>
          </p:cNvPr>
          <p:cNvSpPr/>
          <p:nvPr/>
        </p:nvSpPr>
        <p:spPr>
          <a:xfrm>
            <a:off x="7036452" y="116633"/>
            <a:ext cx="36551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s-ES" sz="3200" b="1" dirty="0">
                <a:ln w="0"/>
                <a:latin typeface="Arial Rounded MT Bold" panose="020F0704030504030204" pitchFamily="34" charset="0"/>
              </a:rPr>
              <a:t>MI DIOS ES REAL</a:t>
            </a:r>
          </a:p>
        </p:txBody>
      </p:sp>
    </p:spTree>
    <p:extLst>
      <p:ext uri="{BB962C8B-B14F-4D97-AF65-F5344CB8AC3E}">
        <p14:creationId xmlns:p14="http://schemas.microsoft.com/office/powerpoint/2010/main" val="580402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/>
          <p:cNvSpPr txBox="1">
            <a:spLocks/>
          </p:cNvSpPr>
          <p:nvPr/>
        </p:nvSpPr>
        <p:spPr>
          <a:xfrm>
            <a:off x="1601630" y="2433361"/>
            <a:ext cx="9144000" cy="9096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Que mi DIOS ES REAL</a:t>
            </a: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67606DBC-0B84-4EB7-A609-A82E0FB6A2BF}"/>
              </a:ext>
            </a:extLst>
          </p:cNvPr>
          <p:cNvSpPr txBox="1">
            <a:spLocks/>
          </p:cNvSpPr>
          <p:nvPr/>
        </p:nvSpPr>
        <p:spPr>
          <a:xfrm>
            <a:off x="1521401" y="3671135"/>
            <a:ext cx="9144000" cy="93610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Porque lo siento en mi ser</a:t>
            </a:r>
          </a:p>
        </p:txBody>
      </p:sp>
      <p:sp>
        <p:nvSpPr>
          <p:cNvPr id="2" name="2 Subtítulo">
            <a:extLst>
              <a:ext uri="{FF2B5EF4-FFF2-40B4-BE49-F238E27FC236}">
                <a16:creationId xmlns:a16="http://schemas.microsoft.com/office/drawing/2014/main" id="{CE4DD88E-FC5F-40C4-ADC3-A447DE38935F}"/>
              </a:ext>
            </a:extLst>
          </p:cNvPr>
          <p:cNvSpPr txBox="1">
            <a:spLocks/>
          </p:cNvSpPr>
          <p:nvPr/>
        </p:nvSpPr>
        <p:spPr>
          <a:xfrm>
            <a:off x="1612141" y="1204934"/>
            <a:ext cx="9144000" cy="9096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Pero si sé, lo sé muy bien</a:t>
            </a:r>
          </a:p>
        </p:txBody>
      </p:sp>
      <p:sp>
        <p:nvSpPr>
          <p:cNvPr id="6" name="2 Rectángulo">
            <a:extLst>
              <a:ext uri="{FF2B5EF4-FFF2-40B4-BE49-F238E27FC236}">
                <a16:creationId xmlns:a16="http://schemas.microsoft.com/office/drawing/2014/main" id="{CD9B20C4-4878-4D1B-A36C-6796EE87E7E7}"/>
              </a:ext>
            </a:extLst>
          </p:cNvPr>
          <p:cNvSpPr/>
          <p:nvPr/>
        </p:nvSpPr>
        <p:spPr>
          <a:xfrm>
            <a:off x="7036452" y="116633"/>
            <a:ext cx="36551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s-ES" sz="3200" b="1" dirty="0">
                <a:ln w="0"/>
                <a:latin typeface="Arial Rounded MT Bold" panose="020F0704030504030204" pitchFamily="34" charset="0"/>
              </a:rPr>
              <a:t>MI DIOS ES REAL</a:t>
            </a:r>
          </a:p>
        </p:txBody>
      </p:sp>
    </p:spTree>
    <p:extLst>
      <p:ext uri="{BB962C8B-B14F-4D97-AF65-F5344CB8AC3E}">
        <p14:creationId xmlns:p14="http://schemas.microsoft.com/office/powerpoint/2010/main" val="2793909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/>
          <p:cNvSpPr txBox="1">
            <a:spLocks/>
          </p:cNvSpPr>
          <p:nvPr/>
        </p:nvSpPr>
        <p:spPr>
          <a:xfrm>
            <a:off x="1537603" y="1844824"/>
            <a:ext cx="9144000" cy="9096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Mi DIOS es real </a:t>
            </a: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67606DBC-0B84-4EB7-A609-A82E0FB6A2BF}"/>
              </a:ext>
            </a:extLst>
          </p:cNvPr>
          <p:cNvSpPr txBox="1">
            <a:spLocks/>
          </p:cNvSpPr>
          <p:nvPr/>
        </p:nvSpPr>
        <p:spPr>
          <a:xfrm>
            <a:off x="1524000" y="2960949"/>
            <a:ext cx="9144000" cy="93610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Real en mi ser </a:t>
            </a:r>
          </a:p>
        </p:txBody>
      </p:sp>
      <p:sp>
        <p:nvSpPr>
          <p:cNvPr id="6" name="2 Rectángulo">
            <a:extLst>
              <a:ext uri="{FF2B5EF4-FFF2-40B4-BE49-F238E27FC236}">
                <a16:creationId xmlns:a16="http://schemas.microsoft.com/office/drawing/2014/main" id="{734B5CB2-6845-4264-95FD-96454ADC5B50}"/>
              </a:ext>
            </a:extLst>
          </p:cNvPr>
          <p:cNvSpPr/>
          <p:nvPr/>
        </p:nvSpPr>
        <p:spPr>
          <a:xfrm>
            <a:off x="7036452" y="116633"/>
            <a:ext cx="36551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s-ES" sz="3200" b="1" dirty="0">
                <a:ln w="0"/>
                <a:latin typeface="Arial Rounded MT Bold" panose="020F0704030504030204" pitchFamily="34" charset="0"/>
              </a:rPr>
              <a:t>MI DIOS ES REAL</a:t>
            </a:r>
          </a:p>
        </p:txBody>
      </p:sp>
    </p:spTree>
    <p:extLst>
      <p:ext uri="{BB962C8B-B14F-4D97-AF65-F5344CB8AC3E}">
        <p14:creationId xmlns:p14="http://schemas.microsoft.com/office/powerpoint/2010/main" val="3870229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/>
          <p:cNvSpPr txBox="1">
            <a:spLocks/>
          </p:cNvSpPr>
          <p:nvPr/>
        </p:nvSpPr>
        <p:spPr>
          <a:xfrm>
            <a:off x="1524000" y="1083545"/>
            <a:ext cx="9144000" cy="9096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Me ha lavado con su sangre carmesí</a:t>
            </a: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67606DBC-0B84-4EB7-A609-A82E0FB6A2BF}"/>
              </a:ext>
            </a:extLst>
          </p:cNvPr>
          <p:cNvSpPr txBox="1">
            <a:spLocks/>
          </p:cNvSpPr>
          <p:nvPr/>
        </p:nvSpPr>
        <p:spPr>
          <a:xfrm>
            <a:off x="1524000" y="3284985"/>
            <a:ext cx="9144000" cy="93610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Su dulce amor es para mí</a:t>
            </a:r>
          </a:p>
        </p:txBody>
      </p:sp>
      <p:sp>
        <p:nvSpPr>
          <p:cNvPr id="6" name="2 Rectángulo">
            <a:extLst>
              <a:ext uri="{FF2B5EF4-FFF2-40B4-BE49-F238E27FC236}">
                <a16:creationId xmlns:a16="http://schemas.microsoft.com/office/drawing/2014/main" id="{33848A0C-CE6E-44A0-9EAA-37094AFCAAD5}"/>
              </a:ext>
            </a:extLst>
          </p:cNvPr>
          <p:cNvSpPr/>
          <p:nvPr/>
        </p:nvSpPr>
        <p:spPr>
          <a:xfrm>
            <a:off x="7036452" y="116633"/>
            <a:ext cx="36551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s-ES" sz="3200" b="1" dirty="0">
                <a:ln w="0"/>
                <a:latin typeface="Arial Rounded MT Bold" panose="020F0704030504030204" pitchFamily="34" charset="0"/>
              </a:rPr>
              <a:t>MI DIOS ES REAL</a:t>
            </a:r>
          </a:p>
        </p:txBody>
      </p:sp>
    </p:spTree>
    <p:extLst>
      <p:ext uri="{BB962C8B-B14F-4D97-AF65-F5344CB8AC3E}">
        <p14:creationId xmlns:p14="http://schemas.microsoft.com/office/powerpoint/2010/main" val="1825838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/>
          <p:cNvSpPr txBox="1">
            <a:spLocks/>
          </p:cNvSpPr>
          <p:nvPr/>
        </p:nvSpPr>
        <p:spPr>
          <a:xfrm>
            <a:off x="1524000" y="1628800"/>
            <a:ext cx="9144000" cy="9096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Pues mi DIOS es real </a:t>
            </a: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67606DBC-0B84-4EB7-A609-A82E0FB6A2BF}"/>
              </a:ext>
            </a:extLst>
          </p:cNvPr>
          <p:cNvSpPr txBox="1">
            <a:spLocks/>
          </p:cNvSpPr>
          <p:nvPr/>
        </p:nvSpPr>
        <p:spPr>
          <a:xfrm>
            <a:off x="1524000" y="2960949"/>
            <a:ext cx="9144000" cy="93610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Porque lo siento en mi ser </a:t>
            </a:r>
          </a:p>
        </p:txBody>
      </p:sp>
      <p:sp>
        <p:nvSpPr>
          <p:cNvPr id="6" name="2 Rectángulo">
            <a:extLst>
              <a:ext uri="{FF2B5EF4-FFF2-40B4-BE49-F238E27FC236}">
                <a16:creationId xmlns:a16="http://schemas.microsoft.com/office/drawing/2014/main" id="{A6C652CC-B52B-43A1-A3C2-80242C1F1309}"/>
              </a:ext>
            </a:extLst>
          </p:cNvPr>
          <p:cNvSpPr/>
          <p:nvPr/>
        </p:nvSpPr>
        <p:spPr>
          <a:xfrm>
            <a:off x="7036452" y="116633"/>
            <a:ext cx="36551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s-ES" sz="3200" b="1" dirty="0">
                <a:ln w="0"/>
                <a:latin typeface="Arial Rounded MT Bold" panose="020F0704030504030204" pitchFamily="34" charset="0"/>
              </a:rPr>
              <a:t>MI DIOS ES REAL</a:t>
            </a:r>
          </a:p>
        </p:txBody>
      </p:sp>
    </p:spTree>
    <p:extLst>
      <p:ext uri="{BB962C8B-B14F-4D97-AF65-F5344CB8AC3E}">
        <p14:creationId xmlns:p14="http://schemas.microsoft.com/office/powerpoint/2010/main" val="4077803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/>
          <p:cNvSpPr txBox="1">
            <a:spLocks/>
          </p:cNvSpPr>
          <p:nvPr/>
        </p:nvSpPr>
        <p:spPr>
          <a:xfrm>
            <a:off x="1848036" y="1196752"/>
            <a:ext cx="8495928" cy="9096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Hay cosas que yo no comprendo</a:t>
            </a: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67606DBC-0B84-4EB7-A609-A82E0FB6A2BF}"/>
              </a:ext>
            </a:extLst>
          </p:cNvPr>
          <p:cNvSpPr txBox="1">
            <a:spLocks/>
          </p:cNvSpPr>
          <p:nvPr/>
        </p:nvSpPr>
        <p:spPr>
          <a:xfrm>
            <a:off x="1498028" y="3212977"/>
            <a:ext cx="9144000" cy="93610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Y lugares hay do nunca iré</a:t>
            </a:r>
          </a:p>
        </p:txBody>
      </p:sp>
      <p:sp>
        <p:nvSpPr>
          <p:cNvPr id="2" name="2 Rectángulo">
            <a:extLst>
              <a:ext uri="{FF2B5EF4-FFF2-40B4-BE49-F238E27FC236}">
                <a16:creationId xmlns:a16="http://schemas.microsoft.com/office/drawing/2014/main" id="{9F1A6CD3-CBCF-43A3-AA4E-D6A107682958}"/>
              </a:ext>
            </a:extLst>
          </p:cNvPr>
          <p:cNvSpPr/>
          <p:nvPr/>
        </p:nvSpPr>
        <p:spPr>
          <a:xfrm>
            <a:off x="7036452" y="116633"/>
            <a:ext cx="36551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s-ES" sz="3200" b="1" dirty="0">
                <a:ln w="0"/>
                <a:latin typeface="Arial Rounded MT Bold" panose="020F0704030504030204" pitchFamily="34" charset="0"/>
              </a:rPr>
              <a:t>MI DIOS ES REAL</a:t>
            </a:r>
          </a:p>
        </p:txBody>
      </p:sp>
    </p:spTree>
    <p:extLst>
      <p:ext uri="{BB962C8B-B14F-4D97-AF65-F5344CB8AC3E}">
        <p14:creationId xmlns:p14="http://schemas.microsoft.com/office/powerpoint/2010/main" val="3829373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/>
          <p:cNvSpPr txBox="1">
            <a:spLocks/>
          </p:cNvSpPr>
          <p:nvPr/>
        </p:nvSpPr>
        <p:spPr>
          <a:xfrm>
            <a:off x="1601630" y="2433361"/>
            <a:ext cx="9144000" cy="9096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Que mi DIOS ES REAL</a:t>
            </a: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67606DBC-0B84-4EB7-A609-A82E0FB6A2BF}"/>
              </a:ext>
            </a:extLst>
          </p:cNvPr>
          <p:cNvSpPr txBox="1">
            <a:spLocks/>
          </p:cNvSpPr>
          <p:nvPr/>
        </p:nvSpPr>
        <p:spPr>
          <a:xfrm>
            <a:off x="1521401" y="3671135"/>
            <a:ext cx="9144000" cy="93610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Porque lo siento en mi ser</a:t>
            </a:r>
          </a:p>
        </p:txBody>
      </p:sp>
      <p:sp>
        <p:nvSpPr>
          <p:cNvPr id="2" name="2 Subtítulo">
            <a:extLst>
              <a:ext uri="{FF2B5EF4-FFF2-40B4-BE49-F238E27FC236}">
                <a16:creationId xmlns:a16="http://schemas.microsoft.com/office/drawing/2014/main" id="{CE4DD88E-FC5F-40C4-ADC3-A447DE38935F}"/>
              </a:ext>
            </a:extLst>
          </p:cNvPr>
          <p:cNvSpPr txBox="1">
            <a:spLocks/>
          </p:cNvSpPr>
          <p:nvPr/>
        </p:nvSpPr>
        <p:spPr>
          <a:xfrm>
            <a:off x="1612141" y="1204934"/>
            <a:ext cx="9144000" cy="9096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Pero si sé, lo sé muy bien</a:t>
            </a:r>
          </a:p>
        </p:txBody>
      </p:sp>
      <p:sp>
        <p:nvSpPr>
          <p:cNvPr id="6" name="2 Rectángulo">
            <a:extLst>
              <a:ext uri="{FF2B5EF4-FFF2-40B4-BE49-F238E27FC236}">
                <a16:creationId xmlns:a16="http://schemas.microsoft.com/office/drawing/2014/main" id="{CD9B20C4-4878-4D1B-A36C-6796EE87E7E7}"/>
              </a:ext>
            </a:extLst>
          </p:cNvPr>
          <p:cNvSpPr/>
          <p:nvPr/>
        </p:nvSpPr>
        <p:spPr>
          <a:xfrm>
            <a:off x="7036452" y="116633"/>
            <a:ext cx="36551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s-ES" sz="3200" b="1" dirty="0">
                <a:ln w="0"/>
                <a:latin typeface="Arial Rounded MT Bold" panose="020F0704030504030204" pitchFamily="34" charset="0"/>
              </a:rPr>
              <a:t>MI DIOS ES REAL</a:t>
            </a:r>
          </a:p>
        </p:txBody>
      </p:sp>
    </p:spTree>
    <p:extLst>
      <p:ext uri="{BB962C8B-B14F-4D97-AF65-F5344CB8AC3E}">
        <p14:creationId xmlns:p14="http://schemas.microsoft.com/office/powerpoint/2010/main" val="1706068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/>
          <p:cNvSpPr txBox="1">
            <a:spLocks/>
          </p:cNvSpPr>
          <p:nvPr/>
        </p:nvSpPr>
        <p:spPr>
          <a:xfrm>
            <a:off x="1537603" y="1844824"/>
            <a:ext cx="9144000" cy="9096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Mi DIOS es real </a:t>
            </a: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67606DBC-0B84-4EB7-A609-A82E0FB6A2BF}"/>
              </a:ext>
            </a:extLst>
          </p:cNvPr>
          <p:cNvSpPr txBox="1">
            <a:spLocks/>
          </p:cNvSpPr>
          <p:nvPr/>
        </p:nvSpPr>
        <p:spPr>
          <a:xfrm>
            <a:off x="1524000" y="2960949"/>
            <a:ext cx="9144000" cy="93610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Real en mi ser </a:t>
            </a:r>
          </a:p>
        </p:txBody>
      </p:sp>
      <p:sp>
        <p:nvSpPr>
          <p:cNvPr id="6" name="2 Rectángulo">
            <a:extLst>
              <a:ext uri="{FF2B5EF4-FFF2-40B4-BE49-F238E27FC236}">
                <a16:creationId xmlns:a16="http://schemas.microsoft.com/office/drawing/2014/main" id="{734B5CB2-6845-4264-95FD-96454ADC5B50}"/>
              </a:ext>
            </a:extLst>
          </p:cNvPr>
          <p:cNvSpPr/>
          <p:nvPr/>
        </p:nvSpPr>
        <p:spPr>
          <a:xfrm>
            <a:off x="7036452" y="116633"/>
            <a:ext cx="36551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s-ES" sz="3200" b="1" dirty="0">
                <a:ln w="0"/>
                <a:latin typeface="Arial Rounded MT Bold" panose="020F0704030504030204" pitchFamily="34" charset="0"/>
              </a:rPr>
              <a:t>MI DIOS ES REAL</a:t>
            </a:r>
          </a:p>
        </p:txBody>
      </p:sp>
    </p:spTree>
    <p:extLst>
      <p:ext uri="{BB962C8B-B14F-4D97-AF65-F5344CB8AC3E}">
        <p14:creationId xmlns:p14="http://schemas.microsoft.com/office/powerpoint/2010/main" val="3679369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/>
          <p:cNvSpPr txBox="1">
            <a:spLocks/>
          </p:cNvSpPr>
          <p:nvPr/>
        </p:nvSpPr>
        <p:spPr>
          <a:xfrm>
            <a:off x="1524000" y="1083545"/>
            <a:ext cx="9144000" cy="9096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Me ha lavado con su sangre carmesí</a:t>
            </a: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67606DBC-0B84-4EB7-A609-A82E0FB6A2BF}"/>
              </a:ext>
            </a:extLst>
          </p:cNvPr>
          <p:cNvSpPr txBox="1">
            <a:spLocks/>
          </p:cNvSpPr>
          <p:nvPr/>
        </p:nvSpPr>
        <p:spPr>
          <a:xfrm>
            <a:off x="1524000" y="3284985"/>
            <a:ext cx="9144000" cy="93610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Su dulce amor es para mí</a:t>
            </a:r>
          </a:p>
        </p:txBody>
      </p:sp>
      <p:sp>
        <p:nvSpPr>
          <p:cNvPr id="6" name="2 Rectángulo">
            <a:extLst>
              <a:ext uri="{FF2B5EF4-FFF2-40B4-BE49-F238E27FC236}">
                <a16:creationId xmlns:a16="http://schemas.microsoft.com/office/drawing/2014/main" id="{33848A0C-CE6E-44A0-9EAA-37094AFCAAD5}"/>
              </a:ext>
            </a:extLst>
          </p:cNvPr>
          <p:cNvSpPr/>
          <p:nvPr/>
        </p:nvSpPr>
        <p:spPr>
          <a:xfrm>
            <a:off x="7036452" y="116633"/>
            <a:ext cx="36551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s-ES" sz="3200" b="1" dirty="0">
                <a:ln w="0"/>
                <a:latin typeface="Arial Rounded MT Bold" panose="020F0704030504030204" pitchFamily="34" charset="0"/>
              </a:rPr>
              <a:t>MI DIOS ES REAL</a:t>
            </a:r>
          </a:p>
        </p:txBody>
      </p:sp>
    </p:spTree>
    <p:extLst>
      <p:ext uri="{BB962C8B-B14F-4D97-AF65-F5344CB8AC3E}">
        <p14:creationId xmlns:p14="http://schemas.microsoft.com/office/powerpoint/2010/main" val="3412847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/>
          <p:cNvSpPr txBox="1">
            <a:spLocks/>
          </p:cNvSpPr>
          <p:nvPr/>
        </p:nvSpPr>
        <p:spPr>
          <a:xfrm>
            <a:off x="1524000" y="1628800"/>
            <a:ext cx="9144000" cy="9096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/Pues mi DIOS es real </a:t>
            </a: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67606DBC-0B84-4EB7-A609-A82E0FB6A2BF}"/>
              </a:ext>
            </a:extLst>
          </p:cNvPr>
          <p:cNvSpPr txBox="1">
            <a:spLocks/>
          </p:cNvSpPr>
          <p:nvPr/>
        </p:nvSpPr>
        <p:spPr>
          <a:xfrm>
            <a:off x="1524000" y="2960949"/>
            <a:ext cx="9144000" cy="93610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Porque lo siento en </a:t>
            </a:r>
            <a:r>
              <a:rPr lang="es-MX" sz="7200" b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mi ser/ </a:t>
            </a:r>
            <a:endParaRPr lang="es-MX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6" name="2 Rectángulo">
            <a:extLst>
              <a:ext uri="{FF2B5EF4-FFF2-40B4-BE49-F238E27FC236}">
                <a16:creationId xmlns:a16="http://schemas.microsoft.com/office/drawing/2014/main" id="{A6C652CC-B52B-43A1-A3C2-80242C1F1309}"/>
              </a:ext>
            </a:extLst>
          </p:cNvPr>
          <p:cNvSpPr/>
          <p:nvPr/>
        </p:nvSpPr>
        <p:spPr>
          <a:xfrm>
            <a:off x="7036452" y="116633"/>
            <a:ext cx="36551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s-ES" sz="3200" b="1" dirty="0">
                <a:ln w="0"/>
                <a:latin typeface="Arial Rounded MT Bold" panose="020F0704030504030204" pitchFamily="34" charset="0"/>
              </a:rPr>
              <a:t>MI DIOS ES REAL</a:t>
            </a:r>
          </a:p>
        </p:txBody>
      </p:sp>
    </p:spTree>
    <p:extLst>
      <p:ext uri="{BB962C8B-B14F-4D97-AF65-F5344CB8AC3E}">
        <p14:creationId xmlns:p14="http://schemas.microsoft.com/office/powerpoint/2010/main" val="1403551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168</Words>
  <Application>Microsoft Office PowerPoint</Application>
  <PresentationFormat>Panorámica</PresentationFormat>
  <Paragraphs>32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Agency FB</vt:lpstr>
      <vt:lpstr>Arial</vt:lpstr>
      <vt:lpstr>Arial Rounded MT Bold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Camilo Ruiz Niño</dc:creator>
  <cp:lastModifiedBy>Camilo Ruiz Niño</cp:lastModifiedBy>
  <cp:revision>45</cp:revision>
  <dcterms:created xsi:type="dcterms:W3CDTF">2016-04-07T04:05:05Z</dcterms:created>
  <dcterms:modified xsi:type="dcterms:W3CDTF">2023-12-12T20:38:20Z</dcterms:modified>
</cp:coreProperties>
</file>