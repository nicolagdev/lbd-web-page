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88" r:id="rId5"/>
    <p:sldId id="258" r:id="rId6"/>
    <p:sldId id="271" r:id="rId7"/>
    <p:sldId id="279" r:id="rId8"/>
    <p:sldId id="280" r:id="rId9"/>
    <p:sldId id="281" r:id="rId10"/>
    <p:sldId id="282" r:id="rId11"/>
    <p:sldId id="289" r:id="rId12"/>
    <p:sldId id="283" r:id="rId13"/>
    <p:sldId id="284" r:id="rId14"/>
    <p:sldId id="285" r:id="rId15"/>
    <p:sldId id="286" r:id="rId16"/>
    <p:sldId id="287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D2010D5B-9C66-4979-9FDB-FAF1B47875E8}"/>
    <pc:docChg chg="undo custSel addSld delSld modSld delMainMaster modMainMaster">
      <pc:chgData name="wilmar cañon" userId="7918cb078fdc7ad0" providerId="LiveId" clId="{D2010D5B-9C66-4979-9FDB-FAF1B47875E8}" dt="2020-08-04T13:09:01.168" v="279" actId="22"/>
      <pc:docMkLst>
        <pc:docMk/>
      </pc:docMkLst>
      <pc:sldChg chg="addSp delSp modSp mod setBg">
        <pc:chgData name="wilmar cañon" userId="7918cb078fdc7ad0" providerId="LiveId" clId="{D2010D5B-9C66-4979-9FDB-FAF1B47875E8}" dt="2020-08-02T14:59:49.171" v="114" actId="1076"/>
        <pc:sldMkLst>
          <pc:docMk/>
          <pc:sldMk cId="3629391623" sldId="256"/>
        </pc:sldMkLst>
        <pc:spChg chg="del">
          <ac:chgData name="wilmar cañon" userId="7918cb078fdc7ad0" providerId="LiveId" clId="{D2010D5B-9C66-4979-9FDB-FAF1B47875E8}" dt="2020-08-02T14:55:04.682" v="0" actId="478"/>
          <ac:spMkLst>
            <pc:docMk/>
            <pc:sldMk cId="3629391623" sldId="256"/>
            <ac:spMk id="2" creationId="{00000000-0000-0000-0000-000000000000}"/>
          </ac:spMkLst>
        </pc:spChg>
        <pc:spChg chg="add mod">
          <ac:chgData name="wilmar cañon" userId="7918cb078fdc7ad0" providerId="LiveId" clId="{D2010D5B-9C66-4979-9FDB-FAF1B47875E8}" dt="2020-08-02T14:59:49.171" v="114" actId="1076"/>
          <ac:spMkLst>
            <pc:docMk/>
            <pc:sldMk cId="3629391623" sldId="256"/>
            <ac:spMk id="3" creationId="{4C58F9EF-8DAC-435E-9071-46FD364EA228}"/>
          </ac:spMkLst>
        </pc:spChg>
        <pc:spChg chg="mod">
          <ac:chgData name="wilmar cañon" userId="7918cb078fdc7ad0" providerId="LiveId" clId="{D2010D5B-9C66-4979-9FDB-FAF1B47875E8}" dt="2020-08-02T14:57:31.007" v="29" actId="1076"/>
          <ac:spMkLst>
            <pc:docMk/>
            <pc:sldMk cId="3629391623" sldId="256"/>
            <ac:spMk id="4" creationId="{00000000-0000-0000-0000-000000000000}"/>
          </ac:spMkLst>
        </pc:spChg>
      </pc:sldChg>
      <pc:sldChg chg="addSp modSp mod setBg">
        <pc:chgData name="wilmar cañon" userId="7918cb078fdc7ad0" providerId="LiveId" clId="{D2010D5B-9C66-4979-9FDB-FAF1B47875E8}" dt="2020-08-02T14:59:51.565" v="115" actId="22"/>
        <pc:sldMkLst>
          <pc:docMk/>
          <pc:sldMk cId="896539734" sldId="257"/>
        </pc:sldMkLst>
        <pc:spChg chg="mod">
          <ac:chgData name="wilmar cañon" userId="7918cb078fdc7ad0" providerId="LiveId" clId="{D2010D5B-9C66-4979-9FDB-FAF1B47875E8}" dt="2020-08-02T14:58:12.416" v="43" actId="14100"/>
          <ac:spMkLst>
            <pc:docMk/>
            <pc:sldMk cId="896539734" sldId="257"/>
            <ac:spMk id="2" creationId="{00000000-0000-0000-0000-000000000000}"/>
          </ac:spMkLst>
        </pc:spChg>
        <pc:spChg chg="add mod">
          <ac:chgData name="wilmar cañon" userId="7918cb078fdc7ad0" providerId="LiveId" clId="{D2010D5B-9C66-4979-9FDB-FAF1B47875E8}" dt="2020-08-02T14:58:52.254" v="83" actId="122"/>
          <ac:spMkLst>
            <pc:docMk/>
            <pc:sldMk cId="896539734" sldId="257"/>
            <ac:spMk id="4" creationId="{796E72DB-7F8C-4100-A05A-EA7B69053169}"/>
          </ac:spMkLst>
        </pc:spChg>
        <pc:spChg chg="add">
          <ac:chgData name="wilmar cañon" userId="7918cb078fdc7ad0" providerId="LiveId" clId="{D2010D5B-9C66-4979-9FDB-FAF1B47875E8}" dt="2020-08-02T14:59:51.565" v="115" actId="22"/>
          <ac:spMkLst>
            <pc:docMk/>
            <pc:sldMk cId="896539734" sldId="257"/>
            <ac:spMk id="6" creationId="{EBC15338-D48A-4B78-86B8-F6DF18BCC800}"/>
          </ac:spMkLst>
        </pc:spChg>
      </pc:sldChg>
      <pc:sldChg chg="addSp delSp modSp mod setBg">
        <pc:chgData name="wilmar cañon" userId="7918cb078fdc7ad0" providerId="LiveId" clId="{D2010D5B-9C66-4979-9FDB-FAF1B47875E8}" dt="2020-08-04T13:08:53.272" v="271" actId="22"/>
        <pc:sldMkLst>
          <pc:docMk/>
          <pc:sldMk cId="501060500" sldId="258"/>
        </pc:sldMkLst>
        <pc:spChg chg="mod">
          <ac:chgData name="wilmar cañon" userId="7918cb078fdc7ad0" providerId="LiveId" clId="{D2010D5B-9C66-4979-9FDB-FAF1B47875E8}" dt="2020-08-04T13:05:58.373" v="202" actId="1076"/>
          <ac:spMkLst>
            <pc:docMk/>
            <pc:sldMk cId="501060500" sldId="258"/>
            <ac:spMk id="2" creationId="{00000000-0000-0000-0000-000000000000}"/>
          </ac:spMkLst>
        </pc:spChg>
        <pc:spChg chg="add">
          <ac:chgData name="wilmar cañon" userId="7918cb078fdc7ad0" providerId="LiveId" clId="{D2010D5B-9C66-4979-9FDB-FAF1B47875E8}" dt="2020-08-04T13:08:53.272" v="271" actId="22"/>
          <ac:spMkLst>
            <pc:docMk/>
            <pc:sldMk cId="501060500" sldId="258"/>
            <ac:spMk id="3" creationId="{FB0DE437-075A-43F9-85ED-7DEE9D1D87AF}"/>
          </ac:spMkLst>
        </pc:spChg>
        <pc:spChg chg="add mod">
          <ac:chgData name="wilmar cañon" userId="7918cb078fdc7ad0" providerId="LiveId" clId="{D2010D5B-9C66-4979-9FDB-FAF1B47875E8}" dt="2020-08-04T13:05:53.646" v="201" actId="1076"/>
          <ac:spMkLst>
            <pc:docMk/>
            <pc:sldMk cId="501060500" sldId="258"/>
            <ac:spMk id="4" creationId="{5A4186CC-C11B-4615-AE4E-0C281D1F1ADC}"/>
          </ac:spMkLst>
        </pc:spChg>
        <pc:spChg chg="add del">
          <ac:chgData name="wilmar cañon" userId="7918cb078fdc7ad0" providerId="LiveId" clId="{D2010D5B-9C66-4979-9FDB-FAF1B47875E8}" dt="2020-08-02T15:01:40.783" v="168" actId="478"/>
          <ac:spMkLst>
            <pc:docMk/>
            <pc:sldMk cId="501060500" sldId="258"/>
            <ac:spMk id="6" creationId="{2D308277-57F7-4DF2-868F-863EA2AE01F6}"/>
          </ac:spMkLst>
        </pc:spChg>
        <pc:spChg chg="add del mod">
          <ac:chgData name="wilmar cañon" userId="7918cb078fdc7ad0" providerId="LiveId" clId="{D2010D5B-9C66-4979-9FDB-FAF1B47875E8}" dt="2020-08-04T13:05:46.233" v="197" actId="478"/>
          <ac:spMkLst>
            <pc:docMk/>
            <pc:sldMk cId="501060500" sldId="258"/>
            <ac:spMk id="8" creationId="{E852B90B-F9EA-41E3-BD62-419DCFCC0D0D}"/>
          </ac:spMkLst>
        </pc:spChg>
      </pc:sldChg>
      <pc:sldChg chg="modSp del mod setBg">
        <pc:chgData name="wilmar cañon" userId="7918cb078fdc7ad0" providerId="LiveId" clId="{D2010D5B-9C66-4979-9FDB-FAF1B47875E8}" dt="2020-08-04T13:07:20.363" v="254" actId="47"/>
        <pc:sldMkLst>
          <pc:docMk/>
          <pc:sldMk cId="501060500" sldId="259"/>
        </pc:sldMkLst>
        <pc:spChg chg="mod">
          <ac:chgData name="wilmar cañon" userId="7918cb078fdc7ad0" providerId="LiveId" clId="{D2010D5B-9C66-4979-9FDB-FAF1B47875E8}" dt="2020-08-04T13:06:46.576" v="221" actId="21"/>
          <ac:spMkLst>
            <pc:docMk/>
            <pc:sldMk cId="501060500" sldId="259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2T14:59:07.307" v="84" actId="47"/>
        <pc:sldMkLst>
          <pc:docMk/>
          <pc:sldMk cId="501060500" sldId="260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501060500" sldId="260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2T14:59:08.008" v="85" actId="47"/>
        <pc:sldMkLst>
          <pc:docMk/>
          <pc:sldMk cId="501060500" sldId="261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501060500" sldId="261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4T13:08:16.463" v="263" actId="47"/>
        <pc:sldMkLst>
          <pc:docMk/>
          <pc:sldMk cId="501060500" sldId="262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501060500" sldId="262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2T15:02:43.376" v="179" actId="47"/>
        <pc:sldMkLst>
          <pc:docMk/>
          <pc:sldMk cId="2618415493" sldId="267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2618415493" sldId="267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2T15:02:55.011" v="181" actId="47"/>
        <pc:sldMkLst>
          <pc:docMk/>
          <pc:sldMk cId="2281477567" sldId="268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2281477567" sldId="268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4T13:07:43.137" v="257" actId="47"/>
        <pc:sldMkLst>
          <pc:docMk/>
          <pc:sldMk cId="1260413623" sldId="269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1260413623" sldId="269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4T13:07:44.588" v="259" actId="47"/>
        <pc:sldMkLst>
          <pc:docMk/>
          <pc:sldMk cId="1699939188" sldId="270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1699939188" sldId="270"/>
            <ac:spMk id="2" creationId="{00000000-0000-0000-0000-000000000000}"/>
          </ac:spMkLst>
        </pc:spChg>
      </pc:sldChg>
      <pc:sldChg chg="addSp delSp modSp mod setBg">
        <pc:chgData name="wilmar cañon" userId="7918cb078fdc7ad0" providerId="LiveId" clId="{D2010D5B-9C66-4979-9FDB-FAF1B47875E8}" dt="2020-08-04T13:08:54.197" v="272" actId="22"/>
        <pc:sldMkLst>
          <pc:docMk/>
          <pc:sldMk cId="1505924896" sldId="271"/>
        </pc:sldMkLst>
        <pc:spChg chg="mod">
          <ac:chgData name="wilmar cañon" userId="7918cb078fdc7ad0" providerId="LiveId" clId="{D2010D5B-9C66-4979-9FDB-FAF1B47875E8}" dt="2020-08-04T13:06:28.215" v="218" actId="1076"/>
          <ac:spMkLst>
            <pc:docMk/>
            <pc:sldMk cId="1505924896" sldId="271"/>
            <ac:spMk id="2" creationId="{00000000-0000-0000-0000-000000000000}"/>
          </ac:spMkLst>
        </pc:spChg>
        <pc:spChg chg="add mod">
          <ac:chgData name="wilmar cañon" userId="7918cb078fdc7ad0" providerId="LiveId" clId="{D2010D5B-9C66-4979-9FDB-FAF1B47875E8}" dt="2020-08-04T13:06:09.086" v="204" actId="1076"/>
          <ac:spMkLst>
            <pc:docMk/>
            <pc:sldMk cId="1505924896" sldId="271"/>
            <ac:spMk id="3" creationId="{E5E01AB9-030F-4547-ACB8-7E69176152A3}"/>
          </ac:spMkLst>
        </pc:spChg>
        <pc:spChg chg="add del mod">
          <ac:chgData name="wilmar cañon" userId="7918cb078fdc7ad0" providerId="LiveId" clId="{D2010D5B-9C66-4979-9FDB-FAF1B47875E8}" dt="2020-08-04T13:05:37.721" v="195" actId="478"/>
          <ac:spMkLst>
            <pc:docMk/>
            <pc:sldMk cId="1505924896" sldId="271"/>
            <ac:spMk id="4" creationId="{AF4033B2-63F1-44C8-8646-A3C694409FB8}"/>
          </ac:spMkLst>
        </pc:spChg>
        <pc:spChg chg="add">
          <ac:chgData name="wilmar cañon" userId="7918cb078fdc7ad0" providerId="LiveId" clId="{D2010D5B-9C66-4979-9FDB-FAF1B47875E8}" dt="2020-08-04T13:08:54.197" v="272" actId="22"/>
          <ac:spMkLst>
            <pc:docMk/>
            <pc:sldMk cId="1505924896" sldId="271"/>
            <ac:spMk id="7" creationId="{BCF89B8F-4C83-4478-A91C-546A2F2A216B}"/>
          </ac:spMkLst>
        </pc:spChg>
      </pc:sldChg>
      <pc:sldChg chg="modSp del setBg">
        <pc:chgData name="wilmar cañon" userId="7918cb078fdc7ad0" providerId="LiveId" clId="{D2010D5B-9C66-4979-9FDB-FAF1B47875E8}" dt="2020-08-02T15:02:25.917" v="176" actId="47"/>
        <pc:sldMkLst>
          <pc:docMk/>
          <pc:sldMk cId="2098140441" sldId="272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2098140441" sldId="272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4T13:07:43.871" v="258" actId="47"/>
        <pc:sldMkLst>
          <pc:docMk/>
          <pc:sldMk cId="2969988051" sldId="273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2969988051" sldId="273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D2010D5B-9C66-4979-9FDB-FAF1B47875E8}" dt="2020-08-04T13:07:45.784" v="260" actId="47"/>
        <pc:sldMkLst>
          <pc:docMk/>
          <pc:sldMk cId="2578483890" sldId="274"/>
        </pc:sldMkLst>
        <pc:spChg chg="mod">
          <ac:chgData name="wilmar cañon" userId="7918cb078fdc7ad0" providerId="LiveId" clId="{D2010D5B-9C66-4979-9FDB-FAF1B47875E8}" dt="2020-08-02T14:55:09.431" v="1"/>
          <ac:spMkLst>
            <pc:docMk/>
            <pc:sldMk cId="2578483890" sldId="274"/>
            <ac:spMk id="2" creationId="{00000000-0000-0000-0000-000000000000}"/>
          </ac:spMkLst>
        </pc:spChg>
      </pc:sldChg>
      <pc:sldChg chg="add">
        <pc:chgData name="wilmar cañon" userId="7918cb078fdc7ad0" providerId="LiveId" clId="{D2010D5B-9C66-4979-9FDB-FAF1B47875E8}" dt="2020-08-02T14:59:56.885" v="116"/>
        <pc:sldMkLst>
          <pc:docMk/>
          <pc:sldMk cId="1385417152" sldId="275"/>
        </pc:sldMkLst>
      </pc:sldChg>
      <pc:sldChg chg="add">
        <pc:chgData name="wilmar cañon" userId="7918cb078fdc7ad0" providerId="LiveId" clId="{D2010D5B-9C66-4979-9FDB-FAF1B47875E8}" dt="2020-08-02T14:59:56.885" v="116"/>
        <pc:sldMkLst>
          <pc:docMk/>
          <pc:sldMk cId="2623577230" sldId="276"/>
        </pc:sldMkLst>
      </pc:sldChg>
      <pc:sldChg chg="add del">
        <pc:chgData name="wilmar cañon" userId="7918cb078fdc7ad0" providerId="LiveId" clId="{D2010D5B-9C66-4979-9FDB-FAF1B47875E8}" dt="2020-08-04T13:07:41.970" v="255" actId="47"/>
        <pc:sldMkLst>
          <pc:docMk/>
          <pc:sldMk cId="4189375502" sldId="277"/>
        </pc:sldMkLst>
      </pc:sldChg>
      <pc:sldChg chg="add del">
        <pc:chgData name="wilmar cañon" userId="7918cb078fdc7ad0" providerId="LiveId" clId="{D2010D5B-9C66-4979-9FDB-FAF1B47875E8}" dt="2020-08-04T13:07:42.568" v="256" actId="47"/>
        <pc:sldMkLst>
          <pc:docMk/>
          <pc:sldMk cId="1964243959" sldId="278"/>
        </pc:sldMkLst>
      </pc:sldChg>
      <pc:sldChg chg="addSp add mod">
        <pc:chgData name="wilmar cañon" userId="7918cb078fdc7ad0" providerId="LiveId" clId="{D2010D5B-9C66-4979-9FDB-FAF1B47875E8}" dt="2020-08-04T13:08:54.911" v="273" actId="22"/>
        <pc:sldMkLst>
          <pc:docMk/>
          <pc:sldMk cId="461330179" sldId="279"/>
        </pc:sldMkLst>
        <pc:spChg chg="add">
          <ac:chgData name="wilmar cañon" userId="7918cb078fdc7ad0" providerId="LiveId" clId="{D2010D5B-9C66-4979-9FDB-FAF1B47875E8}" dt="2020-08-04T13:08:54.911" v="273" actId="22"/>
          <ac:spMkLst>
            <pc:docMk/>
            <pc:sldMk cId="461330179" sldId="279"/>
            <ac:spMk id="3" creationId="{B1B37D3E-2B98-44F3-8EA4-8341C8EC0F0F}"/>
          </ac:spMkLst>
        </pc:spChg>
      </pc:sldChg>
      <pc:sldChg chg="addSp modSp add mod">
        <pc:chgData name="wilmar cañon" userId="7918cb078fdc7ad0" providerId="LiveId" clId="{D2010D5B-9C66-4979-9FDB-FAF1B47875E8}" dt="2020-08-04T13:08:56.014" v="274" actId="22"/>
        <pc:sldMkLst>
          <pc:docMk/>
          <pc:sldMk cId="4147710681" sldId="280"/>
        </pc:sldMkLst>
        <pc:spChg chg="mod">
          <ac:chgData name="wilmar cañon" userId="7918cb078fdc7ad0" providerId="LiveId" clId="{D2010D5B-9C66-4979-9FDB-FAF1B47875E8}" dt="2020-08-04T13:07:14.902" v="252" actId="1076"/>
          <ac:spMkLst>
            <pc:docMk/>
            <pc:sldMk cId="4147710681" sldId="280"/>
            <ac:spMk id="2" creationId="{00000000-0000-0000-0000-000000000000}"/>
          </ac:spMkLst>
        </pc:spChg>
        <pc:spChg chg="mod">
          <ac:chgData name="wilmar cañon" userId="7918cb078fdc7ad0" providerId="LiveId" clId="{D2010D5B-9C66-4979-9FDB-FAF1B47875E8}" dt="2020-08-04T13:07:16.686" v="253" actId="1076"/>
          <ac:spMkLst>
            <pc:docMk/>
            <pc:sldMk cId="4147710681" sldId="280"/>
            <ac:spMk id="3" creationId="{E5E01AB9-030F-4547-ACB8-7E69176152A3}"/>
          </ac:spMkLst>
        </pc:spChg>
        <pc:spChg chg="add">
          <ac:chgData name="wilmar cañon" userId="7918cb078fdc7ad0" providerId="LiveId" clId="{D2010D5B-9C66-4979-9FDB-FAF1B47875E8}" dt="2020-08-04T13:08:56.014" v="274" actId="22"/>
          <ac:spMkLst>
            <pc:docMk/>
            <pc:sldMk cId="4147710681" sldId="280"/>
            <ac:spMk id="5" creationId="{D83411E7-7DD4-4B02-9152-0E9BAA3C3322}"/>
          </ac:spMkLst>
        </pc:spChg>
      </pc:sldChg>
      <pc:sldChg chg="add">
        <pc:chgData name="wilmar cañon" userId="7918cb078fdc7ad0" providerId="LiveId" clId="{D2010D5B-9C66-4979-9FDB-FAF1B47875E8}" dt="2020-08-04T13:08:06.880" v="261"/>
        <pc:sldMkLst>
          <pc:docMk/>
          <pc:sldMk cId="3359190556" sldId="281"/>
        </pc:sldMkLst>
      </pc:sldChg>
      <pc:sldChg chg="add">
        <pc:chgData name="wilmar cañon" userId="7918cb078fdc7ad0" providerId="LiveId" clId="{D2010D5B-9C66-4979-9FDB-FAF1B47875E8}" dt="2020-08-04T13:08:06.880" v="261"/>
        <pc:sldMkLst>
          <pc:docMk/>
          <pc:sldMk cId="3427591012" sldId="282"/>
        </pc:sldMkLst>
      </pc:sldChg>
      <pc:sldChg chg="addSp add mod">
        <pc:chgData name="wilmar cañon" userId="7918cb078fdc7ad0" providerId="LiveId" clId="{D2010D5B-9C66-4979-9FDB-FAF1B47875E8}" dt="2020-08-04T13:08:58.115" v="275" actId="22"/>
        <pc:sldMkLst>
          <pc:docMk/>
          <pc:sldMk cId="1479412105" sldId="283"/>
        </pc:sldMkLst>
        <pc:spChg chg="add">
          <ac:chgData name="wilmar cañon" userId="7918cb078fdc7ad0" providerId="LiveId" clId="{D2010D5B-9C66-4979-9FDB-FAF1B47875E8}" dt="2020-08-04T13:08:58.115" v="275" actId="22"/>
          <ac:spMkLst>
            <pc:docMk/>
            <pc:sldMk cId="1479412105" sldId="283"/>
            <ac:spMk id="3" creationId="{329391FA-C9A2-4574-8362-6FB0BE01B0FB}"/>
          </ac:spMkLst>
        </pc:spChg>
      </pc:sldChg>
      <pc:sldChg chg="addSp add mod">
        <pc:chgData name="wilmar cañon" userId="7918cb078fdc7ad0" providerId="LiveId" clId="{D2010D5B-9C66-4979-9FDB-FAF1B47875E8}" dt="2020-08-04T13:08:58.804" v="276" actId="22"/>
        <pc:sldMkLst>
          <pc:docMk/>
          <pc:sldMk cId="3831638821" sldId="284"/>
        </pc:sldMkLst>
        <pc:spChg chg="add">
          <ac:chgData name="wilmar cañon" userId="7918cb078fdc7ad0" providerId="LiveId" clId="{D2010D5B-9C66-4979-9FDB-FAF1B47875E8}" dt="2020-08-04T13:08:58.804" v="276" actId="22"/>
          <ac:spMkLst>
            <pc:docMk/>
            <pc:sldMk cId="3831638821" sldId="284"/>
            <ac:spMk id="5" creationId="{B4535418-20FB-49D0-9112-6A067887424B}"/>
          </ac:spMkLst>
        </pc:spChg>
      </pc:sldChg>
      <pc:sldChg chg="addSp add mod">
        <pc:chgData name="wilmar cañon" userId="7918cb078fdc7ad0" providerId="LiveId" clId="{D2010D5B-9C66-4979-9FDB-FAF1B47875E8}" dt="2020-08-04T13:08:59.663" v="277" actId="22"/>
        <pc:sldMkLst>
          <pc:docMk/>
          <pc:sldMk cId="4162663568" sldId="285"/>
        </pc:sldMkLst>
        <pc:spChg chg="add">
          <ac:chgData name="wilmar cañon" userId="7918cb078fdc7ad0" providerId="LiveId" clId="{D2010D5B-9C66-4979-9FDB-FAF1B47875E8}" dt="2020-08-04T13:08:59.663" v="277" actId="22"/>
          <ac:spMkLst>
            <pc:docMk/>
            <pc:sldMk cId="4162663568" sldId="285"/>
            <ac:spMk id="3" creationId="{0A8D9427-2E71-47AC-84B8-4CE0344A63AD}"/>
          </ac:spMkLst>
        </pc:spChg>
      </pc:sldChg>
      <pc:sldChg chg="addSp add mod">
        <pc:chgData name="wilmar cañon" userId="7918cb078fdc7ad0" providerId="LiveId" clId="{D2010D5B-9C66-4979-9FDB-FAF1B47875E8}" dt="2020-08-04T13:09:00.363" v="278" actId="22"/>
        <pc:sldMkLst>
          <pc:docMk/>
          <pc:sldMk cId="1583215685" sldId="286"/>
        </pc:sldMkLst>
        <pc:spChg chg="add">
          <ac:chgData name="wilmar cañon" userId="7918cb078fdc7ad0" providerId="LiveId" clId="{D2010D5B-9C66-4979-9FDB-FAF1B47875E8}" dt="2020-08-04T13:09:00.363" v="278" actId="22"/>
          <ac:spMkLst>
            <pc:docMk/>
            <pc:sldMk cId="1583215685" sldId="286"/>
            <ac:spMk id="5" creationId="{6AF47099-F175-4192-8507-D59646AB3553}"/>
          </ac:spMkLst>
        </pc:spChg>
      </pc:sldChg>
      <pc:sldChg chg="addSp delSp modSp add mod">
        <pc:chgData name="wilmar cañon" userId="7918cb078fdc7ad0" providerId="LiveId" clId="{D2010D5B-9C66-4979-9FDB-FAF1B47875E8}" dt="2020-08-04T13:09:01.168" v="279" actId="22"/>
        <pc:sldMkLst>
          <pc:docMk/>
          <pc:sldMk cId="2742850569" sldId="287"/>
        </pc:sldMkLst>
        <pc:spChg chg="mod">
          <ac:chgData name="wilmar cañon" userId="7918cb078fdc7ad0" providerId="LiveId" clId="{D2010D5B-9C66-4979-9FDB-FAF1B47875E8}" dt="2020-08-04T13:08:31.134" v="270" actId="1076"/>
          <ac:spMkLst>
            <pc:docMk/>
            <pc:sldMk cId="2742850569" sldId="287"/>
            <ac:spMk id="2" creationId="{00000000-0000-0000-0000-000000000000}"/>
          </ac:spMkLst>
        </pc:spChg>
        <pc:spChg chg="del">
          <ac:chgData name="wilmar cañon" userId="7918cb078fdc7ad0" providerId="LiveId" clId="{D2010D5B-9C66-4979-9FDB-FAF1B47875E8}" dt="2020-08-04T13:08:19.157" v="264" actId="478"/>
          <ac:spMkLst>
            <pc:docMk/>
            <pc:sldMk cId="2742850569" sldId="287"/>
            <ac:spMk id="3" creationId="{E5E01AB9-030F-4547-ACB8-7E69176152A3}"/>
          </ac:spMkLst>
        </pc:spChg>
        <pc:spChg chg="add">
          <ac:chgData name="wilmar cañon" userId="7918cb078fdc7ad0" providerId="LiveId" clId="{D2010D5B-9C66-4979-9FDB-FAF1B47875E8}" dt="2020-08-04T13:09:01.168" v="279" actId="22"/>
          <ac:spMkLst>
            <pc:docMk/>
            <pc:sldMk cId="2742850569" sldId="287"/>
            <ac:spMk id="5" creationId="{0E8E491C-DE38-4032-8368-EF9A9217D939}"/>
          </ac:spMkLst>
        </pc:spChg>
      </pc:sldChg>
      <pc:sldMasterChg chg="modSp setBg modSldLayout">
        <pc:chgData name="wilmar cañon" userId="7918cb078fdc7ad0" providerId="LiveId" clId="{D2010D5B-9C66-4979-9FDB-FAF1B47875E8}" dt="2020-08-02T14:55:26.245" v="2"/>
        <pc:sldMasterMkLst>
          <pc:docMk/>
          <pc:sldMasterMk cId="594424511" sldId="2147483648"/>
        </pc:sldMasterMkLst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594424511" sldId="2147483648"/>
            <ac:spMk id="2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594424511" sldId="2147483648"/>
            <ac:spMk id="3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594424511" sldId="2147483648"/>
            <ac:spMk id="4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594424511" sldId="2147483648"/>
            <ac:spMk id="5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594424511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1473729030" sldId="2147483649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1473729030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1473729030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709233628" sldId="2147483650"/>
          </pc:sldLayoutMkLst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3273058319" sldId="2147483651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3273058319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3273058319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1468841042" sldId="2147483652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1468841042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1468841042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3034636149" sldId="2147483653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3034636149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3034636149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3034636149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3034636149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1869666529" sldId="2147483654"/>
          </pc:sldLayoutMkLst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789303695" sldId="2147483655"/>
          </pc:sldLayoutMkLst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427552453" sldId="2147483656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427552453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427552453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427552453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271372137" sldId="2147483657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271372137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271372137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271372137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197278522" sldId="2147483658"/>
          </pc:sldLayoutMkLst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594424511" sldId="2147483648"/>
            <pc:sldLayoutMk cId="2816744901" sldId="2147483659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2816744901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594424511" sldId="2147483648"/>
              <pc:sldLayoutMk cId="2816744901" sldId="2147483659"/>
              <ac:spMk id="3" creationId="{00000000-0000-0000-0000-000000000000}"/>
            </ac:spMkLst>
          </pc:spChg>
        </pc:sldLayoutChg>
      </pc:sldMasterChg>
      <pc:sldMasterChg chg="modSp setBg modSldLayout">
        <pc:chgData name="wilmar cañon" userId="7918cb078fdc7ad0" providerId="LiveId" clId="{D2010D5B-9C66-4979-9FDB-FAF1B47875E8}" dt="2020-08-02T14:55:26.245" v="2"/>
        <pc:sldMasterMkLst>
          <pc:docMk/>
          <pc:sldMasterMk cId="2500099783" sldId="2147483660"/>
        </pc:sldMasterMkLst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2500099783" sldId="2147483660"/>
            <ac:spMk id="2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2500099783" sldId="2147483660"/>
            <ac:spMk id="3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2500099783" sldId="2147483660"/>
            <ac:spMk id="4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2500099783" sldId="2147483660"/>
            <ac:spMk id="5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2500099783" sldId="2147483660"/>
            <ac:spMk id="6" creationId="{00000000-0000-0000-0000-000000000000}"/>
          </ac:spMkLst>
        </pc:sp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4170352861" sldId="2147483661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4170352861" sldId="2147483661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4170352861" sldId="2147483661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3306024696" sldId="2147483662"/>
          </pc:sldLayoutMkLst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2484658777" sldId="2147483663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2484658777" sldId="2147483663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2484658777" sldId="2147483663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1108783490" sldId="2147483664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108783490" sldId="2147483664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108783490" sldId="2147483664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1184327151" sldId="2147483665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184327151" sldId="2147483665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184327151" sldId="2147483665"/>
              <ac:spMk id="4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184327151" sldId="2147483665"/>
              <ac:spMk id="5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184327151" sldId="2147483665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3626837479" sldId="2147483666"/>
          </pc:sldLayoutMkLst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1111137024" sldId="2147483667"/>
          </pc:sldLayoutMkLst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2603030774" sldId="2147483668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2603030774" sldId="2147483668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2603030774" sldId="2147483668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2603030774" sldId="2147483668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1997729453" sldId="2147483669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997729453" sldId="2147483669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997729453" sldId="2147483669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1997729453" sldId="2147483669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4257831781" sldId="2147483670"/>
          </pc:sldLayoutMkLst>
        </pc:sldLayoutChg>
        <pc:sldLayoutChg chg="modSp setBg">
          <pc:chgData name="wilmar cañon" userId="7918cb078fdc7ad0" providerId="LiveId" clId="{D2010D5B-9C66-4979-9FDB-FAF1B47875E8}" dt="2020-08-02T14:55:26.245" v="2"/>
          <pc:sldLayoutMkLst>
            <pc:docMk/>
            <pc:sldMasterMk cId="2500099783" sldId="2147483660"/>
            <pc:sldLayoutMk cId="568369490" sldId="2147483671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568369490" sldId="2147483671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2500099783" sldId="2147483660"/>
              <pc:sldLayoutMk cId="568369490" sldId="2147483671"/>
              <ac:spMk id="3" creationId="{00000000-0000-0000-0000-000000000000}"/>
            </ac:spMkLst>
          </pc:spChg>
        </pc:sldLayoutChg>
      </pc:sldMasterChg>
      <pc:sldMasterChg chg="modSp del setBg delSldLayout modSldLayout">
        <pc:chgData name="wilmar cañon" userId="7918cb078fdc7ad0" providerId="LiveId" clId="{D2010D5B-9C66-4979-9FDB-FAF1B47875E8}" dt="2020-08-04T13:07:43.871" v="258" actId="47"/>
        <pc:sldMasterMkLst>
          <pc:docMk/>
          <pc:sldMasterMk cId="3394764327" sldId="2147483672"/>
        </pc:sldMasterMkLst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3394764327" sldId="2147483672"/>
            <ac:spMk id="2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3394764327" sldId="2147483672"/>
            <ac:spMk id="3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3394764327" sldId="2147483672"/>
            <ac:spMk id="4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3394764327" sldId="2147483672"/>
            <ac:spMk id="5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3394764327" sldId="2147483672"/>
            <ac:spMk id="6" creationId="{00000000-0000-0000-0000-000000000000}"/>
          </ac:spMkLst>
        </pc:spChg>
        <pc:sldLayoutChg chg="modSp 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1958660462" sldId="2147483673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1958660462" sldId="2147483673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1958660462" sldId="2147483673"/>
              <ac:spMk id="3" creationId="{00000000-0000-0000-0000-000000000000}"/>
            </ac:spMkLst>
          </pc:spChg>
        </pc:sldLayoutChg>
        <pc:sldLayoutChg chg="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4108961646" sldId="2147483674"/>
          </pc:sldLayoutMkLst>
        </pc:sldLayoutChg>
        <pc:sldLayoutChg chg="modSp 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3014286557" sldId="2147483675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3014286557" sldId="2147483675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3014286557" sldId="2147483675"/>
              <ac:spMk id="3" creationId="{00000000-0000-0000-0000-000000000000}"/>
            </ac:spMkLst>
          </pc:spChg>
        </pc:sldLayoutChg>
        <pc:sldLayoutChg chg="modSp 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2309761774" sldId="2147483676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2309761774" sldId="2147483676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2309761774" sldId="2147483676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718073809" sldId="2147483677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718073809" sldId="2147483677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718073809" sldId="2147483677"/>
              <ac:spMk id="4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718073809" sldId="2147483677"/>
              <ac:spMk id="5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718073809" sldId="2147483677"/>
              <ac:spMk id="6" creationId="{00000000-0000-0000-0000-000000000000}"/>
            </ac:spMkLst>
          </pc:spChg>
        </pc:sldLayoutChg>
        <pc:sldLayoutChg chg="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3728716605" sldId="2147483678"/>
          </pc:sldLayoutMkLst>
        </pc:sldLayoutChg>
        <pc:sldLayoutChg chg="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2859458745" sldId="2147483679"/>
          </pc:sldLayoutMkLst>
        </pc:sldLayoutChg>
        <pc:sldLayoutChg chg="modSp 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3421320235" sldId="2147483680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3421320235" sldId="2147483680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3421320235" sldId="2147483680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3421320235" sldId="2147483680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1779085930" sldId="2147483681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1779085930" sldId="2147483681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1779085930" sldId="2147483681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1779085930" sldId="2147483681"/>
              <ac:spMk id="4" creationId="{00000000-0000-0000-0000-000000000000}"/>
            </ac:spMkLst>
          </pc:spChg>
        </pc:sldLayoutChg>
        <pc:sldLayoutChg chg="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3855529484" sldId="2147483682"/>
          </pc:sldLayoutMkLst>
        </pc:sldLayoutChg>
        <pc:sldLayoutChg chg="modSp del setBg">
          <pc:chgData name="wilmar cañon" userId="7918cb078fdc7ad0" providerId="LiveId" clId="{D2010D5B-9C66-4979-9FDB-FAF1B47875E8}" dt="2020-08-04T13:07:43.871" v="258" actId="47"/>
          <pc:sldLayoutMkLst>
            <pc:docMk/>
            <pc:sldMasterMk cId="3394764327" sldId="2147483672"/>
            <pc:sldLayoutMk cId="2585171852" sldId="2147483683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2585171852" sldId="2147483683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3394764327" sldId="2147483672"/>
              <pc:sldLayoutMk cId="2585171852" sldId="2147483683"/>
              <ac:spMk id="3" creationId="{00000000-0000-0000-0000-000000000000}"/>
            </ac:spMkLst>
          </pc:spChg>
        </pc:sldLayoutChg>
      </pc:sldMasterChg>
      <pc:sldMasterChg chg="modSp del setBg delSldLayout modSldLayout">
        <pc:chgData name="wilmar cañon" userId="7918cb078fdc7ad0" providerId="LiveId" clId="{D2010D5B-9C66-4979-9FDB-FAF1B47875E8}" dt="2020-08-04T13:07:45.784" v="260" actId="47"/>
        <pc:sldMasterMkLst>
          <pc:docMk/>
          <pc:sldMasterMk cId="1099661480" sldId="2147483684"/>
        </pc:sldMasterMkLst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1099661480" sldId="2147483684"/>
            <ac:spMk id="2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1099661480" sldId="2147483684"/>
            <ac:spMk id="3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1099661480" sldId="2147483684"/>
            <ac:spMk id="4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1099661480" sldId="2147483684"/>
            <ac:spMk id="5" creationId="{00000000-0000-0000-0000-000000000000}"/>
          </ac:spMkLst>
        </pc:spChg>
        <pc:spChg chg="mod">
          <ac:chgData name="wilmar cañon" userId="7918cb078fdc7ad0" providerId="LiveId" clId="{D2010D5B-9C66-4979-9FDB-FAF1B47875E8}" dt="2020-08-02T14:55:09.431" v="1"/>
          <ac:spMkLst>
            <pc:docMk/>
            <pc:sldMasterMk cId="1099661480" sldId="2147483684"/>
            <ac:spMk id="6" creationId="{00000000-0000-0000-0000-000000000000}"/>
          </ac:spMkLst>
        </pc:spChg>
        <pc:sldLayoutChg chg="modSp 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3106978753" sldId="2147483685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106978753" sldId="2147483685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106978753" sldId="2147483685"/>
              <ac:spMk id="3" creationId="{00000000-0000-0000-0000-000000000000}"/>
            </ac:spMkLst>
          </pc:spChg>
        </pc:sldLayoutChg>
        <pc:sldLayoutChg chg="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3221670695" sldId="2147483686"/>
          </pc:sldLayoutMkLst>
        </pc:sldLayoutChg>
        <pc:sldLayoutChg chg="modSp 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3992818293" sldId="2147483687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992818293" sldId="2147483687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992818293" sldId="2147483687"/>
              <ac:spMk id="3" creationId="{00000000-0000-0000-0000-000000000000}"/>
            </ac:spMkLst>
          </pc:spChg>
        </pc:sldLayoutChg>
        <pc:sldLayoutChg chg="modSp 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2752243499" sldId="2147483688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2752243499" sldId="2147483688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2752243499" sldId="2147483688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3628532096" sldId="2147483689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628532096" sldId="2147483689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628532096" sldId="2147483689"/>
              <ac:spMk id="4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628532096" sldId="2147483689"/>
              <ac:spMk id="5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628532096" sldId="2147483689"/>
              <ac:spMk id="6" creationId="{00000000-0000-0000-0000-000000000000}"/>
            </ac:spMkLst>
          </pc:spChg>
        </pc:sldLayoutChg>
        <pc:sldLayoutChg chg="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1446281616" sldId="2147483690"/>
          </pc:sldLayoutMkLst>
        </pc:sldLayoutChg>
        <pc:sldLayoutChg chg="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3794532114" sldId="2147483691"/>
          </pc:sldLayoutMkLst>
        </pc:sldLayoutChg>
        <pc:sldLayoutChg chg="modSp 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4193643097" sldId="2147483692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4193643097" sldId="2147483692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4193643097" sldId="2147483692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4193643097" sldId="2147483692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2955152958" sldId="2147483693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2955152958" sldId="2147483693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2955152958" sldId="2147483693"/>
              <ac:spMk id="3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2955152958" sldId="2147483693"/>
              <ac:spMk id="4" creationId="{00000000-0000-0000-0000-000000000000}"/>
            </ac:spMkLst>
          </pc:spChg>
        </pc:sldLayoutChg>
        <pc:sldLayoutChg chg="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729054449" sldId="2147483694"/>
          </pc:sldLayoutMkLst>
        </pc:sldLayoutChg>
        <pc:sldLayoutChg chg="modSp del setBg">
          <pc:chgData name="wilmar cañon" userId="7918cb078fdc7ad0" providerId="LiveId" clId="{D2010D5B-9C66-4979-9FDB-FAF1B47875E8}" dt="2020-08-04T13:07:45.784" v="260" actId="47"/>
          <pc:sldLayoutMkLst>
            <pc:docMk/>
            <pc:sldMasterMk cId="1099661480" sldId="2147483684"/>
            <pc:sldLayoutMk cId="3577517734" sldId="2147483695"/>
          </pc:sldLayoutMkLst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577517734" sldId="2147483695"/>
              <ac:spMk id="2" creationId="{00000000-0000-0000-0000-000000000000}"/>
            </ac:spMkLst>
          </pc:spChg>
          <pc:spChg chg="mod">
            <ac:chgData name="wilmar cañon" userId="7918cb078fdc7ad0" providerId="LiveId" clId="{D2010D5B-9C66-4979-9FDB-FAF1B47875E8}" dt="2020-08-02T14:55:09.431" v="1"/>
            <ac:spMkLst>
              <pc:docMk/>
              <pc:sldMasterMk cId="1099661480" sldId="2147483684"/>
              <pc:sldLayoutMk cId="3577517734" sldId="2147483695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372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923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305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84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4636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966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930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55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37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27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6744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352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024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58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783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327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837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137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030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729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8317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36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623D4-6BD2-4367-B077-A1A28844065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4EAC3-FE34-4286-A571-371C05AF93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442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623D4-6BD2-4367-B077-A1A28844065C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4EAC3-FE34-4286-A571-371C05AF9384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09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825429" y="1196752"/>
            <a:ext cx="8141214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Vengan cantemos al 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nuestro DIOS SALVADOR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47DB3B0-47D1-4AC0-B6A7-5C7EE8E0C4CE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362939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21550" y="2024844"/>
            <a:ext cx="8532948" cy="140415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Entremos hoy en su presencia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7E60E2-8D74-4372-913B-D647CE7D7D54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89653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796E72DB-7F8C-4100-A05A-EA7B69053169}"/>
              </a:ext>
            </a:extLst>
          </p:cNvPr>
          <p:cNvSpPr txBox="1">
            <a:spLocks/>
          </p:cNvSpPr>
          <p:nvPr/>
        </p:nvSpPr>
        <p:spPr>
          <a:xfrm>
            <a:off x="800581" y="1747000"/>
            <a:ext cx="7542838" cy="167418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CANTEMOS himnos en su honor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7E60E2-8D74-4372-913B-D647CE7D7D54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213974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43254" y="1484784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Porque el Señor es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5A4186CC-C11B-4615-AE4E-0C281D1F1ADC}"/>
              </a:ext>
            </a:extLst>
          </p:cNvPr>
          <p:cNvSpPr txBox="1">
            <a:spLocks/>
          </p:cNvSpPr>
          <p:nvPr/>
        </p:nvSpPr>
        <p:spPr>
          <a:xfrm>
            <a:off x="0" y="2210601"/>
            <a:ext cx="8370930" cy="12183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Dios grande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03620F-231A-4A48-8C0A-D0D08D2800C5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50106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37320" y="2510898"/>
            <a:ext cx="7317432" cy="9181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DIOS, mi único SEÑOR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E5E01AB9-030F-4547-ACB8-7E69176152A3}"/>
              </a:ext>
            </a:extLst>
          </p:cNvPr>
          <p:cNvSpPr txBox="1">
            <a:spLocks/>
          </p:cNvSpPr>
          <p:nvPr/>
        </p:nvSpPr>
        <p:spPr>
          <a:xfrm>
            <a:off x="643254" y="1646759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 de reyes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B5508E-475A-40B0-AD6A-792E5702DF88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150592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27584" y="1556792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Porque el Señor es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5A4186CC-C11B-4615-AE4E-0C281D1F1ADC}"/>
              </a:ext>
            </a:extLst>
          </p:cNvPr>
          <p:cNvSpPr txBox="1">
            <a:spLocks/>
          </p:cNvSpPr>
          <p:nvPr/>
        </p:nvSpPr>
        <p:spPr>
          <a:xfrm>
            <a:off x="310342" y="2223449"/>
            <a:ext cx="8370930" cy="12183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Dios grande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75611F-37B8-4D31-8A08-3A83B9889205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46133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34607" y="2799513"/>
            <a:ext cx="7587462" cy="9181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HONRA y la ALABANZA es para Él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E5E01AB9-030F-4547-ACB8-7E69176152A3}"/>
              </a:ext>
            </a:extLst>
          </p:cNvPr>
          <p:cNvSpPr txBox="1">
            <a:spLocks/>
          </p:cNvSpPr>
          <p:nvPr/>
        </p:nvSpPr>
        <p:spPr>
          <a:xfrm>
            <a:off x="764577" y="1772816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 de reyes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E52B14-F7FE-4603-85B5-B794F93BD8E7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414771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501393" y="1196752"/>
            <a:ext cx="8141214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Vengan cantemos al 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nuestro DIOS SALVADOR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1DFBEF-B92F-4D0D-958F-CC5A9195A452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335919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21550" y="2024844"/>
            <a:ext cx="8532948" cy="140415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Entremos hoy en su presencia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14DAEE-92C5-416D-8616-CC6F6DE49ED9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342759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796E72DB-7F8C-4100-A05A-EA7B69053169}"/>
              </a:ext>
            </a:extLst>
          </p:cNvPr>
          <p:cNvSpPr txBox="1">
            <a:spLocks/>
          </p:cNvSpPr>
          <p:nvPr/>
        </p:nvSpPr>
        <p:spPr>
          <a:xfrm>
            <a:off x="638817" y="2060848"/>
            <a:ext cx="7866366" cy="167418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CANTEMOS himnos en su honor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14DAEE-92C5-416D-8616-CC6F6DE49ED9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261159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59278" y="1724309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Porque el Señor es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5A4186CC-C11B-4615-AE4E-0C281D1F1ADC}"/>
              </a:ext>
            </a:extLst>
          </p:cNvPr>
          <p:cNvSpPr txBox="1">
            <a:spLocks/>
          </p:cNvSpPr>
          <p:nvPr/>
        </p:nvSpPr>
        <p:spPr>
          <a:xfrm>
            <a:off x="27671" y="2485526"/>
            <a:ext cx="8370930" cy="12183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Dios grande</a:t>
            </a: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8C5162-2647-4A54-AB2C-780F3D106B48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147941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37320" y="2797233"/>
            <a:ext cx="7317432" cy="9181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DIOS, mi único SEÑOR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E5E01AB9-030F-4547-ACB8-7E69176152A3}"/>
              </a:ext>
            </a:extLst>
          </p:cNvPr>
          <p:cNvSpPr txBox="1">
            <a:spLocks/>
          </p:cNvSpPr>
          <p:nvPr/>
        </p:nvSpPr>
        <p:spPr>
          <a:xfrm>
            <a:off x="629562" y="1844824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 de reyes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378570-409E-4558-A178-E73AC9187858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3831638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27584" y="1700808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Porque el Señor es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5A4186CC-C11B-4615-AE4E-0C281D1F1ADC}"/>
              </a:ext>
            </a:extLst>
          </p:cNvPr>
          <p:cNvSpPr txBox="1">
            <a:spLocks/>
          </p:cNvSpPr>
          <p:nvPr/>
        </p:nvSpPr>
        <p:spPr>
          <a:xfrm>
            <a:off x="179512" y="2492896"/>
            <a:ext cx="8370930" cy="12183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Dios grande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99D1F7-3B4C-4EA3-907A-5F9C228E16D7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4162663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21931" y="2799513"/>
            <a:ext cx="8100138" cy="9181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HONRA y la ALABANZA es para Él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E5E01AB9-030F-4547-ACB8-7E69176152A3}"/>
              </a:ext>
            </a:extLst>
          </p:cNvPr>
          <p:cNvSpPr txBox="1">
            <a:spLocks/>
          </p:cNvSpPr>
          <p:nvPr/>
        </p:nvSpPr>
        <p:spPr>
          <a:xfrm>
            <a:off x="764577" y="1818155"/>
            <a:ext cx="7857492" cy="6666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 de reyes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6B7B5E-A03A-4FFF-AD51-23DA3140A2F4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1583215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556792"/>
            <a:ext cx="8629613" cy="9181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HONRA y la ALABANZA es </a:t>
            </a:r>
            <a:r>
              <a:rPr lang="es-MX" sz="60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Él/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319552-E2CA-490D-83AB-DFF0E1E5BB36}"/>
              </a:ext>
            </a:extLst>
          </p:cNvPr>
          <p:cNvSpPr txBox="1"/>
          <p:nvPr/>
        </p:nvSpPr>
        <p:spPr>
          <a:xfrm>
            <a:off x="4896036" y="56195"/>
            <a:ext cx="424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VENGA CANTEMOS</a:t>
            </a:r>
          </a:p>
        </p:txBody>
      </p:sp>
    </p:spTree>
    <p:extLst>
      <p:ext uri="{BB962C8B-B14F-4D97-AF65-F5344CB8AC3E}">
        <p14:creationId xmlns:p14="http://schemas.microsoft.com/office/powerpoint/2010/main" val="2742850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142</Words>
  <Application>Microsoft Office PowerPoint</Application>
  <PresentationFormat>Presentación en pantalla (4:3)</PresentationFormat>
  <Paragraphs>40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Aharoni</vt:lpstr>
      <vt:lpstr>Arial</vt:lpstr>
      <vt:lpstr>Arial Rounded MT Bold</vt:lpstr>
      <vt:lpstr>Brush Script MT</vt:lpstr>
      <vt:lpstr>Calibri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13</cp:revision>
  <dcterms:created xsi:type="dcterms:W3CDTF">2016-02-22T03:36:49Z</dcterms:created>
  <dcterms:modified xsi:type="dcterms:W3CDTF">2021-07-27T04:49:13Z</dcterms:modified>
</cp:coreProperties>
</file>