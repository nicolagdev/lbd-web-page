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6" r:id="rId12"/>
    <p:sldId id="270" r:id="rId1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3" autoAdjust="0"/>
    <p:restoredTop sz="93896" autoAdjust="0"/>
  </p:normalViewPr>
  <p:slideViewPr>
    <p:cSldViewPr>
      <p:cViewPr varScale="1">
        <p:scale>
          <a:sx n="68" d="100"/>
          <a:sy n="68" d="100"/>
        </p:scale>
        <p:origin x="148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607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2679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7729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23929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133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9604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85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6571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4383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134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505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D6B74-7296-450F-B651-FE06E22B50C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23E9B-F9A6-4B5D-A78E-EADB1706A30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283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93429" y="1196752"/>
            <a:ext cx="8841036" cy="1620180"/>
          </a:xfrm>
        </p:spPr>
        <p:txBody>
          <a:bodyPr>
            <a:noAutofit/>
          </a:bodyPr>
          <a:lstStyle/>
          <a:p>
            <a:pPr algn="l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los montes y los valles</a:t>
            </a:r>
          </a:p>
          <a:p>
            <a:pPr algn="l"/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Cantando yo voy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B6F435-B109-43EF-AD56-966248FD74AE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  <p:sp>
        <p:nvSpPr>
          <p:cNvPr id="2" name="2 Subtítulo">
            <a:extLst>
              <a:ext uri="{FF2B5EF4-FFF2-40B4-BE49-F238E27FC236}">
                <a16:creationId xmlns:a16="http://schemas.microsoft.com/office/drawing/2014/main" id="{E45D06DD-4B26-4E83-9504-3D4EAE645D46}"/>
              </a:ext>
            </a:extLst>
          </p:cNvPr>
          <p:cNvSpPr txBox="1">
            <a:spLocks/>
          </p:cNvSpPr>
          <p:nvPr/>
        </p:nvSpPr>
        <p:spPr>
          <a:xfrm>
            <a:off x="0" y="2996952"/>
            <a:ext cx="9216516" cy="351039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45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/Mi SEÑOR JESÚS conmigo está/</a:t>
            </a:r>
            <a:endParaRPr lang="es-CO" sz="45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CO" sz="45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55587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1223628" y="1844824"/>
            <a:ext cx="6696744" cy="1782198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l"/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es la vida </a:t>
            </a:r>
          </a:p>
          <a:p>
            <a:r>
              <a:rPr lang="es-MX" sz="6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es el camino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9510B3-2316-4986-A559-20DD366166E2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962599" y="1916832"/>
            <a:ext cx="7218802" cy="69249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algn="ctr">
              <a:spcBef>
                <a:spcPct val="20000"/>
              </a:spcBef>
              <a:buFont typeface="Arial" pitchFamily="34" charset="0"/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Nadie viene al PADRE sino por el HIJO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EC6745-A845-42EE-8337-E1BD02540841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159855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44418" y="1772816"/>
            <a:ext cx="8255164" cy="1761660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Reconozco su amor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Dondequiera que yo voy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3A243D-0F89-4708-A06D-5BD3B4C5481C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00402" y="1559328"/>
            <a:ext cx="8543195" cy="18696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En mis noches de tristeza 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Me ayudará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1C8DAB-2E25-4C6F-B2BA-65A3496CA0EB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6950" y="1988840"/>
            <a:ext cx="8790100" cy="210623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/Me consolará mi fiel SALVADOR/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75787F9-A690-4AA6-BD25-2378C29FEB7A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772" y="1772816"/>
            <a:ext cx="8676456" cy="27003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ÉL me ama y me cuida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       Me alienta y me salva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73C0D09-9C54-4D86-A315-DC03527E958D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772" y="1340768"/>
            <a:ext cx="8676456" cy="28417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Reconozco su amor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Dondequiera que yo voy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BB457A8-7EF0-45CD-8486-8A7D904B022E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3494726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559328"/>
            <a:ext cx="9144000" cy="18696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sz="5000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He confiado en su PALABRA 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Y la guardaré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DA1937-51FE-4636-80F3-FB9C6B8647DB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68654" y="1559328"/>
            <a:ext cx="8006692" cy="186967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/ÉL me inclinará a toda su ley/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83EE3EB-55B8-4FD8-A8E8-261D17BB8084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05653" y="1628800"/>
            <a:ext cx="8532694" cy="2247714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Lámpara es a mi camino 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Su PALABRA ETERNA siempre VA CONMIGO</a:t>
            </a:r>
            <a:endParaRPr lang="es-CO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6782A73-5027-4DD1-9946-14F472283ECB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2913192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95536" y="1484784"/>
            <a:ext cx="8352928" cy="248174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defPPr>
              <a:defRPr lang="es-CO"/>
            </a:defPPr>
            <a:lvl1pPr indent="0" algn="ctr">
              <a:spcBef>
                <a:spcPct val="20000"/>
              </a:spcBef>
              <a:buFont typeface="Arial" pitchFamily="34" charset="0"/>
              <a:buNone/>
              <a:defRPr sz="5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Bauhaus 93" panose="04030905020B02020C02" pitchFamily="82" charset="0"/>
              </a:defRPr>
            </a:lvl1pPr>
            <a:lvl2pPr indent="0" algn="ctr">
              <a:spcBef>
                <a:spcPct val="20000"/>
              </a:spcBef>
              <a:buFont typeface="Arial" pitchFamily="34" charset="0"/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indent="0" algn="ctr">
              <a:spcBef>
                <a:spcPct val="20000"/>
              </a:spcBef>
              <a:buFont typeface="Arial" pitchFamily="34" charset="0"/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indent="0" algn="ctr">
              <a:spcBef>
                <a:spcPct val="20000"/>
              </a:spcBef>
              <a:buFont typeface="Arial" pitchFamily="34" charset="0"/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Reconozco su amor</a:t>
            </a:r>
          </a:p>
          <a:p>
            <a:r>
              <a:rPr lang="es-MX" dirty="0">
                <a:ln w="22225">
                  <a:solidFill>
                    <a:sysClr val="windowText" lastClr="000000"/>
                  </a:solidFill>
                  <a:prstDash val="solid"/>
                </a:ln>
                <a:latin typeface="Aharoni" panose="02010803020104030203" pitchFamily="2" charset="-79"/>
                <a:cs typeface="Aharoni" panose="02010803020104030203" pitchFamily="2" charset="-79"/>
              </a:rPr>
              <a:t>Dondequiera que yo voy</a:t>
            </a:r>
            <a:endParaRPr lang="es-CO" sz="4800" dirty="0">
              <a:ln w="22225">
                <a:solidFill>
                  <a:sysClr val="windowText" lastClr="000000"/>
                </a:solidFill>
                <a:prstDash val="solid"/>
              </a:ln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635421-548C-4BCC-8D4F-DC6495481675}"/>
              </a:ext>
            </a:extLst>
          </p:cNvPr>
          <p:cNvSpPr txBox="1"/>
          <p:nvPr/>
        </p:nvSpPr>
        <p:spPr>
          <a:xfrm>
            <a:off x="4211960" y="188640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HUAINO CRISTIANO</a:t>
            </a:r>
          </a:p>
        </p:txBody>
      </p:sp>
    </p:spTree>
    <p:extLst>
      <p:ext uri="{BB962C8B-B14F-4D97-AF65-F5344CB8AC3E}">
        <p14:creationId xmlns:p14="http://schemas.microsoft.com/office/powerpoint/2010/main" val="1614498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131</Words>
  <Application>Microsoft Office PowerPoint</Application>
  <PresentationFormat>Presentación en pantalla (4:3)</PresentationFormat>
  <Paragraphs>34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12</cp:revision>
  <dcterms:created xsi:type="dcterms:W3CDTF">2016-07-15T21:24:34Z</dcterms:created>
  <dcterms:modified xsi:type="dcterms:W3CDTF">2021-07-27T03:51:22Z</dcterms:modified>
</cp:coreProperties>
</file>