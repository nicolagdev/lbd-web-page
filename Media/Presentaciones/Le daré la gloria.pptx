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305" r:id="rId4"/>
    <p:sldId id="306" r:id="rId5"/>
    <p:sldId id="261" r:id="rId6"/>
    <p:sldId id="263" r:id="rId7"/>
    <p:sldId id="307" r:id="rId8"/>
    <p:sldId id="308" r:id="rId9"/>
    <p:sldId id="309" r:id="rId10"/>
    <p:sldId id="310" r:id="rId11"/>
    <p:sldId id="269" r:id="rId12"/>
    <p:sldId id="271" r:id="rId13"/>
    <p:sldId id="311" r:id="rId14"/>
    <p:sldId id="312" r:id="rId15"/>
    <p:sldId id="313" r:id="rId16"/>
    <p:sldId id="314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CC0D8-8990-448B-815D-91A8FC43D3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1C563-8625-4E9D-A219-949079EAF7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9460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368BB-C3F7-4A9B-8ED9-0D6B50CE9518}" type="slidenum">
              <a:rPr lang="es-CO" smtClean="0">
                <a:solidFill>
                  <a:prstClr val="black"/>
                </a:solidFill>
              </a:rPr>
              <a:pPr/>
              <a:t>1</a:t>
            </a:fld>
            <a:endParaRPr lang="es-CO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239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368BB-C3F7-4A9B-8ED9-0D6B50CE9518}" type="slidenum">
              <a:rPr lang="es-CO" smtClean="0">
                <a:solidFill>
                  <a:prstClr val="black"/>
                </a:solidFill>
              </a:rPr>
              <a:pPr/>
              <a:t>3</a:t>
            </a:fld>
            <a:endParaRPr lang="es-CO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73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368BB-C3F7-4A9B-8ED9-0D6B50CE9518}" type="slidenum">
              <a:rPr lang="es-CO" smtClean="0">
                <a:solidFill>
                  <a:prstClr val="black"/>
                </a:solidFill>
              </a:rPr>
              <a:pPr/>
              <a:t>7</a:t>
            </a:fld>
            <a:endParaRPr lang="es-CO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807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368BB-C3F7-4A9B-8ED9-0D6B50CE9518}" type="slidenum">
              <a:rPr lang="es-CO" smtClean="0">
                <a:solidFill>
                  <a:prstClr val="black"/>
                </a:solidFill>
              </a:rPr>
              <a:pPr/>
              <a:t>9</a:t>
            </a:fld>
            <a:endParaRPr lang="es-CO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840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368BB-C3F7-4A9B-8ED9-0D6B50CE9518}" type="slidenum">
              <a:rPr lang="es-CO" smtClean="0">
                <a:solidFill>
                  <a:prstClr val="black"/>
                </a:solidFill>
              </a:rPr>
              <a:pPr/>
              <a:t>13</a:t>
            </a:fld>
            <a:endParaRPr lang="es-CO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632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368BB-C3F7-4A9B-8ED9-0D6B50CE9518}" type="slidenum">
              <a:rPr lang="es-CO" smtClean="0">
                <a:solidFill>
                  <a:prstClr val="black"/>
                </a:solidFill>
              </a:rPr>
              <a:pPr/>
              <a:t>15</a:t>
            </a:fld>
            <a:endParaRPr lang="es-CO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43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95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4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48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48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054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63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92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20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4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92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35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4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7F69F-5345-4DAF-B8C6-540963EA1CF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E038A-4652-4A35-959B-4A54A1E589F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06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814" y="1916832"/>
            <a:ext cx="7920372" cy="17516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ALABANZAS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1B7B01-CFB8-41B0-A59C-BD7385679393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336606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8356" y="1407371"/>
            <a:ext cx="8587288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Llevaré SU LUZ a </a:t>
            </a:r>
          </a:p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oscuridad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8DD050-9F17-4686-AE5E-11240FF65F52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82828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814" y="1916832"/>
            <a:ext cx="7920372" cy="17516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ALABANZAS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1B7B01-CFB8-41B0-A59C-BD7385679393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180496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8356" y="1407371"/>
            <a:ext cx="8587288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Llevaré SU LUZ a </a:t>
            </a:r>
          </a:p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oscuridad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8DD050-9F17-4686-AE5E-11240FF65F52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395836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9289" y="1052736"/>
            <a:ext cx="8285421" cy="183717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4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Hombres</a:t>
            </a:r>
            <a:r>
              <a:rPr lang="es-MX" sz="48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De la miseria me rescató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 vida es nueva confío en él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005E7B-CD85-4CA9-85B8-645158A5A077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293966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3772" y="980728"/>
            <a:ext cx="8676456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4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Mujeres: 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Le rechazaba mas hoy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le proclamo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Diré su historia sí lo haré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95923B-CE46-49FD-AD48-BF5BC1F241E4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197119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814" y="1916832"/>
            <a:ext cx="7920372" cy="17516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ALABANZAS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1B7B01-CFB8-41B0-A59C-BD7385679393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2087973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8356" y="1407371"/>
            <a:ext cx="8587288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Llevaré SU LUZ a </a:t>
            </a:r>
          </a:p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oscuridad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8DD050-9F17-4686-AE5E-11240FF65F52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232402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814" y="1916832"/>
            <a:ext cx="7920372" cy="17516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ALABANZAS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1B7B01-CFB8-41B0-A59C-BD7385679393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365423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8356" y="1407371"/>
            <a:ext cx="8587288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Llevaré SU LUZ a </a:t>
            </a:r>
          </a:p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oscuridad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8DD050-9F17-4686-AE5E-11240FF65F52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768886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845423"/>
            <a:ext cx="7956376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3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Hombres:</a:t>
            </a:r>
          </a:p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¿Cómo lo hizo?</a:t>
            </a:r>
          </a:p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Fue su poder</a:t>
            </a:r>
          </a:p>
          <a:p>
            <a:pPr algn="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Con un milagro me transformó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A0D94D-6983-4B67-81BB-D3B7B77D42A2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908386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8037" y="1124744"/>
            <a:ext cx="8487925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3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Mujeres: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Si no le conoces su nombre es JESÚS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Diré su historia si lo haré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D5C1A9-39B2-4EB0-BF61-8D2C21CC4D6A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2459485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814" y="1916832"/>
            <a:ext cx="7920372" cy="17516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ALABANZAS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1B7B01-CFB8-41B0-A59C-BD7385679393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677333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8356" y="1407371"/>
            <a:ext cx="8587288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Llevaré SU LUZ a </a:t>
            </a:r>
          </a:p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oscuridad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8DD050-9F17-4686-AE5E-11240FF65F52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3623763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11814" y="1916832"/>
            <a:ext cx="7920372" cy="175160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 daré ALABANZAS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1B7B01-CFB8-41B0-A59C-BD7385679393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233035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8356" y="1407371"/>
            <a:ext cx="8587288" cy="202162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  <a:cs typeface="Vijaya" panose="020B0604020202020204" pitchFamily="34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Llevaré SU LUZ a </a:t>
            </a:r>
          </a:p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oscuridad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Le daré la GLORIA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8DD050-9F17-4686-AE5E-11240FF65F52}"/>
              </a:ext>
            </a:extLst>
          </p:cNvPr>
          <p:cNvSpPr txBox="1"/>
          <p:nvPr/>
        </p:nvSpPr>
        <p:spPr>
          <a:xfrm>
            <a:off x="3923928" y="260648"/>
            <a:ext cx="5094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LE DARÉ LA GLORIA</a:t>
            </a:r>
          </a:p>
        </p:txBody>
      </p:sp>
    </p:spTree>
    <p:extLst>
      <p:ext uri="{BB962C8B-B14F-4D97-AF65-F5344CB8AC3E}">
        <p14:creationId xmlns:p14="http://schemas.microsoft.com/office/powerpoint/2010/main" val="47307302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233</Words>
  <Application>Microsoft Office PowerPoint</Application>
  <PresentationFormat>Presentación en pantalla (4:3)</PresentationFormat>
  <Paragraphs>66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Aharoni</vt:lpstr>
      <vt:lpstr>Arial</vt:lpstr>
      <vt:lpstr>Arial Rounded MT Bold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9</cp:revision>
  <dcterms:created xsi:type="dcterms:W3CDTF">2016-06-08T23:08:22Z</dcterms:created>
  <dcterms:modified xsi:type="dcterms:W3CDTF">2021-07-27T03:57:34Z</dcterms:modified>
</cp:coreProperties>
</file>