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73" r:id="rId2"/>
    <p:sldId id="277" r:id="rId3"/>
    <p:sldId id="257" r:id="rId4"/>
    <p:sldId id="258" r:id="rId5"/>
    <p:sldId id="259" r:id="rId6"/>
    <p:sldId id="260" r:id="rId7"/>
    <p:sldId id="278" r:id="rId8"/>
    <p:sldId id="261" r:id="rId9"/>
    <p:sldId id="279" r:id="rId10"/>
    <p:sldId id="280" r:id="rId11"/>
    <p:sldId id="263" r:id="rId12"/>
    <p:sldId id="264" r:id="rId13"/>
    <p:sldId id="265" r:id="rId14"/>
    <p:sldId id="274" r:id="rId15"/>
    <p:sldId id="275" r:id="rId16"/>
    <p:sldId id="276" r:id="rId17"/>
    <p:sldId id="269" r:id="rId18"/>
    <p:sldId id="281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788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295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623c41ea91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623c41ea91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623c41ea91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623c41ea91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623c41ea91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623c41ea91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23c41ea91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23c41ea91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23c41ea91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23c41ea91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3035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23c41ea91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623c41ea91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23c41ea91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23c41ea91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7319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23c41ea91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23c41ea91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139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623c41ea91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623c41ea91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23c41ea91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23c41ea91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23c41ea91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623c41ea91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23c41ea91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23c41ea91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080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23c41ea91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623c41ea91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621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23c41ea91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23c41ea91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359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23c41ea91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23c41ea91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23c41ea91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23c41ea91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7388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8651" y="365125"/>
            <a:ext cx="78867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3174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78" lvl="1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66" lvl="2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54" lvl="3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943" lvl="4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132" lvl="5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20" lvl="6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09" lvl="7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97" lvl="8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623889" y="1709739"/>
            <a:ext cx="7886700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623889" y="4589463"/>
            <a:ext cx="78867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378" lvl="1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566" lvl="2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754" lvl="3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5943" lvl="4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132" lvl="5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320" lvl="6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509" lvl="7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697" lvl="8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628651" y="365125"/>
            <a:ext cx="78867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3174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78" lvl="1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66" lvl="2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54" lvl="3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943" lvl="4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132" lvl="5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20" lvl="6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09" lvl="7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97" lvl="8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29151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3174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78" lvl="1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66" lvl="2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54" lvl="3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943" lvl="4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132" lvl="5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20" lvl="6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09" lvl="7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97" lvl="8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29842" y="365125"/>
            <a:ext cx="78867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629841" y="1681163"/>
            <a:ext cx="38682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378" lvl="1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566" lvl="2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754" lvl="3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5943" lvl="4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132" lvl="5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320" lvl="6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509" lvl="7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697" lvl="8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629841" y="2505075"/>
            <a:ext cx="3868200" cy="3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3174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78" lvl="1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66" lvl="2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54" lvl="3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943" lvl="4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132" lvl="5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20" lvl="6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09" lvl="7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97" lvl="8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29151" y="1681163"/>
            <a:ext cx="38874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378" lvl="1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566" lvl="2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754" lvl="3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5943" lvl="4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132" lvl="5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320" lvl="6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509" lvl="7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697" lvl="8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400" cy="3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3174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78" lvl="1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66" lvl="2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54" lvl="3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943" lvl="4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132" lvl="5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20" lvl="6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09" lvl="7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97" lvl="8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28651" y="365125"/>
            <a:ext cx="78867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29842" y="457200"/>
            <a:ext cx="29493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887391" y="987425"/>
            <a:ext cx="4629000" cy="4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38099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78" lvl="1" indent="-36194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566" lvl="2" indent="-3428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754" lvl="3" indent="-3238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5943" lvl="4" indent="-3238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132" lvl="5" indent="-3238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320" lvl="6" indent="-3238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509" lvl="7" indent="-3238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697" lvl="8" indent="-32384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29842" y="2057400"/>
            <a:ext cx="29493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378" lvl="1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566" lvl="2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754" lvl="3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5943" lvl="4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132" lvl="5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320" lvl="6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509" lvl="7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697" lvl="8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629842" y="457200"/>
            <a:ext cx="29493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3887391" y="987425"/>
            <a:ext cx="4629000" cy="4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629842" y="2057400"/>
            <a:ext cx="29493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378" lvl="1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566" lvl="2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754" lvl="3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5943" lvl="4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132" lvl="5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320" lvl="6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509" lvl="7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697" lvl="8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28651" y="365125"/>
            <a:ext cx="78867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96400" y="57877"/>
            <a:ext cx="43512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3174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78" lvl="1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66" lvl="2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54" lvl="3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943" lvl="4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132" lvl="5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20" lvl="6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09" lvl="7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97" lvl="8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623551" y="2285325"/>
            <a:ext cx="5812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622975" y="370725"/>
            <a:ext cx="5812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189" lvl="0" indent="-3174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78" lvl="1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66" lvl="2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54" lvl="3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943" lvl="4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132" lvl="5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20" lvl="6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09" lvl="7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97" lvl="8" indent="-3174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1" y="365125"/>
            <a:ext cx="78867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1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1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85060" y="3856874"/>
            <a:ext cx="8973879" cy="1040663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Me preguntaste </a:t>
            </a:r>
            <a:br>
              <a:rPr lang="es-419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</a:br>
            <a:r>
              <a:rPr lang="es-419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en el alba</a:t>
            </a:r>
            <a:br>
              <a:rPr lang="es-419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</a:br>
            <a:endParaRPr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B8728DD-2924-4EC1-A3DD-707E90B9E4FB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  <p:extLst>
      <p:ext uri="{BB962C8B-B14F-4D97-AF65-F5344CB8AC3E}">
        <p14:creationId xmlns:p14="http://schemas.microsoft.com/office/powerpoint/2010/main" val="2701884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0" y="2908668"/>
            <a:ext cx="8973879" cy="1040663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br>
              <a:rPr lang="es-419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</a:br>
            <a:r>
              <a:rPr lang="es-419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Estás dispuesto</a:t>
            </a:r>
            <a:br>
              <a:rPr lang="es-419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</a:br>
            <a:r>
              <a:rPr lang="es-419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a salir</a:t>
            </a:r>
            <a:endParaRPr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B8728DD-2924-4EC1-A3DD-707E90B9E4FB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  <p:extLst>
      <p:ext uri="{BB962C8B-B14F-4D97-AF65-F5344CB8AC3E}">
        <p14:creationId xmlns:p14="http://schemas.microsoft.com/office/powerpoint/2010/main" val="2779780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ctrTitle"/>
          </p:nvPr>
        </p:nvSpPr>
        <p:spPr>
          <a:xfrm>
            <a:off x="1028859" y="1935743"/>
            <a:ext cx="7086282" cy="2292955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Y en oración te dije: AQUÍ ESTOY</a:t>
            </a:r>
            <a:br>
              <a:rPr lang="es-419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</a:br>
            <a:r>
              <a:rPr lang="es-419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En OBEDIENCIA IRÉ</a:t>
            </a:r>
            <a:endParaRPr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16C17E1-2A06-4923-AD56-B56E85880EAF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ctrTitle"/>
          </p:nvPr>
        </p:nvSpPr>
        <p:spPr>
          <a:xfrm>
            <a:off x="348216" y="2433600"/>
            <a:ext cx="8447567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Me respondiste en tu PALABRA</a:t>
            </a:r>
            <a:b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Modern Love" panose="04090805081005020601" pitchFamily="82" charset="0"/>
                <a:ea typeface="Arial"/>
                <a:cs typeface="Arial"/>
                <a:sym typeface="Arial"/>
              </a:rPr>
            </a:b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Y afirmaste mi sentir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A9B673-F299-4045-8051-6605CFF2B66D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ctrTitle"/>
          </p:nvPr>
        </p:nvSpPr>
        <p:spPr>
          <a:xfrm>
            <a:off x="343713" y="2265253"/>
            <a:ext cx="8766062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Dándome el valor </a:t>
            </a:r>
            <a:b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</a:b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para salir 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E ir aquella NACIÓN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FAC21A-9B37-4788-9EBA-55AFBCCA6C77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ctrTitle"/>
          </p:nvPr>
        </p:nvSpPr>
        <p:spPr>
          <a:xfrm>
            <a:off x="-127590" y="1123377"/>
            <a:ext cx="9399180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Reconoceré la tierra 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9C2F58-6675-4535-8D67-868F05D30605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ctrTitle"/>
          </p:nvPr>
        </p:nvSpPr>
        <p:spPr>
          <a:xfrm>
            <a:off x="-127590" y="1826761"/>
            <a:ext cx="9399180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Pues dispuesto </a:t>
            </a:r>
            <a:b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</a:b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estoy Señor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9C2F58-6675-4535-8D67-868F05D30605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  <p:extLst>
      <p:ext uri="{BB962C8B-B14F-4D97-AF65-F5344CB8AC3E}">
        <p14:creationId xmlns:p14="http://schemas.microsoft.com/office/powerpoint/2010/main" val="216238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ctrTitle"/>
          </p:nvPr>
        </p:nvSpPr>
        <p:spPr>
          <a:xfrm>
            <a:off x="366823" y="2302371"/>
            <a:ext cx="8410353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Llévame contigo gran JESÚS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Y cumpliré tu MISIÓN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235CF8-3B36-4B7B-88A5-27B39348B42E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ctrTitle"/>
          </p:nvPr>
        </p:nvSpPr>
        <p:spPr>
          <a:xfrm>
            <a:off x="-127590" y="1123377"/>
            <a:ext cx="9399180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Reconoceré la tierra 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9C2F58-6675-4535-8D67-868F05D30605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  <p:extLst>
      <p:ext uri="{BB962C8B-B14F-4D97-AF65-F5344CB8AC3E}">
        <p14:creationId xmlns:p14="http://schemas.microsoft.com/office/powerpoint/2010/main" val="593213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ctrTitle"/>
          </p:nvPr>
        </p:nvSpPr>
        <p:spPr>
          <a:xfrm>
            <a:off x="-127590" y="1826761"/>
            <a:ext cx="9399180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Pues dispuesto </a:t>
            </a:r>
            <a:b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</a:b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estoy Señor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9C2F58-6675-4535-8D67-868F05D30605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  <p:extLst>
      <p:ext uri="{BB962C8B-B14F-4D97-AF65-F5344CB8AC3E}">
        <p14:creationId xmlns:p14="http://schemas.microsoft.com/office/powerpoint/2010/main" val="23030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ctrTitle"/>
          </p:nvPr>
        </p:nvSpPr>
        <p:spPr>
          <a:xfrm>
            <a:off x="175437" y="2319447"/>
            <a:ext cx="8793126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Llevaré tu evangelio DIOS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El cual da SALVACIÓN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B070C0-EC28-400C-91C1-A4677181B3A7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>
            <a:spLocks noGrp="1"/>
          </p:cNvSpPr>
          <p:nvPr>
            <p:ph type="ctrTitle"/>
          </p:nvPr>
        </p:nvSpPr>
        <p:spPr>
          <a:xfrm>
            <a:off x="405366" y="2305075"/>
            <a:ext cx="8333267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Me respondiste en tu PALABRA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Y afirmaste mi sentir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FD5E04-E97E-44F5-B952-0581940AB1F8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ctrTitle"/>
          </p:nvPr>
        </p:nvSpPr>
        <p:spPr>
          <a:xfrm>
            <a:off x="255181" y="2433600"/>
            <a:ext cx="8633637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Dándome el valor para salir 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E ir aquella NACIÓN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85AB04-3F79-44A3-B708-38113FAA668B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ctrTitle"/>
          </p:nvPr>
        </p:nvSpPr>
        <p:spPr>
          <a:xfrm>
            <a:off x="47846" y="2551908"/>
            <a:ext cx="9048307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Reconoceré la tierra 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Pues dispuesto estoy Señor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B2CEC91-D8BB-434A-9502-91D75E9891CD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  <p:extLst>
      <p:ext uri="{BB962C8B-B14F-4D97-AF65-F5344CB8AC3E}">
        <p14:creationId xmlns:p14="http://schemas.microsoft.com/office/powerpoint/2010/main" val="1848080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ctrTitle"/>
          </p:nvPr>
        </p:nvSpPr>
        <p:spPr>
          <a:xfrm>
            <a:off x="-22456" y="2433600"/>
            <a:ext cx="9188911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Llévame contigo gran JESÚS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Y cumpliré tu MISIÓN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2B37282-6659-4074-AB68-B47CE19CA812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  <p:extLst>
      <p:ext uri="{BB962C8B-B14F-4D97-AF65-F5344CB8AC3E}">
        <p14:creationId xmlns:p14="http://schemas.microsoft.com/office/powerpoint/2010/main" val="1735398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ctrTitle"/>
          </p:nvPr>
        </p:nvSpPr>
        <p:spPr>
          <a:xfrm>
            <a:off x="58479" y="2648021"/>
            <a:ext cx="9027042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Reconoceré la tierra 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Pues dispuesto estoy Señor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F7284BB-F2A2-4FA7-B43F-2893B7A7F847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  <p:extLst>
      <p:ext uri="{BB962C8B-B14F-4D97-AF65-F5344CB8AC3E}">
        <p14:creationId xmlns:p14="http://schemas.microsoft.com/office/powerpoint/2010/main" val="1025139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ctrTitle"/>
          </p:nvPr>
        </p:nvSpPr>
        <p:spPr>
          <a:xfrm>
            <a:off x="0" y="2910510"/>
            <a:ext cx="8894135" cy="1990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Llevaré tu evangelio DIOS</a:t>
            </a: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endParaRPr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AE9345A-ED7F-4D3D-B2D3-89D5A86824D2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AE9345A-ED7F-4D3D-B2D3-89D5A86824D2}"/>
              </a:ext>
            </a:extLst>
          </p:cNvPr>
          <p:cNvSpPr txBox="1"/>
          <p:nvPr/>
        </p:nvSpPr>
        <p:spPr>
          <a:xfrm>
            <a:off x="4726744" y="138959"/>
            <a:ext cx="441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RECONOCERÉ LA TIERRA</a:t>
            </a:r>
          </a:p>
        </p:txBody>
      </p:sp>
      <p:sp>
        <p:nvSpPr>
          <p:cNvPr id="6" name="Google Shape;154;p27">
            <a:extLst>
              <a:ext uri="{FF2B5EF4-FFF2-40B4-BE49-F238E27FC236}">
                <a16:creationId xmlns:a16="http://schemas.microsoft.com/office/drawing/2014/main" id="{55BB906A-FCDE-4454-B230-5328F1B12652}"/>
              </a:ext>
            </a:extLst>
          </p:cNvPr>
          <p:cNvSpPr txBox="1">
            <a:spLocks/>
          </p:cNvSpPr>
          <p:nvPr/>
        </p:nvSpPr>
        <p:spPr>
          <a:xfrm>
            <a:off x="285750" y="2136510"/>
            <a:ext cx="8572500" cy="15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</a:pPr>
            <a:r>
              <a:rPr lang="es-419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Arial"/>
                <a:cs typeface="Arial"/>
                <a:sym typeface="Arial"/>
              </a:rPr>
              <a:t>//El cual da SALVACIÓN//</a:t>
            </a:r>
          </a:p>
        </p:txBody>
      </p:sp>
    </p:spTree>
    <p:extLst>
      <p:ext uri="{BB962C8B-B14F-4D97-AF65-F5344CB8AC3E}">
        <p14:creationId xmlns:p14="http://schemas.microsoft.com/office/powerpoint/2010/main" val="23947094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181</Words>
  <Application>Microsoft Office PowerPoint</Application>
  <PresentationFormat>Presentación en pantalla (4:3)</PresentationFormat>
  <Paragraphs>44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Arial Rounded MT Bold</vt:lpstr>
      <vt:lpstr>Calibri</vt:lpstr>
      <vt:lpstr>Modern Love</vt:lpstr>
      <vt:lpstr>Tema de Office</vt:lpstr>
      <vt:lpstr>Me preguntaste  en el alba </vt:lpstr>
      <vt:lpstr> Estás dispuesto a salir</vt:lpstr>
      <vt:lpstr>Y en oración te dije: AQUÍ ESTOY En OBEDIENCIA IRÉ</vt:lpstr>
      <vt:lpstr>Me respondiste en tu PALABRA Y afirmaste mi sentir</vt:lpstr>
      <vt:lpstr>Dándome el valor  para salir  E ir aquella NACIÓN</vt:lpstr>
      <vt:lpstr>Reconoceré la tierra </vt:lpstr>
      <vt:lpstr>Pues dispuesto  estoy Señor</vt:lpstr>
      <vt:lpstr>Llévame contigo gran JESÚS Y cumpliré tu MISIÓN</vt:lpstr>
      <vt:lpstr>Reconoceré la tierra </vt:lpstr>
      <vt:lpstr>Pues dispuesto  estoy Señor</vt:lpstr>
      <vt:lpstr>Llevaré tu evangelio DIOS El cual da SALVACIÓN</vt:lpstr>
      <vt:lpstr>Me respondiste en tu PALABRA Y afirmaste mi sentir</vt:lpstr>
      <vt:lpstr>Dándome el valor para salir  E ir aquella NACIÓN</vt:lpstr>
      <vt:lpstr>Reconoceré la tierra  Pues dispuesto estoy Señor</vt:lpstr>
      <vt:lpstr>Llévame contigo gran JESÚS Y cumpliré tu MISIÓN</vt:lpstr>
      <vt:lpstr>Reconoceré la tierra  Pues dispuesto estoy Señor</vt:lpstr>
      <vt:lpstr>Llevaré tu evangelio DIOS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preguntaste en el alba Estás dispuesto a salir</dc:title>
  <cp:lastModifiedBy>Familia Cañon Peña</cp:lastModifiedBy>
  <cp:revision>14</cp:revision>
  <dcterms:modified xsi:type="dcterms:W3CDTF">2021-07-27T04:09:03Z</dcterms:modified>
</cp:coreProperties>
</file>