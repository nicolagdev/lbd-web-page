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1" r:id="rId2"/>
    <p:sldId id="292" r:id="rId3"/>
    <p:sldId id="293" r:id="rId4"/>
    <p:sldId id="294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303" r:id="rId14"/>
    <p:sldId id="304" r:id="rId15"/>
    <p:sldId id="305" r:id="rId16"/>
    <p:sldId id="306" r:id="rId17"/>
    <p:sldId id="274" r:id="rId18"/>
    <p:sldId id="275" r:id="rId19"/>
    <p:sldId id="307" r:id="rId20"/>
    <p:sldId id="308" r:id="rId21"/>
    <p:sldId id="309" r:id="rId22"/>
    <p:sldId id="310" r:id="rId23"/>
  </p:sldIdLst>
  <p:sldSz cx="9144000" cy="6858000" type="screen4x3"/>
  <p:notesSz cx="9144000" cy="6858000"/>
  <p:defaultTextStyle>
    <a:defPPr>
      <a:defRPr lang="es-CO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5449C48-1E5C-4B41-82E5-839BCD9583D3}">
          <p14:sldIdLst>
            <p14:sldId id="291"/>
            <p14:sldId id="292"/>
            <p14:sldId id="293"/>
            <p14:sldId id="294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303"/>
            <p14:sldId id="304"/>
            <p14:sldId id="305"/>
            <p14:sldId id="306"/>
            <p14:sldId id="274"/>
            <p14:sldId id="275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D92AA-AF43-4A79-A46C-435EA26701E3}" v="14" dt="2020-06-25T01:05:15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880"/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D2180-9599-4A7D-97C5-4C68B2B01C2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56D13-F9E9-43A8-863E-596448952B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657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56D13-F9E9-43A8-863E-596448952B63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9426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056D13-F9E9-43A8-863E-596448952B63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115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56D13-F9E9-43A8-863E-596448952B63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9617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56D13-F9E9-43A8-863E-596448952B63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2643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803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405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54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1" y="1600202"/>
            <a:ext cx="40386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56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9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9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32" y="1535114"/>
            <a:ext cx="4041775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32" y="2174875"/>
            <a:ext cx="4041775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799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34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45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5" y="273053"/>
            <a:ext cx="3008313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5" y="1435104"/>
            <a:ext cx="3008313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903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37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541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3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1" y="274643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7207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1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8BA92-2F55-4E32-9C85-56D76896E9E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1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0C1B6-03F8-4796-A6DA-D3C320F299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873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2960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610" indent="-308610" algn="l" defTabSz="82296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655" indent="-257175" algn="l" defTabSz="822960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505577" y="1844824"/>
            <a:ext cx="8132846" cy="194421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único que quiero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libri"/>
              </a:rPr>
            </a:b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  <a:t>Es cuando veas mi vida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4 Subtítulo"/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347496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395536" y="1484784"/>
            <a:ext cx="6444208" cy="1944216"/>
          </a:xfrm>
        </p:spPr>
        <p:txBody>
          <a:bodyPr>
            <a:noAutofit/>
          </a:bodyPr>
          <a:lstStyle/>
          <a:p>
            <a:pPr algn="l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  <a:t>E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ncuentres algo verdadero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3 Título">
            <a:extLst>
              <a:ext uri="{FF2B5EF4-FFF2-40B4-BE49-F238E27FC236}">
                <a16:creationId xmlns:a16="http://schemas.microsoft.com/office/drawing/2014/main" id="{6F236F3C-E874-414A-B865-566F18611C4C}"/>
              </a:ext>
            </a:extLst>
          </p:cNvPr>
          <p:cNvSpPr txBox="1">
            <a:spLocks/>
          </p:cNvSpPr>
          <p:nvPr/>
        </p:nvSpPr>
        <p:spPr>
          <a:xfrm>
            <a:off x="-288032" y="2204864"/>
            <a:ext cx="9144000" cy="19442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82296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Un corazón sincero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4 Subtítulo">
            <a:extLst>
              <a:ext uri="{FF2B5EF4-FFF2-40B4-BE49-F238E27FC236}">
                <a16:creationId xmlns:a16="http://schemas.microsoft.com/office/drawing/2014/main" id="{32EBFB44-A8EA-48B9-9809-B16F7CD89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8597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505577" y="2204864"/>
            <a:ext cx="8132846" cy="194421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 único que quiero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Calibri"/>
              </a:rPr>
            </a:b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  <a:t>Es que si necesitas 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</a:b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AB5F5096-D382-41B1-8708-92481B754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81914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386662" y="1988840"/>
            <a:ext cx="8370676" cy="1944216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  <a:t>De alguien que cumpla tus sueños 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</a:b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+mn-ea"/>
                <a:cs typeface="Andalus" panose="02020603050405020304" pitchFamily="18" charset="-78"/>
              </a:rPr>
              <a:t>Quiero ser el primero</a:t>
            </a:r>
            <a:b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715BEF6F-B4D6-4046-85AF-EBDB0FA14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306604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628800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mío yo quiero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corresponder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2A18A1DF-18DD-4A22-9814-15B8D431F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Al amor que tu me das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AMARTE de verdad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E10FE33-D412-400F-B460-EFC889B82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diario caminar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Y cuando tu regreses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79E14B5C-01E9-4E83-91F7-EC6C64CAC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Me encuentres haciendo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 TU VOLUNTAD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5DADC3E-5A9B-458A-91B9-86B8EE0E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12776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No dejes que mi vida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Se desperdicie en cosas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465997E2-E92B-4858-BE40-638E696E3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12776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la pena no valdrán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Afanes ya no más</a:t>
            </a: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4CC34F67-0BA1-47C9-BC8F-6619C7763DF2}"/>
              </a:ext>
            </a:extLst>
          </p:cNvPr>
          <p:cNvSpPr txBox="1">
            <a:spLocks/>
          </p:cNvSpPr>
          <p:nvPr/>
        </p:nvSpPr>
        <p:spPr>
          <a:xfrm>
            <a:off x="4283968" y="188640"/>
            <a:ext cx="4676920" cy="388844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60724" y="908720"/>
            <a:ext cx="8822552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Sino que cada día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APLIQUE TU PALABRA en mi forma de pensar</a:t>
            </a:r>
            <a:endParaRPr lang="es-MX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52A5DE8C-B53B-4DFC-A672-5B2EC8D7D0CE}"/>
              </a:ext>
            </a:extLst>
          </p:cNvPr>
          <p:cNvSpPr txBox="1">
            <a:spLocks/>
          </p:cNvSpPr>
          <p:nvPr/>
        </p:nvSpPr>
        <p:spPr>
          <a:xfrm>
            <a:off x="4283968" y="188640"/>
            <a:ext cx="4676920" cy="388844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91253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2319731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diario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caminar</a:t>
            </a: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B73CF54B-64F5-4A05-AE74-D5DE5C9C47CB}"/>
              </a:ext>
            </a:extLst>
          </p:cNvPr>
          <p:cNvSpPr txBox="1">
            <a:spLocks/>
          </p:cNvSpPr>
          <p:nvPr/>
        </p:nvSpPr>
        <p:spPr>
          <a:xfrm>
            <a:off x="4283968" y="231844"/>
            <a:ext cx="4676920" cy="388844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1248431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628800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mío yo quiero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corresponder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2A18A1DF-18DD-4A22-9814-15B8D431F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83957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Al amor que tu me das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AMARTE de verdad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E10FE33-D412-400F-B460-EFC889B82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65499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diario caminar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Y cuando tu regreses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79E14B5C-01E9-4E83-91F7-EC6C64CAC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1159407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Me encuentres haciendo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 TU VOLUNTAD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5DADC3E-5A9B-458A-91B9-86B8EE0E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1097273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42392" y="1124744"/>
            <a:ext cx="7859216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La entrega y la pasión en TI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Y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 quiero en mí tener</a:t>
            </a: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C9F85485-1C7E-4AD1-9094-D170B084E6CF}"/>
              </a:ext>
            </a:extLst>
          </p:cNvPr>
          <p:cNvSpPr txBox="1">
            <a:spLocks/>
          </p:cNvSpPr>
          <p:nvPr/>
        </p:nvSpPr>
        <p:spPr>
          <a:xfrm>
            <a:off x="4283968" y="188640"/>
            <a:ext cx="4676920" cy="388844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1511375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2332" y="1210460"/>
            <a:ext cx="8939336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Y cada día esforzarme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Por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amor corresponder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SOY DE TI</a:t>
            </a:r>
          </a:p>
        </p:txBody>
      </p:sp>
      <p:sp>
        <p:nvSpPr>
          <p:cNvPr id="5" name="4 Subtítulo">
            <a:extLst>
              <a:ext uri="{FF2B5EF4-FFF2-40B4-BE49-F238E27FC236}">
                <a16:creationId xmlns:a16="http://schemas.microsoft.com/office/drawing/2014/main" id="{0231F87C-A5B6-4933-8219-9CA3BAB1A5B7}"/>
              </a:ext>
            </a:extLst>
          </p:cNvPr>
          <p:cNvSpPr txBox="1">
            <a:spLocks/>
          </p:cNvSpPr>
          <p:nvPr/>
        </p:nvSpPr>
        <p:spPr>
          <a:xfrm>
            <a:off x="4283968" y="188640"/>
            <a:ext cx="4676920" cy="388844"/>
          </a:xfrm>
          <a:prstGeom prst="rect">
            <a:avLst/>
          </a:prstGeom>
        </p:spPr>
        <p:txBody>
          <a:bodyPr>
            <a:noAutofit/>
          </a:bodyPr>
          <a:lstStyle>
            <a:lvl1pPr marL="308610" indent="-30861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82296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3910384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628800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DIOS 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mío yo quiero</a:t>
            </a: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corresponder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2A18A1DF-18DD-4A22-9814-15B8D431F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1551844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221854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Al amor que tu me das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Quiero AMARTE de verdad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E10FE33-D412-400F-B460-EFC889B82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424038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mi diario caminar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Y cuando tu regreses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79E14B5C-01E9-4E83-91F7-EC6C64CAC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982287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57200" y="1484784"/>
            <a:ext cx="8229600" cy="221854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Me encuentres haciendo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Andalus" panose="02020603050405020304" pitchFamily="18" charset="-78"/>
              </a:rPr>
              <a:t> TU VOLUNTAD</a:t>
            </a:r>
          </a:p>
        </p:txBody>
      </p:sp>
      <p:sp>
        <p:nvSpPr>
          <p:cNvPr id="6" name="4 Subtítulo">
            <a:extLst>
              <a:ext uri="{FF2B5EF4-FFF2-40B4-BE49-F238E27FC236}">
                <a16:creationId xmlns:a16="http://schemas.microsoft.com/office/drawing/2014/main" id="{D5DADC3E-5A9B-458A-91B9-86B8EE0E1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968" y="188640"/>
            <a:ext cx="4676920" cy="388844"/>
          </a:xfrm>
        </p:spPr>
        <p:txBody>
          <a:bodyPr>
            <a:noAutofit/>
          </a:bodyPr>
          <a:lstStyle/>
          <a:p>
            <a:pPr algn="r"/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LO ÚNICO QUE QUIERO</a:t>
            </a:r>
          </a:p>
        </p:txBody>
      </p:sp>
    </p:spTree>
    <p:extLst>
      <p:ext uri="{BB962C8B-B14F-4D97-AF65-F5344CB8AC3E}">
        <p14:creationId xmlns:p14="http://schemas.microsoft.com/office/powerpoint/2010/main" val="2791770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</TotalTime>
  <Words>278</Words>
  <Application>Microsoft Office PowerPoint</Application>
  <PresentationFormat>Presentación en pantalla (4:3)</PresentationFormat>
  <Paragraphs>64</Paragraphs>
  <Slides>22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Arial Rounded MT Bold</vt:lpstr>
      <vt:lpstr>Berlin Sans FB Demi</vt:lpstr>
      <vt:lpstr>Calibri</vt:lpstr>
      <vt:lpstr>Tema de Office</vt:lpstr>
      <vt:lpstr>Lo único que quiero Es cuando veas mi vida </vt:lpstr>
      <vt:lpstr>Encuentres algo verdadero </vt:lpstr>
      <vt:lpstr>Lo único que quiero Es que si necesitas   </vt:lpstr>
      <vt:lpstr>De alguien que cumpla tus sueños  Quiero ser el primero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62</cp:revision>
  <dcterms:created xsi:type="dcterms:W3CDTF">2016-04-16T14:47:46Z</dcterms:created>
  <dcterms:modified xsi:type="dcterms:W3CDTF">2021-07-27T03:59:34Z</dcterms:modified>
</cp:coreProperties>
</file>