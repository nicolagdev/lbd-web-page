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8" r:id="rId16"/>
    <p:sldId id="269" r:id="rId17"/>
    <p:sldId id="270" r:id="rId18"/>
    <p:sldId id="271" r:id="rId19"/>
    <p:sldId id="274" r:id="rId20"/>
    <p:sldId id="275" r:id="rId2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093DA-463A-4DCF-9041-447F97219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02B349-1FD6-4954-8499-60CB8705C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8F0AE7-D1BA-4BD1-9B6A-BBBE8A9A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4D2FD1-123F-4F90-80D7-B28CBDF3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0C71C7-8DBA-43C2-9CDE-6017EC63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836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E4737-784E-496F-AD3F-43EDED4C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040C45-CA95-4465-BA80-674017D7C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3F4D8D-2D6D-48BD-8B73-CFFE2458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8C5BC9-B4ED-4B98-89A5-712A8118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FA075-D047-460C-B9C8-B94C36E3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7586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5DA65-E045-4339-AEA6-04B925EA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DEC24D-DB4F-4090-BD87-81757D2B1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D5E88-A356-47FB-B4CA-52F25110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24F0A3-840C-4E4B-9C15-9C1872E8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436BC-6612-43DD-8ED7-D61B2912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066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7CF95-91B8-4BA7-8731-C2E78FA2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B42907-1F5D-4B99-91B0-62F5BAC96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444E8F-BB3B-471F-8A9A-389061A73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18B79D-C5A0-45F1-8E19-B591D93E3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13D71-833E-46E3-91D1-1B7682BA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66ED3B-DA87-44EF-BC63-916642EE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75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640F6-DEDD-4F0A-89CE-A7250FA9B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E49D34-931C-4F1C-826C-39725D0FA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A43BF9-6F28-4E82-94A0-604A3290A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8D7A841-0768-49EC-920A-2A9F4E0E7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F2CCFA-8A55-4459-B694-48A494554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0526BFC-FF53-466D-8BF0-9985D61E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02CB09-798A-4366-89DD-7379B68B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7A1724-5613-403B-B3B1-363563F4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654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571C0-EC9D-47C8-8719-9CF8A986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DA26F5E-8454-4190-8ADE-F44B8CCD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C0A512-E12F-4A72-B2FC-2A829F2C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0689D0-352A-4349-872D-9CBB26CE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15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96CC6F-B5A1-464C-B203-C9C42822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25BC6F-4C37-400A-930E-F419A36D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D53BAD-7667-43CF-B34D-226B5743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42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E6D9B-9612-4187-98B2-E7B9E48A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C4E0E9-C4BB-425D-A90B-A0F3407CF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E7487B-87D2-424C-A087-3C9AC2926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DF2127-FA00-47F7-BF32-C8258DB3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F3076D-FDEF-4842-9C75-1FBE16CE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0DA6A6-80E9-4520-BCA3-C313570C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259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F3F2F-9CEE-4596-B42E-78E31C6C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ECFE3F-6995-455C-A2AF-07706F7BA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784B98-6BE3-40FA-97BC-7CB52639B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68F38B-456A-413E-9431-CCAF340D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D26E1D-3666-4407-9E0B-C9073030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B675BC-4CEA-455F-9095-4117F622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409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2C677-675A-4DCB-8D93-01DED16B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180D1C-B638-48C7-A1EC-F76673C7D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492553-C22E-4118-A8E9-4A7F911E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DFE816-27CE-44C3-AF3F-4CB204AF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FCD8A9-7061-483F-8720-A26E51F6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866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6D510D-8186-40B2-9416-5EDB26522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6E06D7-DB70-4D57-AB8D-47DDD8546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F6367B-0417-482E-B020-EA4043A52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D2328D-69C8-4B74-BA5E-6276689D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CAE983-4749-4849-AE2A-F98FF0B3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231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F771C2-DBBC-4926-ACF8-3B1D8584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71F33B-8585-404A-A4FA-8D9CA05D6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1BC36C-67D7-48F5-930D-28DED8EC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F1C81-8BC3-48A0-BCEB-5EFFBA50701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845DAD-6807-4EE5-8034-1F88AF8F3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33AFBB-BCEE-493E-840C-B1227346C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85749-71C0-4B2C-B4F4-754A49216A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125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258417" y="1477617"/>
            <a:ext cx="862716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Su gracia </a:t>
            </a: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dio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mí en la cruz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sufrió</a:t>
            </a:r>
          </a:p>
        </p:txBody>
      </p:sp>
    </p:spTree>
    <p:extLst>
      <p:ext uri="{BB962C8B-B14F-4D97-AF65-F5344CB8AC3E}">
        <p14:creationId xmlns:p14="http://schemas.microsoft.com/office/powerpoint/2010/main" val="308692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258417" y="1477617"/>
            <a:ext cx="88855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Mi pecado lavó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Siendo inocente murió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742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29209" y="730549"/>
            <a:ext cx="870999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mente no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puede entender</a:t>
            </a:r>
          </a:p>
          <a:p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Cuan GRANDE tu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AMOR por mí es</a:t>
            </a:r>
          </a:p>
        </p:txBody>
      </p:sp>
    </p:spTree>
    <p:extLst>
      <p:ext uri="{BB962C8B-B14F-4D97-AF65-F5344CB8AC3E}">
        <p14:creationId xmlns:p14="http://schemas.microsoft.com/office/powerpoint/2010/main" val="162089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217004" y="1088357"/>
            <a:ext cx="870999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Tu gracia 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sin fin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Moriste por mí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ahora </a:t>
            </a:r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vivo estoy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9205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entrego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 como tú es mi deseo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07263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mi único anhelo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Jesús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esperanza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tú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1957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muerte vencida fue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mí ya no tiene poder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9201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27138" y="318053"/>
            <a:ext cx="888972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La cruz 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enseña a vivir</a:t>
            </a:r>
          </a:p>
          <a:p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a amarte con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mi ser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381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27138" y="980662"/>
            <a:ext cx="88897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Tormentas y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Vientos vendrán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Tus manos me protegerán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9721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217004" y="1088357"/>
            <a:ext cx="870999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Tu gracia 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sin fin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Moriste por mí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ahora </a:t>
            </a:r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vivo estoy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1038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entrego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 como tú es mi deseo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05746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mi único anhelo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Jesús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esperanza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tú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19186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entrego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 como tú es mi deseo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8830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mi único anhelo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Jesús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esperanza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tú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03900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928894" y="1490008"/>
            <a:ext cx="72862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/Es por ti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Jesús por ti vivo/</a:t>
            </a:r>
          </a:p>
        </p:txBody>
      </p:sp>
    </p:spTree>
    <p:extLst>
      <p:ext uri="{BB962C8B-B14F-4D97-AF65-F5344CB8AC3E}">
        <p14:creationId xmlns:p14="http://schemas.microsoft.com/office/powerpoint/2010/main" val="1695306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928894" y="1490008"/>
            <a:ext cx="7286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ti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gran amor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alma vivirá</a:t>
            </a:r>
          </a:p>
        </p:txBody>
      </p:sp>
    </p:spTree>
    <p:extLst>
      <p:ext uri="{BB962C8B-B14F-4D97-AF65-F5344CB8AC3E}">
        <p14:creationId xmlns:p14="http://schemas.microsoft.com/office/powerpoint/2010/main" val="606969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entrego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 como tú es mi deseo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5352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mi único anhelo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Jesús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esperanza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tú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6449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entrego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 como tú es mi deseo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90053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DE14555-772C-4C8D-8FC1-842B343D0E9A}"/>
              </a:ext>
            </a:extLst>
          </p:cNvPr>
          <p:cNvSpPr txBox="1"/>
          <p:nvPr/>
        </p:nvSpPr>
        <p:spPr>
          <a:xfrm>
            <a:off x="5473148" y="145774"/>
            <a:ext cx="367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Arial Rounded MT Bold" panose="020F0704030504030204" pitchFamily="34" charset="0"/>
              </a:rPr>
              <a:t>GRACIA SIN FIN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9FD74-3218-461F-8C0B-1C707AE04335}"/>
              </a:ext>
            </a:extLst>
          </p:cNvPr>
          <p:cNvSpPr txBox="1"/>
          <p:nvPr/>
        </p:nvSpPr>
        <p:spPr>
          <a:xfrm>
            <a:off x="108502" y="1490008"/>
            <a:ext cx="89269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mi único anhelo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Jesús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esperanza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tú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783271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251</Words>
  <Application>Microsoft Office PowerPoint</Application>
  <PresentationFormat>Presentación en pantalla (4:3)</PresentationFormat>
  <Paragraphs>76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Aharoni</vt:lpstr>
      <vt:lpstr>Arial</vt:lpstr>
      <vt:lpstr>Arial Rounded MT Bold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Cañon Peña</dc:creator>
  <cp:lastModifiedBy>Familia Cañon Peña</cp:lastModifiedBy>
  <cp:revision>7</cp:revision>
  <dcterms:created xsi:type="dcterms:W3CDTF">2021-06-11T03:02:09Z</dcterms:created>
  <dcterms:modified xsi:type="dcterms:W3CDTF">2021-07-27T03:47:04Z</dcterms:modified>
</cp:coreProperties>
</file>