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  <p:sldId id="264" r:id="rId4"/>
    <p:sldId id="261" r:id="rId5"/>
    <p:sldId id="265" r:id="rId6"/>
    <p:sldId id="26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586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049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80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44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249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719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4847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907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943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964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080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5211A-59BE-4AF6-BE3B-77188974F1F1}" type="datetimeFigureOut">
              <a:rPr lang="es-ES" smtClean="0"/>
              <a:t>26/07/2021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99D3C-1340-4DEF-AF27-ACAB346AA1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394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070611" y="908720"/>
            <a:ext cx="700277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 </a:t>
            </a:r>
            <a:b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tuturumaina </a:t>
            </a:r>
            <a:b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 turuma </a:t>
            </a:r>
            <a:b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tuturumaina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61399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05780" y="1628800"/>
            <a:ext cx="85324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Los pastores de belén 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Vienen a adorar el niño 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virgen y san José 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Los reciben con cariño </a:t>
            </a:r>
          </a:p>
        </p:txBody>
      </p:sp>
    </p:spTree>
    <p:extLst>
      <p:ext uri="{BB962C8B-B14F-4D97-AF65-F5344CB8AC3E}">
        <p14:creationId xmlns:p14="http://schemas.microsoft.com/office/powerpoint/2010/main" val="141495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674567" y="1305341"/>
            <a:ext cx="77948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 </a:t>
            </a:r>
            <a:b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tuturumaina </a:t>
            </a:r>
            <a:b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 turuma </a:t>
            </a:r>
            <a:b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tuturumaina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70889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14527" y="1484784"/>
            <a:ext cx="85149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Tres reyes vienen también 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incienso, mirra y oro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6781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763" y="1916832"/>
            <a:ext cx="88384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ofrecer a Dios su bien 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Como el más grande tesoro 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01948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467544" y="1484786"/>
            <a:ext cx="84249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 </a:t>
            </a:r>
            <a:b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tuturumaina </a:t>
            </a:r>
            <a:b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 turuma </a:t>
            </a:r>
            <a:b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fi-FI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Tutaina tuturumaina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23680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82</Words>
  <Application>Microsoft Office PowerPoint</Application>
  <PresentationFormat>Presentación en pantalla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Aharoni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TUTAINA</dc:title>
  <dc:creator>USUARIO</dc:creator>
  <cp:lastModifiedBy>Familia Cañon Peña</cp:lastModifiedBy>
  <cp:revision>4</cp:revision>
  <dcterms:created xsi:type="dcterms:W3CDTF">2015-12-23T11:11:33Z</dcterms:created>
  <dcterms:modified xsi:type="dcterms:W3CDTF">2021-07-27T04:48:41Z</dcterms:modified>
</cp:coreProperties>
</file>