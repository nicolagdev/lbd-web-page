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6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781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74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24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461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6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533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196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831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496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490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971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881E6-669D-42D5-8BA8-DF62D6E3BEE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9A914-0DEE-4732-A476-7504A9C789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828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92613" y="1614709"/>
            <a:ext cx="795877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Jesús es mi REY soberano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gozo es cantar su loor</a:t>
            </a:r>
          </a:p>
          <a:p>
            <a:pPr algn="ctr"/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59665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16835" y="1193953"/>
            <a:ext cx="811032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Rey y me ve cual hermano</a:t>
            </a:r>
          </a:p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     Es Rey y me imparte su amor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 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3A1158-5737-42D8-B1FB-6F3A20E1C9C6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354591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33401" y="1581578"/>
            <a:ext cx="844915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Dejando su trono de gloria</a:t>
            </a:r>
          </a:p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Me vino a sacar de la escoria  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61C525-F688-4E19-9F97-5FD6470F012E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144425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-206964" y="2069612"/>
            <a:ext cx="9557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yo soy feliz 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yo soy feliz por ÉL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06D7AD-53FA-4BEE-92FE-3A8ADDC6C955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05451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720840"/>
            <a:ext cx="925333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JESÚS es mi amigo anhelado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en sombras o en luz siempre va  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1909DCC-A991-4B12-9FEF-BDDF7DE4B060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99115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58976" y="1056392"/>
            <a:ext cx="81401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Paciente y humilde</a:t>
            </a:r>
          </a:p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 mi lado  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2972" y="2292957"/>
            <a:ext cx="82980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ayuda y </a:t>
            </a:r>
          </a:p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Consuelo me 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C7C57D-9FE7-4EAC-9A98-A1AA634D998D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55921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21740" y="1720840"/>
            <a:ext cx="89005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eso constante lo sigo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Porque ÉL es mi REY y mi amigo 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3BE098-C490-437A-975D-A7215A8BB6F7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86729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674674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yo soy feliz 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yo soy feliz por ÉL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9D9C6B-927D-4764-B0BF-A5A09ECB132C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386010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4787" y="1674674"/>
            <a:ext cx="90744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Señor ¿Qué pudiera yo darte por tanto bondad para mí? 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1F87315-E98A-424B-87C5-3CCEBEA3153F}"/>
              </a:ext>
            </a:extLst>
          </p:cNvPr>
          <p:cNvSpPr/>
          <p:nvPr/>
        </p:nvSpPr>
        <p:spPr>
          <a:xfrm>
            <a:off x="3886200" y="337103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50440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63826" y="1224593"/>
            <a:ext cx="59104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¿Me basta servirte y amarte?  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692964" y="2740380"/>
            <a:ext cx="69872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¿Es todo entregarme yo a ti?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B01845-4462-42C6-8766-50DBF58C68CD}"/>
              </a:ext>
            </a:extLst>
          </p:cNvPr>
          <p:cNvSpPr/>
          <p:nvPr/>
        </p:nvSpPr>
        <p:spPr>
          <a:xfrm>
            <a:off x="3886200" y="340415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445529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08113" y="1422788"/>
            <a:ext cx="589550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Entonces acepta mi vida  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20475" y="3177114"/>
            <a:ext cx="83154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a ti solo queda rendida  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4B2989-AC74-4B41-9E38-F6F802C610A5}"/>
              </a:ext>
            </a:extLst>
          </p:cNvPr>
          <p:cNvSpPr/>
          <p:nvPr/>
        </p:nvSpPr>
        <p:spPr>
          <a:xfrm>
            <a:off x="3886200" y="340415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55523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-206964" y="1674674"/>
            <a:ext cx="9557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yo soy feliz 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yo soy feliz por ÉL 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14E933-1A69-460E-B491-72482B247A83}"/>
              </a:ext>
            </a:extLst>
          </p:cNvPr>
          <p:cNvSpPr/>
          <p:nvPr/>
        </p:nvSpPr>
        <p:spPr>
          <a:xfrm>
            <a:off x="3886200" y="340415"/>
            <a:ext cx="525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JESÚS ES MI REY SOBERANO </a:t>
            </a:r>
          </a:p>
        </p:txBody>
      </p:sp>
    </p:spTree>
    <p:extLst>
      <p:ext uri="{BB962C8B-B14F-4D97-AF65-F5344CB8AC3E}">
        <p14:creationId xmlns:p14="http://schemas.microsoft.com/office/powerpoint/2010/main" val="24227729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715</TotalTime>
  <Words>206</Words>
  <Application>Microsoft Office PowerPoint</Application>
  <PresentationFormat>Presentación en pantalla (4:3)</PresentationFormat>
  <Paragraphs>40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16</cp:revision>
  <dcterms:created xsi:type="dcterms:W3CDTF">2020-08-15T02:44:14Z</dcterms:created>
  <dcterms:modified xsi:type="dcterms:W3CDTF">2021-07-27T03:55:03Z</dcterms:modified>
</cp:coreProperties>
</file>