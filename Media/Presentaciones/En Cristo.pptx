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  <p:sldId id="286" r:id="rId6"/>
    <p:sldId id="262" r:id="rId7"/>
    <p:sldId id="264" r:id="rId8"/>
    <p:sldId id="265" r:id="rId9"/>
    <p:sldId id="287" r:id="rId10"/>
    <p:sldId id="288" r:id="rId11"/>
    <p:sldId id="314" r:id="rId12"/>
    <p:sldId id="289" r:id="rId13"/>
    <p:sldId id="306" r:id="rId14"/>
    <p:sldId id="291" r:id="rId15"/>
    <p:sldId id="307" r:id="rId16"/>
    <p:sldId id="308" r:id="rId17"/>
    <p:sldId id="309" r:id="rId18"/>
    <p:sldId id="310" r:id="rId19"/>
    <p:sldId id="315" r:id="rId20"/>
    <p:sldId id="311" r:id="rId21"/>
    <p:sldId id="312" r:id="rId22"/>
    <p:sldId id="316" r:id="rId23"/>
    <p:sldId id="317" r:id="rId24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7037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315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159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852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11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617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330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069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643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356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758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4C99F-2067-4D64-B476-4340F88E441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E8760-EE7F-4D1D-81D5-039E591FFAF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2884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697757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Bendito el SEÑOR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Padre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Creador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3830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722748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Quien nos bendijo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toda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bendición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0D38B4-E59B-4D2D-A376-6155845B12E3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89317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697757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lugares que Él mismo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preparó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0298441-76E9-4CA9-BA84-863D85C770D4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4062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-108520" y="1196752"/>
            <a:ext cx="9181666" cy="413190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CRISTO Él nos redimió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su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sangre 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Él nos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perdonó</a:t>
            </a:r>
            <a:endParaRPr lang="es-MX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  <a:p>
            <a:pPr algn="ctr"/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7465DD-4950-4B3A-A9C7-2D739217BE9E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4099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705331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 fontAlgn="base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sus hijos él nos aceptó  </a:t>
            </a:r>
          </a:p>
          <a:p>
            <a:pPr algn="ctr" fontAlgn="base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la muerte él nos liberó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3A80D6-8FAD-45D3-B4CD-9DB5A21F515F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7844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31640" y="-87855"/>
            <a:ext cx="6858000" cy="189021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500" b="1" dirty="0"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" y="936733"/>
            <a:ext cx="781236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Cristo</a:t>
            </a: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está la VIDA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68C4DD-98E1-4717-8036-BC2928C76E04}"/>
              </a:ext>
            </a:extLst>
          </p:cNvPr>
          <p:cNvSpPr/>
          <p:nvPr/>
        </p:nvSpPr>
        <p:spPr>
          <a:xfrm>
            <a:off x="382623" y="2563378"/>
            <a:ext cx="8424936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</a:t>
            </a: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Cristo</a:t>
            </a:r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está el PODER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5CEC9A-FB61-4B80-BB65-805273858C5B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801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699222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Cristo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es la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VICTORIA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D34700-361E-421B-83ED-AB0E43ED3962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801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80165"/>
            <a:ext cx="9144000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Confía en Él cree en Él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ÉL será tu única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ALTERNATIVA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11A857-9F85-406A-AE83-EF957CCFB901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801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340768"/>
            <a:ext cx="9144000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DIOS envió a su Espíritu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morar en nuestro corazón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738849B-91C4-4ACC-94B8-8E58DA433BD7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0245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752" y="1268760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Entrégale toda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vida a Él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C2F45CA-F838-4EA3-B303-F9708AAAFE23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53581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752" y="1268760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VIVIR según su SANTA DIRECCIÓN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C2F45CA-F838-4EA3-B303-F9708AAAFE23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3086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57808" y="1700808"/>
            <a:ext cx="8028384" cy="31162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Decídete a quién tú vas a amar</a:t>
            </a:r>
          </a:p>
          <a:p>
            <a:pPr algn="ctr"/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6B9C8A-1F39-4BC4-AFB1-CF45E2809656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54753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5870" y="1844824"/>
            <a:ext cx="9144000" cy="311623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este mundo y toda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su maldad</a:t>
            </a:r>
          </a:p>
          <a:p>
            <a:pPr algn="ctr"/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A7CE149-0966-4357-A6CC-02168F8BE2D7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09782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862826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 a CRISTO quien te ha dado LIBERTAD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6F6C85-395B-4C08-8F65-A1CE573AB8F9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20644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4931D31-B96C-4550-A940-765A903C84D8}"/>
              </a:ext>
            </a:extLst>
          </p:cNvPr>
          <p:cNvSpPr/>
          <p:nvPr/>
        </p:nvSpPr>
        <p:spPr>
          <a:xfrm>
            <a:off x="440922" y="1484784"/>
            <a:ext cx="8262156" cy="231601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 quien te da todas las 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armas </a:t>
            </a:r>
            <a:r>
              <a:rPr lang="es-CO" sz="8000" b="1" dirty="0" err="1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pa</a:t>
            </a:r>
            <a:r>
              <a:rPr lang="es-CO" sz="8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’ ganar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4170BC1-CD4F-4EC3-9F55-A0D336248C12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87031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31640" y="-87855"/>
            <a:ext cx="6858000" cy="189021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500" b="1" dirty="0"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01569" y="936733"/>
            <a:ext cx="8559808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CRISTO está la</a:t>
            </a:r>
          </a:p>
          <a:p>
            <a:pPr algn="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VIDA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68C4DD-98E1-4717-8036-BC2928C76E04}"/>
              </a:ext>
            </a:extLst>
          </p:cNvPr>
          <p:cNvSpPr/>
          <p:nvPr/>
        </p:nvSpPr>
        <p:spPr>
          <a:xfrm>
            <a:off x="382623" y="2563378"/>
            <a:ext cx="8424936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CRISTO está el </a:t>
            </a:r>
          </a:p>
          <a:p>
            <a:pPr algn="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PODER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5CEC9A-FB61-4B80-BB65-805273858C5B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39973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699222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CRISTO es la VICTORIA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D34700-361E-421B-83ED-AB0E43ED3962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86086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80165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Confía en Él 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Cree en Él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11A857-9F85-406A-AE83-EF957CCFB901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02979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80165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ÉL será tu única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ALTERNATIVA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11A857-9F85-406A-AE83-EF957CCFB901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30042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331640" y="-87855"/>
            <a:ext cx="6858000" cy="189021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4500" b="1" dirty="0"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01569" y="936733"/>
            <a:ext cx="8559808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CRISTO está la</a:t>
            </a:r>
          </a:p>
          <a:p>
            <a:pPr algn="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VIDA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68C4DD-98E1-4717-8036-BC2928C76E04}"/>
              </a:ext>
            </a:extLst>
          </p:cNvPr>
          <p:cNvSpPr/>
          <p:nvPr/>
        </p:nvSpPr>
        <p:spPr>
          <a:xfrm>
            <a:off x="382623" y="2563378"/>
            <a:ext cx="8424936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CRISTO está el </a:t>
            </a:r>
          </a:p>
          <a:p>
            <a:pPr algn="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PODER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5CEC9A-FB61-4B80-BB65-805273858C5B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58718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699222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Así que en CRISTO es la VICTORIA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D34700-361E-421B-83ED-AB0E43ED3962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04342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80165"/>
            <a:ext cx="9144000" cy="210057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Confía en Él </a:t>
            </a:r>
          </a:p>
          <a:p>
            <a:pPr algn="ctr"/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Cree en Él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11A857-9F85-406A-AE83-EF957CCFB901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7266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480165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ÉL será tu única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ALTERNATIVA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11A857-9F85-406A-AE83-EF957CCFB901}"/>
              </a:ext>
            </a:extLst>
          </p:cNvPr>
          <p:cNvSpPr/>
          <p:nvPr/>
        </p:nvSpPr>
        <p:spPr>
          <a:xfrm>
            <a:off x="7236296" y="116632"/>
            <a:ext cx="1836850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  <a:cs typeface="Aharoni" panose="02010803020104030203" pitchFamily="2" charset="-79"/>
              </a:rPr>
              <a:t>EN CRISTO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4327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245</Words>
  <Application>Microsoft Office PowerPoint</Application>
  <PresentationFormat>Presentación en pantalla (4:3)</PresentationFormat>
  <Paragraphs>68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Aharoni</vt:lpstr>
      <vt:lpstr>Arial</vt:lpstr>
      <vt:lpstr>Arial Rounded MT Bold</vt:lpstr>
      <vt:lpstr>Brush Script MT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Sara</dc:creator>
  <cp:lastModifiedBy>Familia Cañon Peña</cp:lastModifiedBy>
  <cp:revision>23</cp:revision>
  <dcterms:created xsi:type="dcterms:W3CDTF">2016-04-18T03:11:15Z</dcterms:created>
  <dcterms:modified xsi:type="dcterms:W3CDTF">2021-07-27T03:28:20Z</dcterms:modified>
</cp:coreProperties>
</file>