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84" r:id="rId4"/>
    <p:sldId id="285" r:id="rId5"/>
    <p:sldId id="260" r:id="rId6"/>
    <p:sldId id="261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0A9F0-3683-4326-884F-F648E7B51EB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DA2AA-F286-4764-98E5-CDC5220726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62535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0A9F0-3683-4326-884F-F648E7B51EB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DA2AA-F286-4764-98E5-CDC5220726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15248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0A9F0-3683-4326-884F-F648E7B51EB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DA2AA-F286-4764-98E5-CDC5220726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07949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0A9F0-3683-4326-884F-F648E7B51EB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DA2AA-F286-4764-98E5-CDC5220726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7584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0A9F0-3683-4326-884F-F648E7B51EB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DA2AA-F286-4764-98E5-CDC5220726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9829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0A9F0-3683-4326-884F-F648E7B51EB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DA2AA-F286-4764-98E5-CDC5220726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2841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0A9F0-3683-4326-884F-F648E7B51EB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DA2AA-F286-4764-98E5-CDC5220726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8705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0A9F0-3683-4326-884F-F648E7B51EB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DA2AA-F286-4764-98E5-CDC5220726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1024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0A9F0-3683-4326-884F-F648E7B51EB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DA2AA-F286-4764-98E5-CDC5220726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66039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0A9F0-3683-4326-884F-F648E7B51EB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DA2AA-F286-4764-98E5-CDC5220726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59910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0A9F0-3683-4326-884F-F648E7B51EB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DA2AA-F286-4764-98E5-CDC5220726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2785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0A9F0-3683-4326-884F-F648E7B51EB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DA2AA-F286-4764-98E5-CDC5220726B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34102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E8E8B9-8518-45B0-95A6-818E63430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912" y="444809"/>
            <a:ext cx="8062175" cy="2413811"/>
          </a:xfrm>
        </p:spPr>
        <p:txBody>
          <a:bodyPr>
            <a:noAutofit/>
          </a:bodyPr>
          <a:lstStyle/>
          <a:p>
            <a:pPr algn="l"/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 CRISTO estoy crucificado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DB67FFD-9893-4E92-8957-FAED32BFC8C2}"/>
              </a:ext>
            </a:extLst>
          </p:cNvPr>
          <p:cNvSpPr txBox="1"/>
          <p:nvPr/>
        </p:nvSpPr>
        <p:spPr>
          <a:xfrm>
            <a:off x="6480314" y="93983"/>
            <a:ext cx="266368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7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GÁLATAS 2:20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F6D5D82-BD38-4EA1-BD3A-A18E62B818C9}"/>
              </a:ext>
            </a:extLst>
          </p:cNvPr>
          <p:cNvSpPr txBox="1">
            <a:spLocks/>
          </p:cNvSpPr>
          <p:nvPr/>
        </p:nvSpPr>
        <p:spPr>
          <a:xfrm>
            <a:off x="-246845" y="2002540"/>
            <a:ext cx="9144000" cy="24138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ya no vivo yo       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andara" panose="020E0502030303020204" pitchFamily="34" charset="0"/>
              </a:rPr>
            </a:b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21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E8E8B9-8518-45B0-95A6-818E63430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638" y="2352625"/>
            <a:ext cx="7498724" cy="1790700"/>
          </a:xfrm>
        </p:spPr>
        <p:txBody>
          <a:bodyPr>
            <a:noAutofit/>
          </a:bodyPr>
          <a:lstStyle/>
          <a:p>
            <a:br>
              <a:rPr lang="es-MX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/Mas vive ÉL en mí/        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br>
              <a:rPr lang="es-MX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EC3E525-CC1C-4A58-95CD-A5F49FE5314B}"/>
              </a:ext>
            </a:extLst>
          </p:cNvPr>
          <p:cNvSpPr txBox="1"/>
          <p:nvPr/>
        </p:nvSpPr>
        <p:spPr>
          <a:xfrm>
            <a:off x="6480314" y="93983"/>
            <a:ext cx="266368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7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GÁLATAS 2:20</a:t>
            </a:r>
          </a:p>
        </p:txBody>
      </p:sp>
    </p:spTree>
    <p:extLst>
      <p:ext uri="{BB962C8B-B14F-4D97-AF65-F5344CB8AC3E}">
        <p14:creationId xmlns:p14="http://schemas.microsoft.com/office/powerpoint/2010/main" val="135582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E8E8B9-8518-45B0-95A6-818E63430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912" y="444809"/>
            <a:ext cx="8062175" cy="2413811"/>
          </a:xfrm>
        </p:spPr>
        <p:txBody>
          <a:bodyPr>
            <a:noAutofit/>
          </a:bodyPr>
          <a:lstStyle/>
          <a:p>
            <a:pPr algn="l"/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 CRISTO estoy crucificado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DB67FFD-9893-4E92-8957-FAED32BFC8C2}"/>
              </a:ext>
            </a:extLst>
          </p:cNvPr>
          <p:cNvSpPr txBox="1"/>
          <p:nvPr/>
        </p:nvSpPr>
        <p:spPr>
          <a:xfrm>
            <a:off x="6480314" y="93983"/>
            <a:ext cx="266368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7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GÁLATAS 2:20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F6D5D82-BD38-4EA1-BD3A-A18E62B818C9}"/>
              </a:ext>
            </a:extLst>
          </p:cNvPr>
          <p:cNvSpPr txBox="1">
            <a:spLocks/>
          </p:cNvSpPr>
          <p:nvPr/>
        </p:nvSpPr>
        <p:spPr>
          <a:xfrm>
            <a:off x="-246845" y="2002540"/>
            <a:ext cx="9144000" cy="24138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ya no vivo yo       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andara" panose="020E0502030303020204" pitchFamily="34" charset="0"/>
              </a:rPr>
            </a:b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624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E8E8B9-8518-45B0-95A6-818E63430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638" y="2352625"/>
            <a:ext cx="7498724" cy="1790700"/>
          </a:xfrm>
        </p:spPr>
        <p:txBody>
          <a:bodyPr>
            <a:noAutofit/>
          </a:bodyPr>
          <a:lstStyle/>
          <a:p>
            <a:br>
              <a:rPr lang="es-MX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/Mas vive ÉL en mí/        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br>
              <a:rPr lang="es-MX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EC3E525-CC1C-4A58-95CD-A5F49FE5314B}"/>
              </a:ext>
            </a:extLst>
          </p:cNvPr>
          <p:cNvSpPr txBox="1"/>
          <p:nvPr/>
        </p:nvSpPr>
        <p:spPr>
          <a:xfrm>
            <a:off x="6480314" y="93983"/>
            <a:ext cx="266368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7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GÁLATAS 2:20</a:t>
            </a:r>
          </a:p>
        </p:txBody>
      </p:sp>
    </p:spTree>
    <p:extLst>
      <p:ext uri="{BB962C8B-B14F-4D97-AF65-F5344CB8AC3E}">
        <p14:creationId xmlns:p14="http://schemas.microsoft.com/office/powerpoint/2010/main" val="219667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E8E8B9-8518-45B0-95A6-818E63430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418" y="1883376"/>
            <a:ext cx="9041459" cy="2292758"/>
          </a:xfrm>
        </p:spPr>
        <p:txBody>
          <a:bodyPr>
            <a:noAutofit/>
          </a:bodyPr>
          <a:lstStyle/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lo que ahora vivo en</a:t>
            </a:r>
            <a:b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la carne</a:t>
            </a:r>
            <a:b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Es en la FE DEL </a:t>
            </a: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Hijo de Dios</a:t>
            </a:r>
            <a:br>
              <a:rPr lang="es-MX" sz="540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sz="5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B73869E-27F7-4522-BEC9-CD49A2E0BE15}"/>
              </a:ext>
            </a:extLst>
          </p:cNvPr>
          <p:cNvSpPr txBox="1"/>
          <p:nvPr/>
        </p:nvSpPr>
        <p:spPr>
          <a:xfrm>
            <a:off x="6480314" y="93983"/>
            <a:ext cx="266368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7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GÁLATAS 2:20</a:t>
            </a:r>
          </a:p>
        </p:txBody>
      </p:sp>
    </p:spTree>
    <p:extLst>
      <p:ext uri="{BB962C8B-B14F-4D97-AF65-F5344CB8AC3E}">
        <p14:creationId xmlns:p14="http://schemas.microsoft.com/office/powerpoint/2010/main" val="696728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E8E8B9-8518-45B0-95A6-818E63430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5496" y="2368839"/>
            <a:ext cx="7673008" cy="2670443"/>
          </a:xfrm>
        </p:spPr>
        <p:txBody>
          <a:bodyPr>
            <a:noAutofit/>
          </a:bodyPr>
          <a:lstStyle/>
          <a:p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El cual ME AMÓ y se entregó por mí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br>
              <a:rPr lang="es-MX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80C7E83-1681-497E-A22B-1858CB00B9A6}"/>
              </a:ext>
            </a:extLst>
          </p:cNvPr>
          <p:cNvSpPr txBox="1"/>
          <p:nvPr/>
        </p:nvSpPr>
        <p:spPr>
          <a:xfrm>
            <a:off x="6480314" y="93983"/>
            <a:ext cx="266368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7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GÁLATAS 2:20</a:t>
            </a:r>
          </a:p>
        </p:txBody>
      </p:sp>
    </p:spTree>
    <p:extLst>
      <p:ext uri="{BB962C8B-B14F-4D97-AF65-F5344CB8AC3E}">
        <p14:creationId xmlns:p14="http://schemas.microsoft.com/office/powerpoint/2010/main" val="3092727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E8E8B9-8518-45B0-95A6-818E63430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418" y="1883376"/>
            <a:ext cx="9041459" cy="2292758"/>
          </a:xfrm>
        </p:spPr>
        <p:txBody>
          <a:bodyPr>
            <a:noAutofit/>
          </a:bodyPr>
          <a:lstStyle/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lo que ahora vivo en</a:t>
            </a:r>
            <a:b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la carne</a:t>
            </a:r>
            <a:b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Es en la FE del Hijo de Dios</a:t>
            </a:r>
            <a:br>
              <a:rPr lang="es-MX" sz="540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sz="5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B73869E-27F7-4522-BEC9-CD49A2E0BE15}"/>
              </a:ext>
            </a:extLst>
          </p:cNvPr>
          <p:cNvSpPr txBox="1"/>
          <p:nvPr/>
        </p:nvSpPr>
        <p:spPr>
          <a:xfrm>
            <a:off x="6480314" y="93983"/>
            <a:ext cx="266368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7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GÁLATAS 2:20</a:t>
            </a:r>
          </a:p>
        </p:txBody>
      </p:sp>
    </p:spTree>
    <p:extLst>
      <p:ext uri="{BB962C8B-B14F-4D97-AF65-F5344CB8AC3E}">
        <p14:creationId xmlns:p14="http://schemas.microsoft.com/office/powerpoint/2010/main" val="2715219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E8E8B9-8518-45B0-95A6-818E63430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5496" y="2368839"/>
            <a:ext cx="7673008" cy="2670443"/>
          </a:xfrm>
        </p:spPr>
        <p:txBody>
          <a:bodyPr>
            <a:noAutofit/>
          </a:bodyPr>
          <a:lstStyle/>
          <a:p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El cual ME AMÓ y se entregó por mí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br>
              <a:rPr lang="es-MX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80C7E83-1681-497E-A22B-1858CB00B9A6}"/>
              </a:ext>
            </a:extLst>
          </p:cNvPr>
          <p:cNvSpPr txBox="1"/>
          <p:nvPr/>
        </p:nvSpPr>
        <p:spPr>
          <a:xfrm>
            <a:off x="6480314" y="93983"/>
            <a:ext cx="266368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7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GÁLATAS 2:20</a:t>
            </a:r>
          </a:p>
        </p:txBody>
      </p:sp>
    </p:spTree>
    <p:extLst>
      <p:ext uri="{BB962C8B-B14F-4D97-AF65-F5344CB8AC3E}">
        <p14:creationId xmlns:p14="http://schemas.microsoft.com/office/powerpoint/2010/main" val="268658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E8E8B9-8518-45B0-95A6-818E63430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912" y="444809"/>
            <a:ext cx="8062175" cy="2413811"/>
          </a:xfrm>
        </p:spPr>
        <p:txBody>
          <a:bodyPr>
            <a:noAutofit/>
          </a:bodyPr>
          <a:lstStyle/>
          <a:p>
            <a:pPr algn="l"/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 CRISTO estoy crucificado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DB67FFD-9893-4E92-8957-FAED32BFC8C2}"/>
              </a:ext>
            </a:extLst>
          </p:cNvPr>
          <p:cNvSpPr txBox="1"/>
          <p:nvPr/>
        </p:nvSpPr>
        <p:spPr>
          <a:xfrm>
            <a:off x="6480314" y="93983"/>
            <a:ext cx="266368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7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GÁLATAS 2:20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F6D5D82-BD38-4EA1-BD3A-A18E62B818C9}"/>
              </a:ext>
            </a:extLst>
          </p:cNvPr>
          <p:cNvSpPr txBox="1">
            <a:spLocks/>
          </p:cNvSpPr>
          <p:nvPr/>
        </p:nvSpPr>
        <p:spPr>
          <a:xfrm>
            <a:off x="-246845" y="2002540"/>
            <a:ext cx="9144000" cy="24138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ya no vivo yo       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andara" panose="020E0502030303020204" pitchFamily="34" charset="0"/>
              </a:rPr>
            </a:b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8691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E8E8B9-8518-45B0-95A6-818E63430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638" y="2352625"/>
            <a:ext cx="7498724" cy="1790700"/>
          </a:xfrm>
        </p:spPr>
        <p:txBody>
          <a:bodyPr>
            <a:noAutofit/>
          </a:bodyPr>
          <a:lstStyle/>
          <a:p>
            <a:br>
              <a:rPr lang="es-MX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/Mas vive ÉL en mí/        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br>
              <a:rPr lang="es-MX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EC3E525-CC1C-4A58-95CD-A5F49FE5314B}"/>
              </a:ext>
            </a:extLst>
          </p:cNvPr>
          <p:cNvSpPr txBox="1"/>
          <p:nvPr/>
        </p:nvSpPr>
        <p:spPr>
          <a:xfrm>
            <a:off x="6480314" y="93983"/>
            <a:ext cx="266368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7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GÁLATAS 2:20</a:t>
            </a:r>
          </a:p>
        </p:txBody>
      </p:sp>
    </p:spTree>
    <p:extLst>
      <p:ext uri="{BB962C8B-B14F-4D97-AF65-F5344CB8AC3E}">
        <p14:creationId xmlns:p14="http://schemas.microsoft.com/office/powerpoint/2010/main" val="3304826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E8E8B9-8518-45B0-95A6-818E63430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912" y="444809"/>
            <a:ext cx="8062175" cy="2413811"/>
          </a:xfrm>
        </p:spPr>
        <p:txBody>
          <a:bodyPr>
            <a:noAutofit/>
          </a:bodyPr>
          <a:lstStyle/>
          <a:p>
            <a:pPr algn="l"/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 CRISTO estoy crucificado</a:t>
            </a: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DB67FFD-9893-4E92-8957-FAED32BFC8C2}"/>
              </a:ext>
            </a:extLst>
          </p:cNvPr>
          <p:cNvSpPr txBox="1"/>
          <p:nvPr/>
        </p:nvSpPr>
        <p:spPr>
          <a:xfrm>
            <a:off x="6480314" y="93983"/>
            <a:ext cx="266368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7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GÁLATAS 2:20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F6D5D82-BD38-4EA1-BD3A-A18E62B818C9}"/>
              </a:ext>
            </a:extLst>
          </p:cNvPr>
          <p:cNvSpPr txBox="1">
            <a:spLocks/>
          </p:cNvSpPr>
          <p:nvPr/>
        </p:nvSpPr>
        <p:spPr>
          <a:xfrm>
            <a:off x="-246845" y="2002540"/>
            <a:ext cx="9144000" cy="24138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ya no vivo yo       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andara" panose="020E0502030303020204" pitchFamily="34" charset="0"/>
              </a:rPr>
            </a:br>
            <a:endParaRPr lang="es-CO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357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E8E8B9-8518-45B0-95A6-818E63430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638" y="2352625"/>
            <a:ext cx="7498724" cy="1790700"/>
          </a:xfrm>
        </p:spPr>
        <p:txBody>
          <a:bodyPr>
            <a:noAutofit/>
          </a:bodyPr>
          <a:lstStyle/>
          <a:p>
            <a:br>
              <a:rPr lang="es-MX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/Mas vive ÉL en mí/        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br>
              <a:rPr lang="es-MX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EC3E525-CC1C-4A58-95CD-A5F49FE5314B}"/>
              </a:ext>
            </a:extLst>
          </p:cNvPr>
          <p:cNvSpPr txBox="1"/>
          <p:nvPr/>
        </p:nvSpPr>
        <p:spPr>
          <a:xfrm>
            <a:off x="6480314" y="93983"/>
            <a:ext cx="266368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7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GÁLATAS 2:20</a:t>
            </a:r>
          </a:p>
        </p:txBody>
      </p:sp>
    </p:spTree>
    <p:extLst>
      <p:ext uri="{BB962C8B-B14F-4D97-AF65-F5344CB8AC3E}">
        <p14:creationId xmlns:p14="http://schemas.microsoft.com/office/powerpoint/2010/main" val="2439478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E8E8B9-8518-45B0-95A6-818E63430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418" y="1883376"/>
            <a:ext cx="9041459" cy="2292758"/>
          </a:xfrm>
        </p:spPr>
        <p:txBody>
          <a:bodyPr>
            <a:noAutofit/>
          </a:bodyPr>
          <a:lstStyle/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lo que ahora vivo en</a:t>
            </a:r>
            <a:b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la carne</a:t>
            </a:r>
            <a:b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Es en la FE del Hijo de Dios</a:t>
            </a:r>
            <a:br>
              <a:rPr lang="es-MX" sz="540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sz="5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B73869E-27F7-4522-BEC9-CD49A2E0BE15}"/>
              </a:ext>
            </a:extLst>
          </p:cNvPr>
          <p:cNvSpPr txBox="1"/>
          <p:nvPr/>
        </p:nvSpPr>
        <p:spPr>
          <a:xfrm>
            <a:off x="6480314" y="93983"/>
            <a:ext cx="266368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7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GÁLATAS 2:20</a:t>
            </a:r>
          </a:p>
        </p:txBody>
      </p:sp>
    </p:spTree>
    <p:extLst>
      <p:ext uri="{BB962C8B-B14F-4D97-AF65-F5344CB8AC3E}">
        <p14:creationId xmlns:p14="http://schemas.microsoft.com/office/powerpoint/2010/main" val="3401625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E8E8B9-8518-45B0-95A6-818E63430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5496" y="2368839"/>
            <a:ext cx="7673008" cy="2670443"/>
          </a:xfrm>
        </p:spPr>
        <p:txBody>
          <a:bodyPr>
            <a:noAutofit/>
          </a:bodyPr>
          <a:lstStyle/>
          <a:p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El cual ME AMÓ y se entregó por mí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br>
              <a:rPr lang="es-MX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80C7E83-1681-497E-A22B-1858CB00B9A6}"/>
              </a:ext>
            </a:extLst>
          </p:cNvPr>
          <p:cNvSpPr txBox="1"/>
          <p:nvPr/>
        </p:nvSpPr>
        <p:spPr>
          <a:xfrm>
            <a:off x="6480314" y="93983"/>
            <a:ext cx="266368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7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GÁLATAS 2:20</a:t>
            </a:r>
          </a:p>
        </p:txBody>
      </p:sp>
    </p:spTree>
    <p:extLst>
      <p:ext uri="{BB962C8B-B14F-4D97-AF65-F5344CB8AC3E}">
        <p14:creationId xmlns:p14="http://schemas.microsoft.com/office/powerpoint/2010/main" val="2933450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E8E8B9-8518-45B0-95A6-818E63430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418" y="1883376"/>
            <a:ext cx="9041459" cy="2292758"/>
          </a:xfrm>
        </p:spPr>
        <p:txBody>
          <a:bodyPr>
            <a:noAutofit/>
          </a:bodyPr>
          <a:lstStyle/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lo que ahora vivo en</a:t>
            </a:r>
            <a:b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la carne</a:t>
            </a:r>
            <a:b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Es en la FE del Hijo de Dios</a:t>
            </a:r>
            <a:br>
              <a:rPr lang="es-MX" sz="5400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sz="54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B73869E-27F7-4522-BEC9-CD49A2E0BE15}"/>
              </a:ext>
            </a:extLst>
          </p:cNvPr>
          <p:cNvSpPr txBox="1"/>
          <p:nvPr/>
        </p:nvSpPr>
        <p:spPr>
          <a:xfrm>
            <a:off x="6480314" y="93983"/>
            <a:ext cx="266368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7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GÁLATAS 2:20</a:t>
            </a:r>
          </a:p>
        </p:txBody>
      </p:sp>
    </p:spTree>
    <p:extLst>
      <p:ext uri="{BB962C8B-B14F-4D97-AF65-F5344CB8AC3E}">
        <p14:creationId xmlns:p14="http://schemas.microsoft.com/office/powerpoint/2010/main" val="2921454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E8E8B9-8518-45B0-95A6-818E63430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5496" y="2368839"/>
            <a:ext cx="7673008" cy="2670443"/>
          </a:xfrm>
        </p:spPr>
        <p:txBody>
          <a:bodyPr>
            <a:noAutofit/>
          </a:bodyPr>
          <a:lstStyle/>
          <a:p>
            <a: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El cual ME AMÓ y se </a:t>
            </a:r>
            <a:r>
              <a:rPr lang="es-MX" b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entregó por mí</a:t>
            </a:r>
            <a:br>
              <a:rPr lang="es-MX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br>
              <a:rPr lang="es-MX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s-CO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80C7E83-1681-497E-A22B-1858CB00B9A6}"/>
              </a:ext>
            </a:extLst>
          </p:cNvPr>
          <p:cNvSpPr txBox="1"/>
          <p:nvPr/>
        </p:nvSpPr>
        <p:spPr>
          <a:xfrm>
            <a:off x="6480314" y="93983"/>
            <a:ext cx="266368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7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GÁLATAS 2:20</a:t>
            </a:r>
          </a:p>
        </p:txBody>
      </p:sp>
    </p:spTree>
    <p:extLst>
      <p:ext uri="{BB962C8B-B14F-4D97-AF65-F5344CB8AC3E}">
        <p14:creationId xmlns:p14="http://schemas.microsoft.com/office/powerpoint/2010/main" val="36162456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</TotalTime>
  <Words>240</Words>
  <Application>Microsoft Office PowerPoint</Application>
  <PresentationFormat>Presentación en pantalla (4:3)</PresentationFormat>
  <Paragraphs>36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4" baseType="lpstr">
      <vt:lpstr>Aharoni</vt:lpstr>
      <vt:lpstr>Arial</vt:lpstr>
      <vt:lpstr>Arial Rounded MT Bold</vt:lpstr>
      <vt:lpstr>Brush Script MT</vt:lpstr>
      <vt:lpstr>Calibri</vt:lpstr>
      <vt:lpstr>Calibri Light</vt:lpstr>
      <vt:lpstr>Candara</vt:lpstr>
      <vt:lpstr>Tema de Office</vt:lpstr>
      <vt:lpstr>Con CRISTO estoy crucificado</vt:lpstr>
      <vt:lpstr> /Mas vive ÉL en mí/          </vt:lpstr>
      <vt:lpstr>Con CRISTO estoy crucificado</vt:lpstr>
      <vt:lpstr> /Mas vive ÉL en mí/          </vt:lpstr>
      <vt:lpstr>Y lo que ahora vivo en  la carne Es en la FE DEL Hijo de Dios </vt:lpstr>
      <vt:lpstr>El cual ME AMÓ y se entregó por mí  </vt:lpstr>
      <vt:lpstr>Y lo que ahora vivo en  la carne Es en la FE del Hijo de Dios </vt:lpstr>
      <vt:lpstr>El cual ME AMÓ y se entregó por mí  </vt:lpstr>
      <vt:lpstr>Con CRISTO estoy crucificado</vt:lpstr>
      <vt:lpstr> /Mas vive ÉL en mí/          </vt:lpstr>
      <vt:lpstr>Con CRISTO estoy crucificado</vt:lpstr>
      <vt:lpstr> /Mas vive ÉL en mí/          </vt:lpstr>
      <vt:lpstr>Y lo que ahora vivo en  la carne Es en la FE del Hijo de Dios </vt:lpstr>
      <vt:lpstr>El cual ME AMÓ y se entregó por mí  </vt:lpstr>
      <vt:lpstr>Y lo que ahora vivo en  la carne Es en la FE del Hijo de Dios </vt:lpstr>
      <vt:lpstr>El cual ME AMÓ y se entregó por mí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 Cristo estoy crucificado  Y ya no vivo yo</dc:title>
  <dc:creator>wilmar cañon</dc:creator>
  <cp:lastModifiedBy>Familia Cañon Peña</cp:lastModifiedBy>
  <cp:revision>11</cp:revision>
  <dcterms:created xsi:type="dcterms:W3CDTF">2020-04-19T22:32:00Z</dcterms:created>
  <dcterms:modified xsi:type="dcterms:W3CDTF">2021-07-27T03:46:25Z</dcterms:modified>
</cp:coreProperties>
</file>