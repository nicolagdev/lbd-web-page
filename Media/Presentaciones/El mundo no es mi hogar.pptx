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B4FAE4-E2CE-4C8E-B24D-F8B836882A79}" v="65" dt="2020-06-24T16:07:45.0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1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ar cañon" userId="7918cb078fdc7ad0" providerId="LiveId" clId="{B5B4FAE4-E2CE-4C8E-B24D-F8B836882A79}"/>
    <pc:docChg chg="undo custSel addSld delSld modSld modMainMaster">
      <pc:chgData name="wilmar cañon" userId="7918cb078fdc7ad0" providerId="LiveId" clId="{B5B4FAE4-E2CE-4C8E-B24D-F8B836882A79}" dt="2020-06-24T16:07:45.094" v="330"/>
      <pc:docMkLst>
        <pc:docMk/>
      </pc:docMkLst>
      <pc:sldChg chg="addSp delSp modSp mod setBg">
        <pc:chgData name="wilmar cañon" userId="7918cb078fdc7ad0" providerId="LiveId" clId="{B5B4FAE4-E2CE-4C8E-B24D-F8B836882A79}" dt="2020-06-24T16:06:37.520" v="315"/>
        <pc:sldMkLst>
          <pc:docMk/>
          <pc:sldMk cId="2872068780" sldId="256"/>
        </pc:sldMkLst>
        <pc:spChg chg="add del mod">
          <ac:chgData name="wilmar cañon" userId="7918cb078fdc7ad0" providerId="LiveId" clId="{B5B4FAE4-E2CE-4C8E-B24D-F8B836882A79}" dt="2020-06-24T16:06:36.247" v="314" actId="478"/>
          <ac:spMkLst>
            <pc:docMk/>
            <pc:sldMk cId="2872068780" sldId="256"/>
            <ac:spMk id="2" creationId="{8B0A860A-9D98-40F2-BD66-4A361B64A2E0}"/>
          </ac:spMkLst>
        </pc:spChg>
        <pc:spChg chg="mod">
          <ac:chgData name="wilmar cañon" userId="7918cb078fdc7ad0" providerId="LiveId" clId="{B5B4FAE4-E2CE-4C8E-B24D-F8B836882A79}" dt="2020-06-24T15:46:09.999" v="39" actId="1076"/>
          <ac:spMkLst>
            <pc:docMk/>
            <pc:sldMk cId="2872068780" sldId="256"/>
            <ac:spMk id="3" creationId="{00000000-0000-0000-0000-000000000000}"/>
          </ac:spMkLst>
        </pc:spChg>
        <pc:spChg chg="del">
          <ac:chgData name="wilmar cañon" userId="7918cb078fdc7ad0" providerId="LiveId" clId="{B5B4FAE4-E2CE-4C8E-B24D-F8B836882A79}" dt="2020-06-24T15:40:40.447" v="0" actId="478"/>
          <ac:spMkLst>
            <pc:docMk/>
            <pc:sldMk cId="2872068780" sldId="256"/>
            <ac:spMk id="4" creationId="{00000000-0000-0000-0000-000000000000}"/>
          </ac:spMkLst>
        </pc:spChg>
        <pc:spChg chg="add mod">
          <ac:chgData name="wilmar cañon" userId="7918cb078fdc7ad0" providerId="LiveId" clId="{B5B4FAE4-E2CE-4C8E-B24D-F8B836882A79}" dt="2020-06-24T16:06:37.520" v="315"/>
          <ac:spMkLst>
            <pc:docMk/>
            <pc:sldMk cId="2872068780" sldId="256"/>
            <ac:spMk id="5" creationId="{58B92759-99E1-4616-B7C5-243979865E6D}"/>
          </ac:spMkLst>
        </pc:spChg>
      </pc:sldChg>
      <pc:sldChg chg="addSp delSp modSp mod setBg">
        <pc:chgData name="wilmar cañon" userId="7918cb078fdc7ad0" providerId="LiveId" clId="{B5B4FAE4-E2CE-4C8E-B24D-F8B836882A79}" dt="2020-06-24T16:06:42.962" v="317"/>
        <pc:sldMkLst>
          <pc:docMk/>
          <pc:sldMk cId="1049929875" sldId="257"/>
        </pc:sldMkLst>
        <pc:spChg chg="mod">
          <ac:chgData name="wilmar cañon" userId="7918cb078fdc7ad0" providerId="LiveId" clId="{B5B4FAE4-E2CE-4C8E-B24D-F8B836882A79}" dt="2020-06-24T16:04:29.683" v="297"/>
          <ac:spMkLst>
            <pc:docMk/>
            <pc:sldMk cId="1049929875" sldId="257"/>
            <ac:spMk id="2" creationId="{00000000-0000-0000-0000-000000000000}"/>
          </ac:spMkLst>
        </pc:spChg>
        <pc:spChg chg="add del mod">
          <ac:chgData name="wilmar cañon" userId="7918cb078fdc7ad0" providerId="LiveId" clId="{B5B4FAE4-E2CE-4C8E-B24D-F8B836882A79}" dt="2020-06-24T16:06:41.858" v="316" actId="478"/>
          <ac:spMkLst>
            <pc:docMk/>
            <pc:sldMk cId="1049929875" sldId="257"/>
            <ac:spMk id="3" creationId="{F5C2FF47-D34A-4F59-AE7A-4210BEF2F85A}"/>
          </ac:spMkLst>
        </pc:spChg>
        <pc:spChg chg="add mod">
          <ac:chgData name="wilmar cañon" userId="7918cb078fdc7ad0" providerId="LiveId" clId="{B5B4FAE4-E2CE-4C8E-B24D-F8B836882A79}" dt="2020-06-24T16:06:42.962" v="317"/>
          <ac:spMkLst>
            <pc:docMk/>
            <pc:sldMk cId="1049929875" sldId="257"/>
            <ac:spMk id="4" creationId="{11B0D568-65E2-4D29-BD30-78541BDC5024}"/>
          </ac:spMkLst>
        </pc:spChg>
      </pc:sldChg>
      <pc:sldChg chg="addSp delSp modSp mod setBg">
        <pc:chgData name="wilmar cañon" userId="7918cb078fdc7ad0" providerId="LiveId" clId="{B5B4FAE4-E2CE-4C8E-B24D-F8B836882A79}" dt="2020-06-24T16:06:48.839" v="319"/>
        <pc:sldMkLst>
          <pc:docMk/>
          <pc:sldMk cId="453586496" sldId="258"/>
        </pc:sldMkLst>
        <pc:spChg chg="mod">
          <ac:chgData name="wilmar cañon" userId="7918cb078fdc7ad0" providerId="LiveId" clId="{B5B4FAE4-E2CE-4C8E-B24D-F8B836882A79}" dt="2020-06-24T16:04:38.070" v="298" actId="1076"/>
          <ac:spMkLst>
            <pc:docMk/>
            <pc:sldMk cId="453586496" sldId="258"/>
            <ac:spMk id="2" creationId="{00000000-0000-0000-0000-000000000000}"/>
          </ac:spMkLst>
        </pc:spChg>
        <pc:spChg chg="add del mod">
          <ac:chgData name="wilmar cañon" userId="7918cb078fdc7ad0" providerId="LiveId" clId="{B5B4FAE4-E2CE-4C8E-B24D-F8B836882A79}" dt="2020-06-24T16:06:47.682" v="318" actId="478"/>
          <ac:spMkLst>
            <pc:docMk/>
            <pc:sldMk cId="453586496" sldId="258"/>
            <ac:spMk id="3" creationId="{500F3E1E-10FA-4458-A020-8D694A93FEC8}"/>
          </ac:spMkLst>
        </pc:spChg>
        <pc:spChg chg="add mod">
          <ac:chgData name="wilmar cañon" userId="7918cb078fdc7ad0" providerId="LiveId" clId="{B5B4FAE4-E2CE-4C8E-B24D-F8B836882A79}" dt="2020-06-24T16:06:48.839" v="319"/>
          <ac:spMkLst>
            <pc:docMk/>
            <pc:sldMk cId="453586496" sldId="258"/>
            <ac:spMk id="4" creationId="{A71FC677-2352-4DBE-9937-AB564E7F0529}"/>
          </ac:spMkLst>
        </pc:spChg>
      </pc:sldChg>
      <pc:sldChg chg="addSp delSp modSp mod setBg">
        <pc:chgData name="wilmar cañon" userId="7918cb078fdc7ad0" providerId="LiveId" clId="{B5B4FAE4-E2CE-4C8E-B24D-F8B836882A79}" dt="2020-06-24T16:06:55.726" v="321"/>
        <pc:sldMkLst>
          <pc:docMk/>
          <pc:sldMk cId="453586496" sldId="259"/>
        </pc:sldMkLst>
        <pc:spChg chg="mod">
          <ac:chgData name="wilmar cañon" userId="7918cb078fdc7ad0" providerId="LiveId" clId="{B5B4FAE4-E2CE-4C8E-B24D-F8B836882A79}" dt="2020-06-24T16:04:44.046" v="299" actId="1076"/>
          <ac:spMkLst>
            <pc:docMk/>
            <pc:sldMk cId="453586496" sldId="259"/>
            <ac:spMk id="2" creationId="{00000000-0000-0000-0000-000000000000}"/>
          </ac:spMkLst>
        </pc:spChg>
        <pc:spChg chg="add del mod">
          <ac:chgData name="wilmar cañon" userId="7918cb078fdc7ad0" providerId="LiveId" clId="{B5B4FAE4-E2CE-4C8E-B24D-F8B836882A79}" dt="2020-06-24T16:06:54.381" v="320" actId="478"/>
          <ac:spMkLst>
            <pc:docMk/>
            <pc:sldMk cId="453586496" sldId="259"/>
            <ac:spMk id="3" creationId="{4CBC6B71-BBC7-45CD-9DCE-BFE830B130BB}"/>
          </ac:spMkLst>
        </pc:spChg>
        <pc:spChg chg="add mod">
          <ac:chgData name="wilmar cañon" userId="7918cb078fdc7ad0" providerId="LiveId" clId="{B5B4FAE4-E2CE-4C8E-B24D-F8B836882A79}" dt="2020-06-24T16:06:55.726" v="321"/>
          <ac:spMkLst>
            <pc:docMk/>
            <pc:sldMk cId="453586496" sldId="259"/>
            <ac:spMk id="4" creationId="{7C39A39C-3B9C-4E32-BA7F-95D3FBAEDC99}"/>
          </ac:spMkLst>
        </pc:spChg>
      </pc:sldChg>
      <pc:sldChg chg="addSp delSp modSp mod setBg">
        <pc:chgData name="wilmar cañon" userId="7918cb078fdc7ad0" providerId="LiveId" clId="{B5B4FAE4-E2CE-4C8E-B24D-F8B836882A79}" dt="2020-06-24T16:07:03.526" v="323"/>
        <pc:sldMkLst>
          <pc:docMk/>
          <pc:sldMk cId="453586496" sldId="260"/>
        </pc:sldMkLst>
        <pc:spChg chg="mod">
          <ac:chgData name="wilmar cañon" userId="7918cb078fdc7ad0" providerId="LiveId" clId="{B5B4FAE4-E2CE-4C8E-B24D-F8B836882A79}" dt="2020-06-24T16:04:48.639" v="300" actId="1076"/>
          <ac:spMkLst>
            <pc:docMk/>
            <pc:sldMk cId="453586496" sldId="260"/>
            <ac:spMk id="2" creationId="{00000000-0000-0000-0000-000000000000}"/>
          </ac:spMkLst>
        </pc:spChg>
        <pc:spChg chg="add del mod">
          <ac:chgData name="wilmar cañon" userId="7918cb078fdc7ad0" providerId="LiveId" clId="{B5B4FAE4-E2CE-4C8E-B24D-F8B836882A79}" dt="2020-06-24T16:07:02.483" v="322" actId="478"/>
          <ac:spMkLst>
            <pc:docMk/>
            <pc:sldMk cId="453586496" sldId="260"/>
            <ac:spMk id="3" creationId="{0BD762FC-A1AD-4853-A1A3-8714AE253C06}"/>
          </ac:spMkLst>
        </pc:spChg>
        <pc:spChg chg="add mod">
          <ac:chgData name="wilmar cañon" userId="7918cb078fdc7ad0" providerId="LiveId" clId="{B5B4FAE4-E2CE-4C8E-B24D-F8B836882A79}" dt="2020-06-24T16:07:03.526" v="323"/>
          <ac:spMkLst>
            <pc:docMk/>
            <pc:sldMk cId="453586496" sldId="260"/>
            <ac:spMk id="4" creationId="{5FEE70A3-F6A5-4090-AB7F-CD57016D277B}"/>
          </ac:spMkLst>
        </pc:spChg>
      </pc:sldChg>
      <pc:sldChg chg="addSp delSp modSp mod setBg">
        <pc:chgData name="wilmar cañon" userId="7918cb078fdc7ad0" providerId="LiveId" clId="{B5B4FAE4-E2CE-4C8E-B24D-F8B836882A79}" dt="2020-06-24T16:07:08.169" v="325"/>
        <pc:sldMkLst>
          <pc:docMk/>
          <pc:sldMk cId="453586496" sldId="261"/>
        </pc:sldMkLst>
        <pc:spChg chg="mod">
          <ac:chgData name="wilmar cañon" userId="7918cb078fdc7ad0" providerId="LiveId" clId="{B5B4FAE4-E2CE-4C8E-B24D-F8B836882A79}" dt="2020-06-24T16:04:54.958" v="301" actId="1076"/>
          <ac:spMkLst>
            <pc:docMk/>
            <pc:sldMk cId="453586496" sldId="261"/>
            <ac:spMk id="2" creationId="{00000000-0000-0000-0000-000000000000}"/>
          </ac:spMkLst>
        </pc:spChg>
        <pc:spChg chg="add del mod">
          <ac:chgData name="wilmar cañon" userId="7918cb078fdc7ad0" providerId="LiveId" clId="{B5B4FAE4-E2CE-4C8E-B24D-F8B836882A79}" dt="2020-06-24T16:07:07.516" v="324" actId="478"/>
          <ac:spMkLst>
            <pc:docMk/>
            <pc:sldMk cId="453586496" sldId="261"/>
            <ac:spMk id="3" creationId="{86F2D77D-E49D-4429-82CE-C56316F2BCE9}"/>
          </ac:spMkLst>
        </pc:spChg>
        <pc:spChg chg="add mod">
          <ac:chgData name="wilmar cañon" userId="7918cb078fdc7ad0" providerId="LiveId" clId="{B5B4FAE4-E2CE-4C8E-B24D-F8B836882A79}" dt="2020-06-24T16:07:08.169" v="325"/>
          <ac:spMkLst>
            <pc:docMk/>
            <pc:sldMk cId="453586496" sldId="261"/>
            <ac:spMk id="4" creationId="{C5B9AD97-DD02-4B70-9D04-227AC3528E09}"/>
          </ac:spMkLst>
        </pc:spChg>
      </pc:sldChg>
      <pc:sldChg chg="addSp delSp modSp mod setBg">
        <pc:chgData name="wilmar cañon" userId="7918cb078fdc7ad0" providerId="LiveId" clId="{B5B4FAE4-E2CE-4C8E-B24D-F8B836882A79}" dt="2020-06-24T16:07:12.197" v="327"/>
        <pc:sldMkLst>
          <pc:docMk/>
          <pc:sldMk cId="453586496" sldId="262"/>
        </pc:sldMkLst>
        <pc:spChg chg="mod">
          <ac:chgData name="wilmar cañon" userId="7918cb078fdc7ad0" providerId="LiveId" clId="{B5B4FAE4-E2CE-4C8E-B24D-F8B836882A79}" dt="2020-06-24T16:05:52.890" v="307" actId="2711"/>
          <ac:spMkLst>
            <pc:docMk/>
            <pc:sldMk cId="453586496" sldId="262"/>
            <ac:spMk id="2" creationId="{00000000-0000-0000-0000-000000000000}"/>
          </ac:spMkLst>
        </pc:spChg>
        <pc:spChg chg="add del mod">
          <ac:chgData name="wilmar cañon" userId="7918cb078fdc7ad0" providerId="LiveId" clId="{B5B4FAE4-E2CE-4C8E-B24D-F8B836882A79}" dt="2020-06-24T16:07:11.620" v="326" actId="478"/>
          <ac:spMkLst>
            <pc:docMk/>
            <pc:sldMk cId="453586496" sldId="262"/>
            <ac:spMk id="3" creationId="{54A97E03-5E8B-4824-A98D-F7D881698F0E}"/>
          </ac:spMkLst>
        </pc:spChg>
        <pc:spChg chg="add mod">
          <ac:chgData name="wilmar cañon" userId="7918cb078fdc7ad0" providerId="LiveId" clId="{B5B4FAE4-E2CE-4C8E-B24D-F8B836882A79}" dt="2020-06-24T16:07:12.197" v="327"/>
          <ac:spMkLst>
            <pc:docMk/>
            <pc:sldMk cId="453586496" sldId="262"/>
            <ac:spMk id="4" creationId="{B2C70B13-1C2F-4088-AAA3-8EE4CB66A974}"/>
          </ac:spMkLst>
        </pc:spChg>
      </pc:sldChg>
      <pc:sldChg chg="addSp delSp modSp mod setBg">
        <pc:chgData name="wilmar cañon" userId="7918cb078fdc7ad0" providerId="LiveId" clId="{B5B4FAE4-E2CE-4C8E-B24D-F8B836882A79}" dt="2020-06-24T16:07:17.705" v="329"/>
        <pc:sldMkLst>
          <pc:docMk/>
          <pc:sldMk cId="453586496" sldId="263"/>
        </pc:sldMkLst>
        <pc:spChg chg="mod">
          <ac:chgData name="wilmar cañon" userId="7918cb078fdc7ad0" providerId="LiveId" clId="{B5B4FAE4-E2CE-4C8E-B24D-F8B836882A79}" dt="2020-06-24T16:05:05.389" v="303" actId="1076"/>
          <ac:spMkLst>
            <pc:docMk/>
            <pc:sldMk cId="453586496" sldId="263"/>
            <ac:spMk id="2" creationId="{00000000-0000-0000-0000-000000000000}"/>
          </ac:spMkLst>
        </pc:spChg>
        <pc:spChg chg="add del mod">
          <ac:chgData name="wilmar cañon" userId="7918cb078fdc7ad0" providerId="LiveId" clId="{B5B4FAE4-E2CE-4C8E-B24D-F8B836882A79}" dt="2020-06-24T16:07:16.704" v="328" actId="478"/>
          <ac:spMkLst>
            <pc:docMk/>
            <pc:sldMk cId="453586496" sldId="263"/>
            <ac:spMk id="3" creationId="{1AADF2CE-8DC3-472D-88C1-755A13E40000}"/>
          </ac:spMkLst>
        </pc:spChg>
        <pc:spChg chg="add mod">
          <ac:chgData name="wilmar cañon" userId="7918cb078fdc7ad0" providerId="LiveId" clId="{B5B4FAE4-E2CE-4C8E-B24D-F8B836882A79}" dt="2020-06-24T16:07:17.705" v="329"/>
          <ac:spMkLst>
            <pc:docMk/>
            <pc:sldMk cId="453586496" sldId="263"/>
            <ac:spMk id="4" creationId="{ADE28176-DE47-420F-B098-EF97B2C64AC9}"/>
          </ac:spMkLst>
        </pc:spChg>
      </pc:sldChg>
      <pc:sldChg chg="addSp modSp mod setBg">
        <pc:chgData name="wilmar cañon" userId="7918cb078fdc7ad0" providerId="LiveId" clId="{B5B4FAE4-E2CE-4C8E-B24D-F8B836882A79}" dt="2020-06-24T16:06:15.670" v="310" actId="1076"/>
        <pc:sldMkLst>
          <pc:docMk/>
          <pc:sldMk cId="453586496" sldId="264"/>
        </pc:sldMkLst>
        <pc:spChg chg="mod">
          <ac:chgData name="wilmar cañon" userId="7918cb078fdc7ad0" providerId="LiveId" clId="{B5B4FAE4-E2CE-4C8E-B24D-F8B836882A79}" dt="2020-06-24T16:05:16.937" v="305"/>
          <ac:spMkLst>
            <pc:docMk/>
            <pc:sldMk cId="453586496" sldId="264"/>
            <ac:spMk id="2" creationId="{00000000-0000-0000-0000-000000000000}"/>
          </ac:spMkLst>
        </pc:spChg>
        <pc:spChg chg="add mod">
          <ac:chgData name="wilmar cañon" userId="7918cb078fdc7ad0" providerId="LiveId" clId="{B5B4FAE4-E2CE-4C8E-B24D-F8B836882A79}" dt="2020-06-24T16:06:15.670" v="310" actId="1076"/>
          <ac:spMkLst>
            <pc:docMk/>
            <pc:sldMk cId="453586496" sldId="264"/>
            <ac:spMk id="3" creationId="{22F31307-A0A3-418D-8C0F-F5B62F5C2D81}"/>
          </ac:spMkLst>
        </pc:spChg>
      </pc:sldChg>
      <pc:sldChg chg="addSp modSp mod setBg">
        <pc:chgData name="wilmar cañon" userId="7918cb078fdc7ad0" providerId="LiveId" clId="{B5B4FAE4-E2CE-4C8E-B24D-F8B836882A79}" dt="2020-06-24T16:06:23.722" v="311"/>
        <pc:sldMkLst>
          <pc:docMk/>
          <pc:sldMk cId="453586496" sldId="265"/>
        </pc:sldMkLst>
        <pc:spChg chg="mod">
          <ac:chgData name="wilmar cañon" userId="7918cb078fdc7ad0" providerId="LiveId" clId="{B5B4FAE4-E2CE-4C8E-B24D-F8B836882A79}" dt="2020-06-24T16:01:55.022" v="262" actId="1076"/>
          <ac:spMkLst>
            <pc:docMk/>
            <pc:sldMk cId="453586496" sldId="265"/>
            <ac:spMk id="2" creationId="{00000000-0000-0000-0000-000000000000}"/>
          </ac:spMkLst>
        </pc:spChg>
        <pc:spChg chg="add mod">
          <ac:chgData name="wilmar cañon" userId="7918cb078fdc7ad0" providerId="LiveId" clId="{B5B4FAE4-E2CE-4C8E-B24D-F8B836882A79}" dt="2020-06-24T16:06:23.722" v="311"/>
          <ac:spMkLst>
            <pc:docMk/>
            <pc:sldMk cId="453586496" sldId="265"/>
            <ac:spMk id="3" creationId="{DD81C570-A5B9-423B-A238-A59BB5C3A5E4}"/>
          </ac:spMkLst>
        </pc:spChg>
      </pc:sldChg>
      <pc:sldChg chg="addSp modSp mod setBg">
        <pc:chgData name="wilmar cañon" userId="7918cb078fdc7ad0" providerId="LiveId" clId="{B5B4FAE4-E2CE-4C8E-B24D-F8B836882A79}" dt="2020-06-24T16:06:26.100" v="312"/>
        <pc:sldMkLst>
          <pc:docMk/>
          <pc:sldMk cId="453586496" sldId="266"/>
        </pc:sldMkLst>
        <pc:spChg chg="mod">
          <ac:chgData name="wilmar cañon" userId="7918cb078fdc7ad0" providerId="LiveId" clId="{B5B4FAE4-E2CE-4C8E-B24D-F8B836882A79}" dt="2020-06-24T16:06:02.620" v="308" actId="2711"/>
          <ac:spMkLst>
            <pc:docMk/>
            <pc:sldMk cId="453586496" sldId="266"/>
            <ac:spMk id="2" creationId="{00000000-0000-0000-0000-000000000000}"/>
          </ac:spMkLst>
        </pc:spChg>
        <pc:spChg chg="add mod">
          <ac:chgData name="wilmar cañon" userId="7918cb078fdc7ad0" providerId="LiveId" clId="{B5B4FAE4-E2CE-4C8E-B24D-F8B836882A79}" dt="2020-06-24T16:06:26.100" v="312"/>
          <ac:spMkLst>
            <pc:docMk/>
            <pc:sldMk cId="453586496" sldId="266"/>
            <ac:spMk id="3" creationId="{31F37782-A3BB-4118-84E5-8CDB57EE814B}"/>
          </ac:spMkLst>
        </pc:spChg>
      </pc:sldChg>
      <pc:sldChg chg="modSp del">
        <pc:chgData name="wilmar cañon" userId="7918cb078fdc7ad0" providerId="LiveId" clId="{B5B4FAE4-E2CE-4C8E-B24D-F8B836882A79}" dt="2020-06-24T15:52:32.660" v="131" actId="47"/>
        <pc:sldMkLst>
          <pc:docMk/>
          <pc:sldMk cId="453586496" sldId="267"/>
        </pc:sldMkLst>
        <pc:spChg chg="mod">
          <ac:chgData name="wilmar cañon" userId="7918cb078fdc7ad0" providerId="LiveId" clId="{B5B4FAE4-E2CE-4C8E-B24D-F8B836882A79}" dt="2020-06-24T15:40:58.728" v="4"/>
          <ac:spMkLst>
            <pc:docMk/>
            <pc:sldMk cId="453586496" sldId="267"/>
            <ac:spMk id="2" creationId="{00000000-0000-0000-0000-000000000000}"/>
          </ac:spMkLst>
        </pc:spChg>
      </pc:sldChg>
      <pc:sldChg chg="addSp modSp add mod">
        <pc:chgData name="wilmar cañon" userId="7918cb078fdc7ad0" providerId="LiveId" clId="{B5B4FAE4-E2CE-4C8E-B24D-F8B836882A79}" dt="2020-06-24T16:06:28.363" v="313"/>
        <pc:sldMkLst>
          <pc:docMk/>
          <pc:sldMk cId="1125821111" sldId="267"/>
        </pc:sldMkLst>
        <pc:spChg chg="mod">
          <ac:chgData name="wilmar cañon" userId="7918cb078fdc7ad0" providerId="LiveId" clId="{B5B4FAE4-E2CE-4C8E-B24D-F8B836882A79}" dt="2020-06-24T16:05:40.614" v="306" actId="1076"/>
          <ac:spMkLst>
            <pc:docMk/>
            <pc:sldMk cId="1125821111" sldId="267"/>
            <ac:spMk id="2" creationId="{00000000-0000-0000-0000-000000000000}"/>
          </ac:spMkLst>
        </pc:spChg>
        <pc:spChg chg="add mod">
          <ac:chgData name="wilmar cañon" userId="7918cb078fdc7ad0" providerId="LiveId" clId="{B5B4FAE4-E2CE-4C8E-B24D-F8B836882A79}" dt="2020-06-24T16:06:28.363" v="313"/>
          <ac:spMkLst>
            <pc:docMk/>
            <pc:sldMk cId="1125821111" sldId="267"/>
            <ac:spMk id="3" creationId="{9B4C631A-4F5F-4651-9697-856B516691F7}"/>
          </ac:spMkLst>
        </pc:spChg>
      </pc:sldChg>
      <pc:sldChg chg="add">
        <pc:chgData name="wilmar cañon" userId="7918cb078fdc7ad0" providerId="LiveId" clId="{B5B4FAE4-E2CE-4C8E-B24D-F8B836882A79}" dt="2020-06-24T16:07:45.094" v="330"/>
        <pc:sldMkLst>
          <pc:docMk/>
          <pc:sldMk cId="708525481" sldId="268"/>
        </pc:sldMkLst>
      </pc:sldChg>
      <pc:sldChg chg="add">
        <pc:chgData name="wilmar cañon" userId="7918cb078fdc7ad0" providerId="LiveId" clId="{B5B4FAE4-E2CE-4C8E-B24D-F8B836882A79}" dt="2020-06-24T16:07:45.094" v="330"/>
        <pc:sldMkLst>
          <pc:docMk/>
          <pc:sldMk cId="1929907531" sldId="269"/>
        </pc:sldMkLst>
      </pc:sldChg>
      <pc:sldChg chg="modSp del">
        <pc:chgData name="wilmar cañon" userId="7918cb078fdc7ad0" providerId="LiveId" clId="{B5B4FAE4-E2CE-4C8E-B24D-F8B836882A79}" dt="2020-06-24T15:52:39.332" v="132" actId="47"/>
        <pc:sldMkLst>
          <pc:docMk/>
          <pc:sldMk cId="2962651746" sldId="269"/>
        </pc:sldMkLst>
        <pc:spChg chg="mod">
          <ac:chgData name="wilmar cañon" userId="7918cb078fdc7ad0" providerId="LiveId" clId="{B5B4FAE4-E2CE-4C8E-B24D-F8B836882A79}" dt="2020-06-24T15:40:58.728" v="4"/>
          <ac:spMkLst>
            <pc:docMk/>
            <pc:sldMk cId="2962651746" sldId="269"/>
            <ac:spMk id="2" creationId="{00000000-0000-0000-0000-000000000000}"/>
          </ac:spMkLst>
        </pc:spChg>
      </pc:sldChg>
      <pc:sldChg chg="add">
        <pc:chgData name="wilmar cañon" userId="7918cb078fdc7ad0" providerId="LiveId" clId="{B5B4FAE4-E2CE-4C8E-B24D-F8B836882A79}" dt="2020-06-24T16:07:45.094" v="330"/>
        <pc:sldMkLst>
          <pc:docMk/>
          <pc:sldMk cId="3352569303" sldId="270"/>
        </pc:sldMkLst>
      </pc:sldChg>
      <pc:sldChg chg="modSp del">
        <pc:chgData name="wilmar cañon" userId="7918cb078fdc7ad0" providerId="LiveId" clId="{B5B4FAE4-E2CE-4C8E-B24D-F8B836882A79}" dt="2020-06-24T15:52:40.047" v="133" actId="47"/>
        <pc:sldMkLst>
          <pc:docMk/>
          <pc:sldMk cId="4092480340" sldId="270"/>
        </pc:sldMkLst>
        <pc:spChg chg="mod">
          <ac:chgData name="wilmar cañon" userId="7918cb078fdc7ad0" providerId="LiveId" clId="{B5B4FAE4-E2CE-4C8E-B24D-F8B836882A79}" dt="2020-06-24T15:40:58.728" v="4"/>
          <ac:spMkLst>
            <pc:docMk/>
            <pc:sldMk cId="4092480340" sldId="270"/>
            <ac:spMk id="2" creationId="{00000000-0000-0000-0000-000000000000}"/>
          </ac:spMkLst>
        </pc:spChg>
      </pc:sldChg>
      <pc:sldChg chg="add">
        <pc:chgData name="wilmar cañon" userId="7918cb078fdc7ad0" providerId="LiveId" clId="{B5B4FAE4-E2CE-4C8E-B24D-F8B836882A79}" dt="2020-06-24T16:07:45.094" v="330"/>
        <pc:sldMkLst>
          <pc:docMk/>
          <pc:sldMk cId="619391742" sldId="271"/>
        </pc:sldMkLst>
      </pc:sldChg>
      <pc:sldChg chg="modSp del">
        <pc:chgData name="wilmar cañon" userId="7918cb078fdc7ad0" providerId="LiveId" clId="{B5B4FAE4-E2CE-4C8E-B24D-F8B836882A79}" dt="2020-06-24T15:52:40.708" v="134" actId="47"/>
        <pc:sldMkLst>
          <pc:docMk/>
          <pc:sldMk cId="2022460889" sldId="271"/>
        </pc:sldMkLst>
        <pc:spChg chg="mod">
          <ac:chgData name="wilmar cañon" userId="7918cb078fdc7ad0" providerId="LiveId" clId="{B5B4FAE4-E2CE-4C8E-B24D-F8B836882A79}" dt="2020-06-24T15:40:58.728" v="4"/>
          <ac:spMkLst>
            <pc:docMk/>
            <pc:sldMk cId="2022460889" sldId="271"/>
            <ac:spMk id="2" creationId="{00000000-0000-0000-0000-000000000000}"/>
          </ac:spMkLst>
        </pc:spChg>
      </pc:sldChg>
      <pc:sldChg chg="modSp del">
        <pc:chgData name="wilmar cañon" userId="7918cb078fdc7ad0" providerId="LiveId" clId="{B5B4FAE4-E2CE-4C8E-B24D-F8B836882A79}" dt="2020-06-24T15:52:41.498" v="135" actId="47"/>
        <pc:sldMkLst>
          <pc:docMk/>
          <pc:sldMk cId="1963530440" sldId="272"/>
        </pc:sldMkLst>
        <pc:spChg chg="mod">
          <ac:chgData name="wilmar cañon" userId="7918cb078fdc7ad0" providerId="LiveId" clId="{B5B4FAE4-E2CE-4C8E-B24D-F8B836882A79}" dt="2020-06-24T15:40:58.728" v="4"/>
          <ac:spMkLst>
            <pc:docMk/>
            <pc:sldMk cId="1963530440" sldId="272"/>
            <ac:spMk id="2" creationId="{00000000-0000-0000-0000-000000000000}"/>
          </ac:spMkLst>
        </pc:spChg>
      </pc:sldChg>
      <pc:sldMasterChg chg="modSp setBg modSldLayout">
        <pc:chgData name="wilmar cañon" userId="7918cb078fdc7ad0" providerId="LiveId" clId="{B5B4FAE4-E2CE-4C8E-B24D-F8B836882A79}" dt="2020-06-24T15:58:17.966" v="215"/>
        <pc:sldMasterMkLst>
          <pc:docMk/>
          <pc:sldMasterMk cId="4142620663" sldId="2147483648"/>
        </pc:sldMasterMkLst>
        <pc:spChg chg="mod">
          <ac:chgData name="wilmar cañon" userId="7918cb078fdc7ad0" providerId="LiveId" clId="{B5B4FAE4-E2CE-4C8E-B24D-F8B836882A79}" dt="2020-06-24T15:40:58.728" v="4"/>
          <ac:spMkLst>
            <pc:docMk/>
            <pc:sldMasterMk cId="4142620663" sldId="2147483648"/>
            <ac:spMk id="2" creationId="{00000000-0000-0000-0000-000000000000}"/>
          </ac:spMkLst>
        </pc:spChg>
        <pc:spChg chg="mod">
          <ac:chgData name="wilmar cañon" userId="7918cb078fdc7ad0" providerId="LiveId" clId="{B5B4FAE4-E2CE-4C8E-B24D-F8B836882A79}" dt="2020-06-24T15:40:58.728" v="4"/>
          <ac:spMkLst>
            <pc:docMk/>
            <pc:sldMasterMk cId="4142620663" sldId="2147483648"/>
            <ac:spMk id="3" creationId="{00000000-0000-0000-0000-000000000000}"/>
          </ac:spMkLst>
        </pc:spChg>
        <pc:spChg chg="mod">
          <ac:chgData name="wilmar cañon" userId="7918cb078fdc7ad0" providerId="LiveId" clId="{B5B4FAE4-E2CE-4C8E-B24D-F8B836882A79}" dt="2020-06-24T15:40:58.728" v="4"/>
          <ac:spMkLst>
            <pc:docMk/>
            <pc:sldMasterMk cId="4142620663" sldId="2147483648"/>
            <ac:spMk id="4" creationId="{00000000-0000-0000-0000-000000000000}"/>
          </ac:spMkLst>
        </pc:spChg>
        <pc:spChg chg="mod">
          <ac:chgData name="wilmar cañon" userId="7918cb078fdc7ad0" providerId="LiveId" clId="{B5B4FAE4-E2CE-4C8E-B24D-F8B836882A79}" dt="2020-06-24T15:40:58.728" v="4"/>
          <ac:spMkLst>
            <pc:docMk/>
            <pc:sldMasterMk cId="4142620663" sldId="2147483648"/>
            <ac:spMk id="5" creationId="{00000000-0000-0000-0000-000000000000}"/>
          </ac:spMkLst>
        </pc:spChg>
        <pc:spChg chg="mod">
          <ac:chgData name="wilmar cañon" userId="7918cb078fdc7ad0" providerId="LiveId" clId="{B5B4FAE4-E2CE-4C8E-B24D-F8B836882A79}" dt="2020-06-24T15:40:58.728" v="4"/>
          <ac:spMkLst>
            <pc:docMk/>
            <pc:sldMasterMk cId="4142620663" sldId="2147483648"/>
            <ac:spMk id="6" creationId="{00000000-0000-0000-0000-000000000000}"/>
          </ac:spMkLst>
        </pc:spChg>
        <pc:sldLayoutChg chg="modSp setBg">
          <pc:chgData name="wilmar cañon" userId="7918cb078fdc7ad0" providerId="LiveId" clId="{B5B4FAE4-E2CE-4C8E-B24D-F8B836882A79}" dt="2020-06-24T15:58:17.966" v="215"/>
          <pc:sldLayoutMkLst>
            <pc:docMk/>
            <pc:sldMasterMk cId="4142620663" sldId="2147483648"/>
            <pc:sldLayoutMk cId="1760408903" sldId="2147483649"/>
          </pc:sldLayoutMkLst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1760408903" sldId="2147483649"/>
              <ac:spMk id="2" creationId="{00000000-0000-0000-0000-000000000000}"/>
            </ac:spMkLst>
          </pc:spChg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1760408903" sldId="2147483649"/>
              <ac:spMk id="3" creationId="{00000000-0000-0000-0000-000000000000}"/>
            </ac:spMkLst>
          </pc:spChg>
        </pc:sldLayoutChg>
        <pc:sldLayoutChg chg="setBg">
          <pc:chgData name="wilmar cañon" userId="7918cb078fdc7ad0" providerId="LiveId" clId="{B5B4FAE4-E2CE-4C8E-B24D-F8B836882A79}" dt="2020-06-24T15:58:17.966" v="215"/>
          <pc:sldLayoutMkLst>
            <pc:docMk/>
            <pc:sldMasterMk cId="4142620663" sldId="2147483648"/>
            <pc:sldLayoutMk cId="3841784457" sldId="2147483650"/>
          </pc:sldLayoutMkLst>
        </pc:sldLayoutChg>
        <pc:sldLayoutChg chg="modSp setBg">
          <pc:chgData name="wilmar cañon" userId="7918cb078fdc7ad0" providerId="LiveId" clId="{B5B4FAE4-E2CE-4C8E-B24D-F8B836882A79}" dt="2020-06-24T15:58:17.966" v="215"/>
          <pc:sldLayoutMkLst>
            <pc:docMk/>
            <pc:sldMasterMk cId="4142620663" sldId="2147483648"/>
            <pc:sldLayoutMk cId="2836409556" sldId="2147483651"/>
          </pc:sldLayoutMkLst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2836409556" sldId="2147483651"/>
              <ac:spMk id="2" creationId="{00000000-0000-0000-0000-000000000000}"/>
            </ac:spMkLst>
          </pc:spChg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2836409556" sldId="2147483651"/>
              <ac:spMk id="3" creationId="{00000000-0000-0000-0000-000000000000}"/>
            </ac:spMkLst>
          </pc:spChg>
        </pc:sldLayoutChg>
        <pc:sldLayoutChg chg="modSp setBg">
          <pc:chgData name="wilmar cañon" userId="7918cb078fdc7ad0" providerId="LiveId" clId="{B5B4FAE4-E2CE-4C8E-B24D-F8B836882A79}" dt="2020-06-24T15:58:17.966" v="215"/>
          <pc:sldLayoutMkLst>
            <pc:docMk/>
            <pc:sldMasterMk cId="4142620663" sldId="2147483648"/>
            <pc:sldLayoutMk cId="3020471693" sldId="2147483652"/>
          </pc:sldLayoutMkLst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3020471693" sldId="2147483652"/>
              <ac:spMk id="3" creationId="{00000000-0000-0000-0000-000000000000}"/>
            </ac:spMkLst>
          </pc:spChg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3020471693" sldId="2147483652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B5B4FAE4-E2CE-4C8E-B24D-F8B836882A79}" dt="2020-06-24T15:58:17.966" v="215"/>
          <pc:sldLayoutMkLst>
            <pc:docMk/>
            <pc:sldMasterMk cId="4142620663" sldId="2147483648"/>
            <pc:sldLayoutMk cId="2436002294" sldId="2147483653"/>
          </pc:sldLayoutMkLst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2436002294" sldId="2147483653"/>
              <ac:spMk id="3" creationId="{00000000-0000-0000-0000-000000000000}"/>
            </ac:spMkLst>
          </pc:spChg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2436002294" sldId="2147483653"/>
              <ac:spMk id="4" creationId="{00000000-0000-0000-0000-000000000000}"/>
            </ac:spMkLst>
          </pc:spChg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2436002294" sldId="2147483653"/>
              <ac:spMk id="5" creationId="{00000000-0000-0000-0000-000000000000}"/>
            </ac:spMkLst>
          </pc:spChg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2436002294" sldId="2147483653"/>
              <ac:spMk id="6" creationId="{00000000-0000-0000-0000-000000000000}"/>
            </ac:spMkLst>
          </pc:spChg>
        </pc:sldLayoutChg>
        <pc:sldLayoutChg chg="setBg">
          <pc:chgData name="wilmar cañon" userId="7918cb078fdc7ad0" providerId="LiveId" clId="{B5B4FAE4-E2CE-4C8E-B24D-F8B836882A79}" dt="2020-06-24T15:58:17.966" v="215"/>
          <pc:sldLayoutMkLst>
            <pc:docMk/>
            <pc:sldMasterMk cId="4142620663" sldId="2147483648"/>
            <pc:sldLayoutMk cId="1156820257" sldId="2147483654"/>
          </pc:sldLayoutMkLst>
        </pc:sldLayoutChg>
        <pc:sldLayoutChg chg="setBg">
          <pc:chgData name="wilmar cañon" userId="7918cb078fdc7ad0" providerId="LiveId" clId="{B5B4FAE4-E2CE-4C8E-B24D-F8B836882A79}" dt="2020-06-24T15:58:17.966" v="215"/>
          <pc:sldLayoutMkLst>
            <pc:docMk/>
            <pc:sldMasterMk cId="4142620663" sldId="2147483648"/>
            <pc:sldLayoutMk cId="422591775" sldId="2147483655"/>
          </pc:sldLayoutMkLst>
        </pc:sldLayoutChg>
        <pc:sldLayoutChg chg="modSp setBg">
          <pc:chgData name="wilmar cañon" userId="7918cb078fdc7ad0" providerId="LiveId" clId="{B5B4FAE4-E2CE-4C8E-B24D-F8B836882A79}" dt="2020-06-24T15:58:17.966" v="215"/>
          <pc:sldLayoutMkLst>
            <pc:docMk/>
            <pc:sldMasterMk cId="4142620663" sldId="2147483648"/>
            <pc:sldLayoutMk cId="2681589348" sldId="2147483656"/>
          </pc:sldLayoutMkLst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2681589348" sldId="2147483656"/>
              <ac:spMk id="2" creationId="{00000000-0000-0000-0000-000000000000}"/>
            </ac:spMkLst>
          </pc:spChg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2681589348" sldId="2147483656"/>
              <ac:spMk id="3" creationId="{00000000-0000-0000-0000-000000000000}"/>
            </ac:spMkLst>
          </pc:spChg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2681589348" sldId="2147483656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B5B4FAE4-E2CE-4C8E-B24D-F8B836882A79}" dt="2020-06-24T15:58:17.966" v="215"/>
          <pc:sldLayoutMkLst>
            <pc:docMk/>
            <pc:sldMasterMk cId="4142620663" sldId="2147483648"/>
            <pc:sldLayoutMk cId="2582251529" sldId="2147483657"/>
          </pc:sldLayoutMkLst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2582251529" sldId="2147483657"/>
              <ac:spMk id="2" creationId="{00000000-0000-0000-0000-000000000000}"/>
            </ac:spMkLst>
          </pc:spChg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2582251529" sldId="2147483657"/>
              <ac:spMk id="3" creationId="{00000000-0000-0000-0000-000000000000}"/>
            </ac:spMkLst>
          </pc:spChg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2582251529" sldId="2147483657"/>
              <ac:spMk id="4" creationId="{00000000-0000-0000-0000-000000000000}"/>
            </ac:spMkLst>
          </pc:spChg>
        </pc:sldLayoutChg>
        <pc:sldLayoutChg chg="setBg">
          <pc:chgData name="wilmar cañon" userId="7918cb078fdc7ad0" providerId="LiveId" clId="{B5B4FAE4-E2CE-4C8E-B24D-F8B836882A79}" dt="2020-06-24T15:58:17.966" v="215"/>
          <pc:sldLayoutMkLst>
            <pc:docMk/>
            <pc:sldMasterMk cId="4142620663" sldId="2147483648"/>
            <pc:sldLayoutMk cId="2559532712" sldId="2147483658"/>
          </pc:sldLayoutMkLst>
        </pc:sldLayoutChg>
        <pc:sldLayoutChg chg="modSp setBg">
          <pc:chgData name="wilmar cañon" userId="7918cb078fdc7ad0" providerId="LiveId" clId="{B5B4FAE4-E2CE-4C8E-B24D-F8B836882A79}" dt="2020-06-24T15:58:17.966" v="215"/>
          <pc:sldLayoutMkLst>
            <pc:docMk/>
            <pc:sldMasterMk cId="4142620663" sldId="2147483648"/>
            <pc:sldLayoutMk cId="1917166916" sldId="2147483659"/>
          </pc:sldLayoutMkLst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1917166916" sldId="2147483659"/>
              <ac:spMk id="2" creationId="{00000000-0000-0000-0000-000000000000}"/>
            </ac:spMkLst>
          </pc:spChg>
          <pc:spChg chg="mod">
            <ac:chgData name="wilmar cañon" userId="7918cb078fdc7ad0" providerId="LiveId" clId="{B5B4FAE4-E2CE-4C8E-B24D-F8B836882A79}" dt="2020-06-24T15:40:58.728" v="4"/>
            <ac:spMkLst>
              <pc:docMk/>
              <pc:sldMasterMk cId="4142620663" sldId="2147483648"/>
              <pc:sldLayoutMk cId="1917166916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9C19F-F05F-4670-81F8-200122A2C37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6DA61-4AE3-4601-819C-BFB4333B25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3660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6DA61-4AE3-4601-819C-BFB4333B2566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0042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6DA61-4AE3-4601-819C-BFB4333B2566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7979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555F-63F9-4FD2-A0EB-DD6B5D52C60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0869-D7D7-45E6-B4DD-AD013A5719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0408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555F-63F9-4FD2-A0EB-DD6B5D52C60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0869-D7D7-45E6-B4DD-AD013A5719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1784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555F-63F9-4FD2-A0EB-DD6B5D52C60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0869-D7D7-45E6-B4DD-AD013A5719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640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555F-63F9-4FD2-A0EB-DD6B5D52C60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0869-D7D7-45E6-B4DD-AD013A5719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0471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555F-63F9-4FD2-A0EB-DD6B5D52C60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0869-D7D7-45E6-B4DD-AD013A5719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6002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555F-63F9-4FD2-A0EB-DD6B5D52C60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0869-D7D7-45E6-B4DD-AD013A5719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682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555F-63F9-4FD2-A0EB-DD6B5D52C60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0869-D7D7-45E6-B4DD-AD013A5719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59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555F-63F9-4FD2-A0EB-DD6B5D52C60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0869-D7D7-45E6-B4DD-AD013A5719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589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555F-63F9-4FD2-A0EB-DD6B5D52C60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0869-D7D7-45E6-B4DD-AD013A5719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2251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555F-63F9-4FD2-A0EB-DD6B5D52C60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0869-D7D7-45E6-B4DD-AD013A5719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9532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555F-63F9-4FD2-A0EB-DD6B5D52C60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80869-D7D7-45E6-B4DD-AD013A5719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716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9555F-63F9-4FD2-A0EB-DD6B5D52C60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80869-D7D7-45E6-B4DD-AD013A5719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2620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95447" y="1412776"/>
            <a:ext cx="8553105" cy="2700300"/>
          </a:xfrm>
        </p:spPr>
        <p:txBody>
          <a:bodyPr>
            <a:norm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El mundo no es mi hogar </a:t>
            </a:r>
          </a:p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Soy 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Black" panose="020B0A04020102020204" pitchFamily="34" charset="0"/>
                <a:ea typeface="Meiryo UI" panose="020B0604030504040204" pitchFamily="34" charset="-128"/>
              </a:rPr>
              <a:t>peregrino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 aquí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B92759-99E1-4616-B7C5-243979865E6D}"/>
              </a:ext>
            </a:extLst>
          </p:cNvPr>
          <p:cNvSpPr txBox="1"/>
          <p:nvPr/>
        </p:nvSpPr>
        <p:spPr>
          <a:xfrm>
            <a:off x="4409982" y="260648"/>
            <a:ext cx="47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EL MUNDO NO ES MI HOGAR </a:t>
            </a:r>
            <a:endParaRPr lang="es-CO" sz="24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068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61256" y="1556792"/>
            <a:ext cx="7821488" cy="27003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En la CIUDAD DE LUZ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Tendré tesoros sí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6A0B0E-0E64-48AB-B974-13B2FEAA5CF2}"/>
              </a:ext>
            </a:extLst>
          </p:cNvPr>
          <p:cNvSpPr txBox="1"/>
          <p:nvPr/>
        </p:nvSpPr>
        <p:spPr>
          <a:xfrm>
            <a:off x="4409982" y="260648"/>
            <a:ext cx="47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EL MUNDO NO ES MI HOGAR </a:t>
            </a:r>
            <a:endParaRPr lang="es-CO" sz="24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929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13284" y="1700808"/>
            <a:ext cx="7317432" cy="27003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Eterno resplandor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Por siempre gozaré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909FC00-32A2-4F38-AF0E-EC87F7768BBF}"/>
              </a:ext>
            </a:extLst>
          </p:cNvPr>
          <p:cNvSpPr txBox="1"/>
          <p:nvPr/>
        </p:nvSpPr>
        <p:spPr>
          <a:xfrm>
            <a:off x="4409982" y="260648"/>
            <a:ext cx="47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EL MUNDO NO ES MI HOGAR </a:t>
            </a:r>
            <a:endParaRPr lang="es-CO" sz="24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586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88068" y="1628800"/>
            <a:ext cx="7767863" cy="27003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Y la vida mundana jamás desearé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09DF88C-7C4A-4E65-9334-5638E1048578}"/>
              </a:ext>
            </a:extLst>
          </p:cNvPr>
          <p:cNvSpPr txBox="1"/>
          <p:nvPr/>
        </p:nvSpPr>
        <p:spPr>
          <a:xfrm>
            <a:off x="4409982" y="260648"/>
            <a:ext cx="47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EL MUNDO NO ES MI HOGAR </a:t>
            </a:r>
            <a:endParaRPr lang="es-CO" sz="24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586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97260" y="1772816"/>
            <a:ext cx="7749480" cy="27003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BENDITO CRISTO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Tú eres SIEMPRE FIEL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337294-CEC8-4E24-A6A3-4D29DF933498}"/>
              </a:ext>
            </a:extLst>
          </p:cNvPr>
          <p:cNvSpPr txBox="1"/>
          <p:nvPr/>
        </p:nvSpPr>
        <p:spPr>
          <a:xfrm>
            <a:off x="4409982" y="260648"/>
            <a:ext cx="47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EL MUNDO NO ES MI HOGAR </a:t>
            </a:r>
            <a:endParaRPr lang="es-CO" sz="24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586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79513" y="1700808"/>
            <a:ext cx="8964487" cy="27003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La dicha que me das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Más dulce es que la miel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CAC6CC6-E171-4D7E-B466-1AA535163A67}"/>
              </a:ext>
            </a:extLst>
          </p:cNvPr>
          <p:cNvSpPr txBox="1"/>
          <p:nvPr/>
        </p:nvSpPr>
        <p:spPr>
          <a:xfrm>
            <a:off x="4409982" y="260648"/>
            <a:ext cx="47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EL MUNDO NO ES MI HOGAR </a:t>
            </a:r>
            <a:endParaRPr lang="es-CO" sz="24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586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03548" y="1952836"/>
            <a:ext cx="8136904" cy="295232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La célica mansión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Por siempre gozaré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7999C98-BA61-4069-BAE3-3055E8EFDE04}"/>
              </a:ext>
            </a:extLst>
          </p:cNvPr>
          <p:cNvSpPr txBox="1"/>
          <p:nvPr/>
        </p:nvSpPr>
        <p:spPr>
          <a:xfrm>
            <a:off x="4409982" y="260648"/>
            <a:ext cx="47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EL MUNDO NO ES MI HOGAR </a:t>
            </a:r>
            <a:endParaRPr lang="es-CO" sz="24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586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77280" y="2078850"/>
            <a:ext cx="7389440" cy="27003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Y la vida mundana jamás desearé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BBF8B67-C73A-4C73-94C8-B02CFF6CAB55}"/>
              </a:ext>
            </a:extLst>
          </p:cNvPr>
          <p:cNvSpPr txBox="1"/>
          <p:nvPr/>
        </p:nvSpPr>
        <p:spPr>
          <a:xfrm>
            <a:off x="4409982" y="260648"/>
            <a:ext cx="47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EL MUNDO NO ES MI HOGAR </a:t>
            </a:r>
            <a:endParaRPr lang="es-CO" sz="24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586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09228" y="1772816"/>
            <a:ext cx="8325544" cy="27003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Ningún dolor habrá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Al lado de JESÚS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3B32404-8E69-43FB-9105-2132E32B633C}"/>
              </a:ext>
            </a:extLst>
          </p:cNvPr>
          <p:cNvSpPr txBox="1"/>
          <p:nvPr/>
        </p:nvSpPr>
        <p:spPr>
          <a:xfrm>
            <a:off x="4409982" y="260648"/>
            <a:ext cx="47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EL MUNDO NO ES MI HOGAR </a:t>
            </a:r>
            <a:endParaRPr lang="es-CO" sz="24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586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79512" y="1628800"/>
            <a:ext cx="8712968" cy="27003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Quien derramó su sangre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En la cruenta CRUZ 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7C4533-F500-44BA-91D8-535564431750}"/>
              </a:ext>
            </a:extLst>
          </p:cNvPr>
          <p:cNvSpPr txBox="1"/>
          <p:nvPr/>
        </p:nvSpPr>
        <p:spPr>
          <a:xfrm>
            <a:off x="4409982" y="260648"/>
            <a:ext cx="47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EL MUNDO NO ES MI HOGAR </a:t>
            </a:r>
            <a:endParaRPr lang="es-CO" sz="24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586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24263" y="1844824"/>
            <a:ext cx="7695474" cy="27003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PERFECTA PAZ ALLÁ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Por siempre gozaré</a:t>
            </a: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FCC1D93-A466-4392-A113-3A4007D0CEE6}"/>
              </a:ext>
            </a:extLst>
          </p:cNvPr>
          <p:cNvSpPr txBox="1"/>
          <p:nvPr/>
        </p:nvSpPr>
        <p:spPr>
          <a:xfrm>
            <a:off x="4409982" y="260648"/>
            <a:ext cx="47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EL MUNDO NO ES MI HOGAR </a:t>
            </a:r>
            <a:endParaRPr lang="es-CO" sz="24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586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24263" y="1628800"/>
            <a:ext cx="7695474" cy="27003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Y la vida mundana jamás desearé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915AC9D-F271-4CBB-8449-6EF8334A3D22}"/>
              </a:ext>
            </a:extLst>
          </p:cNvPr>
          <p:cNvSpPr txBox="1"/>
          <p:nvPr/>
        </p:nvSpPr>
        <p:spPr>
          <a:xfrm>
            <a:off x="4409982" y="260648"/>
            <a:ext cx="47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EL MUNDO NO ES MI HOGAR </a:t>
            </a:r>
            <a:endParaRPr lang="es-CO" sz="24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821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83214" y="1916832"/>
            <a:ext cx="8253536" cy="27003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BENDITO CRISTO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Tú eres SIEMPRE FIEL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337294-CEC8-4E24-A6A3-4D29DF933498}"/>
              </a:ext>
            </a:extLst>
          </p:cNvPr>
          <p:cNvSpPr txBox="1"/>
          <p:nvPr/>
        </p:nvSpPr>
        <p:spPr>
          <a:xfrm>
            <a:off x="4409982" y="260648"/>
            <a:ext cx="47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EL MUNDO NO ES MI HOGAR </a:t>
            </a:r>
            <a:endParaRPr lang="es-CO" sz="24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030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1210" y="1772816"/>
            <a:ext cx="8964488" cy="27003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La dicha que me das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Más dulce es que la miel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CAC6CC6-E171-4D7E-B466-1AA535163A67}"/>
              </a:ext>
            </a:extLst>
          </p:cNvPr>
          <p:cNvSpPr txBox="1"/>
          <p:nvPr/>
        </p:nvSpPr>
        <p:spPr>
          <a:xfrm>
            <a:off x="4409982" y="260648"/>
            <a:ext cx="47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EL MUNDO NO ES MI HOGAR </a:t>
            </a:r>
            <a:endParaRPr lang="es-CO" sz="24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278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03548" y="1772816"/>
            <a:ext cx="8136904" cy="295232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La célica mansión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POR SIEMPRE gozaré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7999C98-BA61-4069-BAE3-3055E8EFDE04}"/>
              </a:ext>
            </a:extLst>
          </p:cNvPr>
          <p:cNvSpPr txBox="1"/>
          <p:nvPr/>
        </p:nvSpPr>
        <p:spPr>
          <a:xfrm>
            <a:off x="4409982" y="260648"/>
            <a:ext cx="47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EL MUNDO NO ES MI HOGAR </a:t>
            </a:r>
            <a:endParaRPr lang="es-CO" sz="24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592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97260" y="1988840"/>
            <a:ext cx="7749480" cy="27003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Y la vida mundana jamás desearé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BBF8B67-C73A-4C73-94C8-B02CFF6CAB55}"/>
              </a:ext>
            </a:extLst>
          </p:cNvPr>
          <p:cNvSpPr txBox="1"/>
          <p:nvPr/>
        </p:nvSpPr>
        <p:spPr>
          <a:xfrm>
            <a:off x="4409982" y="260648"/>
            <a:ext cx="47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EL MUNDO NO ES MI HOGAR </a:t>
            </a:r>
            <a:endParaRPr lang="es-CO" sz="2400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77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213</Words>
  <Application>Microsoft Office PowerPoint</Application>
  <PresentationFormat>Presentación en pantalla (4:3)</PresentationFormat>
  <Paragraphs>48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Arial Rounded MT Bold</vt:lpstr>
      <vt:lpstr>Calibri</vt:lpstr>
      <vt:lpstr>Century Gothic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Familia Cañon Peña</dc:creator>
  <cp:lastModifiedBy>Familia Cañon Peña</cp:lastModifiedBy>
  <cp:revision>16</cp:revision>
  <dcterms:created xsi:type="dcterms:W3CDTF">2016-07-23T03:05:24Z</dcterms:created>
  <dcterms:modified xsi:type="dcterms:W3CDTF">2021-07-27T03:21:28Z</dcterms:modified>
</cp:coreProperties>
</file>