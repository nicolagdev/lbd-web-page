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77" r:id="rId9"/>
    <p:sldId id="279" r:id="rId10"/>
    <p:sldId id="280" r:id="rId11"/>
    <p:sldId id="265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E054A-3C6B-4C61-8BB8-AE05691C0E1C}" v="136" dt="2020-06-24T15:36:40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4E4E054A-3C6B-4C61-8BB8-AE05691C0E1C}"/>
    <pc:docChg chg="undo custSel addSld delSld modSld addMainMaster delMainMaster modMainMaster">
      <pc:chgData name="wilmar cañon" userId="7918cb078fdc7ad0" providerId="LiveId" clId="{4E4E054A-3C6B-4C61-8BB8-AE05691C0E1C}" dt="2020-06-24T15:36:40.985" v="487"/>
      <pc:docMkLst>
        <pc:docMk/>
      </pc:docMkLst>
      <pc:sldChg chg="addSp delSp modSp mod setBg">
        <pc:chgData name="wilmar cañon" userId="7918cb078fdc7ad0" providerId="LiveId" clId="{4E4E054A-3C6B-4C61-8BB8-AE05691C0E1C}" dt="2020-06-24T15:35:33.377" v="478"/>
        <pc:sldMkLst>
          <pc:docMk/>
          <pc:sldMk cId="1446569625" sldId="257"/>
        </pc:sldMkLst>
        <pc:spChg chg="mod">
          <ac:chgData name="wilmar cañon" userId="7918cb078fdc7ad0" providerId="LiveId" clId="{4E4E054A-3C6B-4C61-8BB8-AE05691C0E1C}" dt="2020-06-24T15:32:12.926" v="419" actId="1035"/>
          <ac:spMkLst>
            <pc:docMk/>
            <pc:sldMk cId="1446569625" sldId="257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32.856" v="465" actId="1076"/>
          <ac:spMkLst>
            <pc:docMk/>
            <pc:sldMk cId="1446569625" sldId="257"/>
            <ac:spMk id="3" creationId="{5372976C-169A-4A7A-95DA-0AE30CB5CCCF}"/>
          </ac:spMkLst>
        </pc:spChg>
        <pc:spChg chg="del mod">
          <ac:chgData name="wilmar cañon" userId="7918cb078fdc7ad0" providerId="LiveId" clId="{4E4E054A-3C6B-4C61-8BB8-AE05691C0E1C}" dt="2020-06-24T14:53:36.288" v="52" actId="478"/>
          <ac:spMkLst>
            <pc:docMk/>
            <pc:sldMk cId="1446569625" sldId="257"/>
            <ac:spMk id="4" creationId="{00000000-0000-0000-0000-000000000000}"/>
          </ac:spMkLst>
        </pc:spChg>
      </pc:sldChg>
      <pc:sldChg chg="addSp delSp modSp mod setBg">
        <pc:chgData name="wilmar cañon" userId="7918cb078fdc7ad0" providerId="LiveId" clId="{4E4E054A-3C6B-4C61-8BB8-AE05691C0E1C}" dt="2020-06-24T15:35:33.377" v="478"/>
        <pc:sldMkLst>
          <pc:docMk/>
          <pc:sldMk cId="563693078" sldId="258"/>
        </pc:sldMkLst>
        <pc:spChg chg="mod">
          <ac:chgData name="wilmar cañon" userId="7918cb078fdc7ad0" providerId="LiveId" clId="{4E4E054A-3C6B-4C61-8BB8-AE05691C0E1C}" dt="2020-06-24T15:32:24.221" v="425" actId="1035"/>
          <ac:spMkLst>
            <pc:docMk/>
            <pc:sldMk cId="563693078" sldId="258"/>
            <ac:spMk id="2" creationId="{00000000-0000-0000-0000-000000000000}"/>
          </ac:spMkLst>
        </pc:spChg>
        <pc:spChg chg="add del mod">
          <ac:chgData name="wilmar cañon" userId="7918cb078fdc7ad0" providerId="LiveId" clId="{4E4E054A-3C6B-4C61-8BB8-AE05691C0E1C}" dt="2020-06-24T15:34:36.408" v="466" actId="478"/>
          <ac:spMkLst>
            <pc:docMk/>
            <pc:sldMk cId="563693078" sldId="258"/>
            <ac:spMk id="3" creationId="{D7601689-9BA8-411C-B9E5-5154DFFE4D8F}"/>
          </ac:spMkLst>
        </pc:spChg>
        <pc:spChg chg="add mod">
          <ac:chgData name="wilmar cañon" userId="7918cb078fdc7ad0" providerId="LiveId" clId="{4E4E054A-3C6B-4C61-8BB8-AE05691C0E1C}" dt="2020-06-24T15:34:36.622" v="467"/>
          <ac:spMkLst>
            <pc:docMk/>
            <pc:sldMk cId="563693078" sldId="258"/>
            <ac:spMk id="4" creationId="{07FBED07-DF56-47BA-9CAD-20C8AAC9CAAB}"/>
          </ac:spMkLst>
        </pc:spChg>
      </pc:sldChg>
      <pc:sldChg chg="addSp delSp modSp mod setBg">
        <pc:chgData name="wilmar cañon" userId="7918cb078fdc7ad0" providerId="LiveId" clId="{4E4E054A-3C6B-4C61-8BB8-AE05691C0E1C}" dt="2020-06-24T15:35:52.330" v="480"/>
        <pc:sldMkLst>
          <pc:docMk/>
          <pc:sldMk cId="2493993521" sldId="259"/>
        </pc:sldMkLst>
        <pc:spChg chg="mod">
          <ac:chgData name="wilmar cañon" userId="7918cb078fdc7ad0" providerId="LiveId" clId="{4E4E054A-3C6B-4C61-8BB8-AE05691C0E1C}" dt="2020-06-24T15:32:48.449" v="429" actId="1076"/>
          <ac:spMkLst>
            <pc:docMk/>
            <pc:sldMk cId="2493993521" sldId="259"/>
            <ac:spMk id="2" creationId="{00000000-0000-0000-0000-000000000000}"/>
          </ac:spMkLst>
        </pc:spChg>
        <pc:spChg chg="add del mod">
          <ac:chgData name="wilmar cañon" userId="7918cb078fdc7ad0" providerId="LiveId" clId="{4E4E054A-3C6B-4C61-8BB8-AE05691C0E1C}" dt="2020-06-24T15:34:40.008" v="468" actId="478"/>
          <ac:spMkLst>
            <pc:docMk/>
            <pc:sldMk cId="2493993521" sldId="259"/>
            <ac:spMk id="3" creationId="{4B050B3A-3DDD-4899-9076-C927347E4594}"/>
          </ac:spMkLst>
        </pc:spChg>
        <pc:spChg chg="add mod">
          <ac:chgData name="wilmar cañon" userId="7918cb078fdc7ad0" providerId="LiveId" clId="{4E4E054A-3C6B-4C61-8BB8-AE05691C0E1C}" dt="2020-06-24T15:34:40.580" v="469"/>
          <ac:spMkLst>
            <pc:docMk/>
            <pc:sldMk cId="2493993521" sldId="259"/>
            <ac:spMk id="4" creationId="{068E913D-D83E-4882-B461-0383C80493B4}"/>
          </ac:spMkLst>
        </pc:spChg>
      </pc:sldChg>
      <pc:sldChg chg="addSp modSp mod setBg">
        <pc:chgData name="wilmar cañon" userId="7918cb078fdc7ad0" providerId="LiveId" clId="{4E4E054A-3C6B-4C61-8BB8-AE05691C0E1C}" dt="2020-06-24T15:35:59.016" v="482"/>
        <pc:sldMkLst>
          <pc:docMk/>
          <pc:sldMk cId="1674494548" sldId="260"/>
        </pc:sldMkLst>
        <pc:spChg chg="mod">
          <ac:chgData name="wilmar cañon" userId="7918cb078fdc7ad0" providerId="LiveId" clId="{4E4E054A-3C6B-4C61-8BB8-AE05691C0E1C}" dt="2020-06-24T15:32:43.729" v="428" actId="1076"/>
          <ac:spMkLst>
            <pc:docMk/>
            <pc:sldMk cId="1674494548" sldId="260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44.037" v="470"/>
          <ac:spMkLst>
            <pc:docMk/>
            <pc:sldMk cId="1674494548" sldId="260"/>
            <ac:spMk id="3" creationId="{A1CA8A39-90CD-4FA2-BA4D-8DF940E13118}"/>
          </ac:spMkLst>
        </pc:spChg>
      </pc:sldChg>
      <pc:sldChg chg="addSp modSp mod setBg">
        <pc:chgData name="wilmar cañon" userId="7918cb078fdc7ad0" providerId="LiveId" clId="{4E4E054A-3C6B-4C61-8BB8-AE05691C0E1C}" dt="2020-06-24T15:35:33.377" v="478"/>
        <pc:sldMkLst>
          <pc:docMk/>
          <pc:sldMk cId="326757163" sldId="261"/>
        </pc:sldMkLst>
        <pc:spChg chg="mod">
          <ac:chgData name="wilmar cañon" userId="7918cb078fdc7ad0" providerId="LiveId" clId="{4E4E054A-3C6B-4C61-8BB8-AE05691C0E1C}" dt="2020-06-24T15:32:53.868" v="433" actId="404"/>
          <ac:spMkLst>
            <pc:docMk/>
            <pc:sldMk cId="326757163" sldId="261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45.399" v="471"/>
          <ac:spMkLst>
            <pc:docMk/>
            <pc:sldMk cId="326757163" sldId="261"/>
            <ac:spMk id="3" creationId="{7B7E65B1-E9F6-4A9B-8E5D-3E72913114C5}"/>
          </ac:spMkLst>
        </pc:spChg>
      </pc:sldChg>
      <pc:sldChg chg="addSp modSp add del mod setBg">
        <pc:chgData name="wilmar cañon" userId="7918cb078fdc7ad0" providerId="LiveId" clId="{4E4E054A-3C6B-4C61-8BB8-AE05691C0E1C}" dt="2020-06-24T15:35:33.377" v="478"/>
        <pc:sldMkLst>
          <pc:docMk/>
          <pc:sldMk cId="3990618502" sldId="262"/>
        </pc:sldMkLst>
        <pc:spChg chg="mod">
          <ac:chgData name="wilmar cañon" userId="7918cb078fdc7ad0" providerId="LiveId" clId="{4E4E054A-3C6B-4C61-8BB8-AE05691C0E1C}" dt="2020-06-24T15:33:04.316" v="435" actId="403"/>
          <ac:spMkLst>
            <pc:docMk/>
            <pc:sldMk cId="3990618502" sldId="262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46.795" v="472"/>
          <ac:spMkLst>
            <pc:docMk/>
            <pc:sldMk cId="3990618502" sldId="262"/>
            <ac:spMk id="3" creationId="{69BFC82C-6111-44E9-A775-2C04639E0D55}"/>
          </ac:spMkLst>
        </pc:spChg>
      </pc:sldChg>
      <pc:sldChg chg="modSp del mod">
        <pc:chgData name="wilmar cañon" userId="7918cb078fdc7ad0" providerId="LiveId" clId="{4E4E054A-3C6B-4C61-8BB8-AE05691C0E1C}" dt="2020-06-24T14:57:47.144" v="134" actId="47"/>
        <pc:sldMkLst>
          <pc:docMk/>
          <pc:sldMk cId="2018549102" sldId="263"/>
        </pc:sldMkLst>
        <pc:spChg chg="mod">
          <ac:chgData name="wilmar cañon" userId="7918cb078fdc7ad0" providerId="LiveId" clId="{4E4E054A-3C6B-4C61-8BB8-AE05691C0E1C}" dt="2020-06-24T14:57:16.829" v="122" actId="21"/>
          <ac:spMkLst>
            <pc:docMk/>
            <pc:sldMk cId="2018549102" sldId="263"/>
            <ac:spMk id="2" creationId="{00000000-0000-0000-0000-000000000000}"/>
          </ac:spMkLst>
        </pc:spChg>
      </pc:sldChg>
      <pc:sldChg chg="modSp add del mod setBg">
        <pc:chgData name="wilmar cañon" userId="7918cb078fdc7ad0" providerId="LiveId" clId="{4E4E054A-3C6B-4C61-8BB8-AE05691C0E1C}" dt="2020-06-24T15:20:47.015" v="251" actId="47"/>
        <pc:sldMkLst>
          <pc:docMk/>
          <pc:sldMk cId="343981428" sldId="264"/>
        </pc:sldMkLst>
        <pc:spChg chg="mod">
          <ac:chgData name="wilmar cañon" userId="7918cb078fdc7ad0" providerId="LiveId" clId="{4E4E054A-3C6B-4C61-8BB8-AE05691C0E1C}" dt="2020-06-24T15:12:19.054" v="194"/>
          <ac:spMkLst>
            <pc:docMk/>
            <pc:sldMk cId="343981428" sldId="264"/>
            <ac:spMk id="2" creationId="{00000000-0000-0000-0000-000000000000}"/>
          </ac:spMkLst>
        </pc:spChg>
      </pc:sldChg>
      <pc:sldChg chg="addSp modSp add del mod setBg">
        <pc:chgData name="wilmar cañon" userId="7918cb078fdc7ad0" providerId="LiveId" clId="{4E4E054A-3C6B-4C61-8BB8-AE05691C0E1C}" dt="2020-06-24T15:35:33.377" v="478"/>
        <pc:sldMkLst>
          <pc:docMk/>
          <pc:sldMk cId="2442503225" sldId="265"/>
        </pc:sldMkLst>
        <pc:spChg chg="mod">
          <ac:chgData name="wilmar cañon" userId="7918cb078fdc7ad0" providerId="LiveId" clId="{4E4E054A-3C6B-4C61-8BB8-AE05691C0E1C}" dt="2020-06-24T15:32:01.527" v="411"/>
          <ac:spMkLst>
            <pc:docMk/>
            <pc:sldMk cId="2442503225" sldId="265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52.733" v="476"/>
          <ac:spMkLst>
            <pc:docMk/>
            <pc:sldMk cId="2442503225" sldId="265"/>
            <ac:spMk id="3" creationId="{17441F4B-3FD4-437E-B324-59A9F7217090}"/>
          </ac:spMkLst>
        </pc:spChg>
      </pc:sldChg>
      <pc:sldChg chg="del">
        <pc:chgData name="wilmar cañon" userId="7918cb078fdc7ad0" providerId="LiveId" clId="{4E4E054A-3C6B-4C61-8BB8-AE05691C0E1C}" dt="2020-06-24T14:52:29.455" v="35" actId="47"/>
        <pc:sldMkLst>
          <pc:docMk/>
          <pc:sldMk cId="1788698172" sldId="276"/>
        </pc:sldMkLst>
      </pc:sldChg>
      <pc:sldChg chg="addSp modSp add del mod setBg">
        <pc:chgData name="wilmar cañon" userId="7918cb078fdc7ad0" providerId="LiveId" clId="{4E4E054A-3C6B-4C61-8BB8-AE05691C0E1C}" dt="2020-06-24T15:35:33.377" v="478"/>
        <pc:sldMkLst>
          <pc:docMk/>
          <pc:sldMk cId="3670939093" sldId="277"/>
        </pc:sldMkLst>
        <pc:spChg chg="mod">
          <ac:chgData name="wilmar cañon" userId="7918cb078fdc7ad0" providerId="LiveId" clId="{4E4E054A-3C6B-4C61-8BB8-AE05691C0E1C}" dt="2020-06-24T15:33:14.796" v="436" actId="403"/>
          <ac:spMkLst>
            <pc:docMk/>
            <pc:sldMk cId="3670939093" sldId="277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48.362" v="473"/>
          <ac:spMkLst>
            <pc:docMk/>
            <pc:sldMk cId="3670939093" sldId="277"/>
            <ac:spMk id="3" creationId="{409DBE9F-909D-4B0A-A48A-A590F5B904BF}"/>
          </ac:spMkLst>
        </pc:spChg>
      </pc:sldChg>
      <pc:sldChg chg="delSp modSp add del mod setBg">
        <pc:chgData name="wilmar cañon" userId="7918cb078fdc7ad0" providerId="LiveId" clId="{4E4E054A-3C6B-4C61-8BB8-AE05691C0E1C}" dt="2020-06-24T15:21:02.193" v="257" actId="47"/>
        <pc:sldMkLst>
          <pc:docMk/>
          <pc:sldMk cId="19039412" sldId="278"/>
        </pc:sldMkLst>
        <pc:spChg chg="del mod">
          <ac:chgData name="wilmar cañon" userId="7918cb078fdc7ad0" providerId="LiveId" clId="{4E4E054A-3C6B-4C61-8BB8-AE05691C0E1C}" dt="2020-06-24T15:20:56.655" v="255"/>
          <ac:spMkLst>
            <pc:docMk/>
            <pc:sldMk cId="19039412" sldId="278"/>
            <ac:spMk id="2" creationId="{00000000-0000-0000-0000-000000000000}"/>
          </ac:spMkLst>
        </pc:spChg>
      </pc:sldChg>
      <pc:sldChg chg="addSp modSp add mod setBg">
        <pc:chgData name="wilmar cañon" userId="7918cb078fdc7ad0" providerId="LiveId" clId="{4E4E054A-3C6B-4C61-8BB8-AE05691C0E1C}" dt="2020-06-24T15:35:33.377" v="478"/>
        <pc:sldMkLst>
          <pc:docMk/>
          <pc:sldMk cId="2922092879" sldId="279"/>
        </pc:sldMkLst>
        <pc:spChg chg="mod">
          <ac:chgData name="wilmar cañon" userId="7918cb078fdc7ad0" providerId="LiveId" clId="{4E4E054A-3C6B-4C61-8BB8-AE05691C0E1C}" dt="2020-06-24T15:33:25.593" v="437" actId="1076"/>
          <ac:spMkLst>
            <pc:docMk/>
            <pc:sldMk cId="2922092879" sldId="279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49.861" v="474"/>
          <ac:spMkLst>
            <pc:docMk/>
            <pc:sldMk cId="2922092879" sldId="279"/>
            <ac:spMk id="3" creationId="{F1397D3B-AF9B-414E-89F4-B59C27349408}"/>
          </ac:spMkLst>
        </pc:spChg>
      </pc:sldChg>
      <pc:sldChg chg="del">
        <pc:chgData name="wilmar cañon" userId="7918cb078fdc7ad0" providerId="LiveId" clId="{4E4E054A-3C6B-4C61-8BB8-AE05691C0E1C}" dt="2020-06-24T14:59:51.897" v="166" actId="47"/>
        <pc:sldMkLst>
          <pc:docMk/>
          <pc:sldMk cId="3216086821" sldId="279"/>
        </pc:sldMkLst>
      </pc:sldChg>
      <pc:sldChg chg="addSp modSp add mod setBg">
        <pc:chgData name="wilmar cañon" userId="7918cb078fdc7ad0" providerId="LiveId" clId="{4E4E054A-3C6B-4C61-8BB8-AE05691C0E1C}" dt="2020-06-24T15:35:33.377" v="478"/>
        <pc:sldMkLst>
          <pc:docMk/>
          <pc:sldMk cId="91670886" sldId="280"/>
        </pc:sldMkLst>
        <pc:spChg chg="mod">
          <ac:chgData name="wilmar cañon" userId="7918cb078fdc7ad0" providerId="LiveId" clId="{4E4E054A-3C6B-4C61-8BB8-AE05691C0E1C}" dt="2020-06-24T15:33:35.098" v="438" actId="14100"/>
          <ac:spMkLst>
            <pc:docMk/>
            <pc:sldMk cId="91670886" sldId="280"/>
            <ac:spMk id="2" creationId="{00000000-0000-0000-0000-000000000000}"/>
          </ac:spMkLst>
        </pc:spChg>
        <pc:spChg chg="add mod">
          <ac:chgData name="wilmar cañon" userId="7918cb078fdc7ad0" providerId="LiveId" clId="{4E4E054A-3C6B-4C61-8BB8-AE05691C0E1C}" dt="2020-06-24T15:34:51.590" v="475"/>
          <ac:spMkLst>
            <pc:docMk/>
            <pc:sldMk cId="91670886" sldId="280"/>
            <ac:spMk id="3" creationId="{31481924-F399-42A8-BFD8-079E828DF587}"/>
          </ac:spMkLst>
        </pc:spChg>
      </pc:sldChg>
      <pc:sldChg chg="del">
        <pc:chgData name="wilmar cañon" userId="7918cb078fdc7ad0" providerId="LiveId" clId="{4E4E054A-3C6B-4C61-8BB8-AE05691C0E1C}" dt="2020-06-24T14:59:52.398" v="167" actId="47"/>
        <pc:sldMkLst>
          <pc:docMk/>
          <pc:sldMk cId="865310846" sldId="280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909726764" sldId="281"/>
        </pc:sldMkLst>
      </pc:sldChg>
      <pc:sldChg chg="del">
        <pc:chgData name="wilmar cañon" userId="7918cb078fdc7ad0" providerId="LiveId" clId="{4E4E054A-3C6B-4C61-8BB8-AE05691C0E1C}" dt="2020-06-24T14:59:52.424" v="168" actId="47"/>
        <pc:sldMkLst>
          <pc:docMk/>
          <pc:sldMk cId="2068790856" sldId="281"/>
        </pc:sldMkLst>
      </pc:sldChg>
      <pc:sldChg chg="del">
        <pc:chgData name="wilmar cañon" userId="7918cb078fdc7ad0" providerId="LiveId" clId="{4E4E054A-3C6B-4C61-8BB8-AE05691C0E1C}" dt="2020-06-24T14:59:52.456" v="169" actId="47"/>
        <pc:sldMkLst>
          <pc:docMk/>
          <pc:sldMk cId="3989356282" sldId="282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4289275665" sldId="282"/>
        </pc:sldMkLst>
      </pc:sldChg>
      <pc:sldChg chg="add setBg">
        <pc:chgData name="wilmar cañon" userId="7918cb078fdc7ad0" providerId="LiveId" clId="{4E4E054A-3C6B-4C61-8BB8-AE05691C0E1C}" dt="2020-06-24T15:36:19.184" v="484"/>
        <pc:sldMkLst>
          <pc:docMk/>
          <pc:sldMk cId="3025802138" sldId="283"/>
        </pc:sldMkLst>
      </pc:sldChg>
      <pc:sldChg chg="del">
        <pc:chgData name="wilmar cañon" userId="7918cb078fdc7ad0" providerId="LiveId" clId="{4E4E054A-3C6B-4C61-8BB8-AE05691C0E1C}" dt="2020-06-24T14:59:52.519" v="170" actId="47"/>
        <pc:sldMkLst>
          <pc:docMk/>
          <pc:sldMk cId="4226499525" sldId="283"/>
        </pc:sldMkLst>
      </pc:sldChg>
      <pc:sldChg chg="del">
        <pc:chgData name="wilmar cañon" userId="7918cb078fdc7ad0" providerId="LiveId" clId="{4E4E054A-3C6B-4C61-8BB8-AE05691C0E1C}" dt="2020-06-24T14:59:52.540" v="171" actId="47"/>
        <pc:sldMkLst>
          <pc:docMk/>
          <pc:sldMk cId="3831084289" sldId="284"/>
        </pc:sldMkLst>
      </pc:sldChg>
      <pc:sldChg chg="add setBg">
        <pc:chgData name="wilmar cañon" userId="7918cb078fdc7ad0" providerId="LiveId" clId="{4E4E054A-3C6B-4C61-8BB8-AE05691C0E1C}" dt="2020-06-24T15:36:25.534" v="486"/>
        <pc:sldMkLst>
          <pc:docMk/>
          <pc:sldMk cId="4233942804" sldId="284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2149356338" sldId="285"/>
        </pc:sldMkLst>
      </pc:sldChg>
      <pc:sldChg chg="del">
        <pc:chgData name="wilmar cañon" userId="7918cb078fdc7ad0" providerId="LiveId" clId="{4E4E054A-3C6B-4C61-8BB8-AE05691C0E1C}" dt="2020-06-24T14:59:52.567" v="172" actId="47"/>
        <pc:sldMkLst>
          <pc:docMk/>
          <pc:sldMk cId="2630518724" sldId="285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1281266142" sldId="286"/>
        </pc:sldMkLst>
      </pc:sldChg>
      <pc:sldChg chg="del">
        <pc:chgData name="wilmar cañon" userId="7918cb078fdc7ad0" providerId="LiveId" clId="{4E4E054A-3C6B-4C61-8BB8-AE05691C0E1C}" dt="2020-06-24T14:59:52.595" v="173" actId="47"/>
        <pc:sldMkLst>
          <pc:docMk/>
          <pc:sldMk cId="3083744685" sldId="286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712222388" sldId="287"/>
        </pc:sldMkLst>
      </pc:sldChg>
      <pc:sldChg chg="del">
        <pc:chgData name="wilmar cañon" userId="7918cb078fdc7ad0" providerId="LiveId" clId="{4E4E054A-3C6B-4C61-8BB8-AE05691C0E1C}" dt="2020-06-24T14:59:52.631" v="174" actId="47"/>
        <pc:sldMkLst>
          <pc:docMk/>
          <pc:sldMk cId="1885567670" sldId="287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2627279151" sldId="288"/>
        </pc:sldMkLst>
      </pc:sldChg>
      <pc:sldChg chg="del">
        <pc:chgData name="wilmar cañon" userId="7918cb078fdc7ad0" providerId="LiveId" clId="{4E4E054A-3C6B-4C61-8BB8-AE05691C0E1C}" dt="2020-06-24T14:59:52.656" v="175" actId="47"/>
        <pc:sldMkLst>
          <pc:docMk/>
          <pc:sldMk cId="3550424302" sldId="288"/>
        </pc:sldMkLst>
      </pc:sldChg>
      <pc:sldChg chg="del">
        <pc:chgData name="wilmar cañon" userId="7918cb078fdc7ad0" providerId="LiveId" clId="{4E4E054A-3C6B-4C61-8BB8-AE05691C0E1C}" dt="2020-06-24T14:59:52.701" v="176" actId="47"/>
        <pc:sldMkLst>
          <pc:docMk/>
          <pc:sldMk cId="1858091984" sldId="289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2061214696" sldId="289"/>
        </pc:sldMkLst>
      </pc:sldChg>
      <pc:sldChg chg="add del">
        <pc:chgData name="wilmar cañon" userId="7918cb078fdc7ad0" providerId="LiveId" clId="{4E4E054A-3C6B-4C61-8BB8-AE05691C0E1C}" dt="2020-06-24T15:00:01.899" v="193" actId="47"/>
        <pc:sldMkLst>
          <pc:docMk/>
          <pc:sldMk cId="242674187" sldId="290"/>
        </pc:sldMkLst>
      </pc:sldChg>
      <pc:sldChg chg="add setBg">
        <pc:chgData name="wilmar cañon" userId="7918cb078fdc7ad0" providerId="LiveId" clId="{4E4E054A-3C6B-4C61-8BB8-AE05691C0E1C}" dt="2020-06-24T15:35:01.916" v="477"/>
        <pc:sldMkLst>
          <pc:docMk/>
          <pc:sldMk cId="1664017865" sldId="290"/>
        </pc:sldMkLst>
      </pc:sldChg>
      <pc:sldChg chg="add">
        <pc:chgData name="wilmar cañon" userId="7918cb078fdc7ad0" providerId="LiveId" clId="{4E4E054A-3C6B-4C61-8BB8-AE05691C0E1C}" dt="2020-06-24T15:36:40.985" v="487"/>
        <pc:sldMkLst>
          <pc:docMk/>
          <pc:sldMk cId="1602866491" sldId="291"/>
        </pc:sldMkLst>
      </pc:sldChg>
      <pc:sldChg chg="del">
        <pc:chgData name="wilmar cañon" userId="7918cb078fdc7ad0" providerId="LiveId" clId="{4E4E054A-3C6B-4C61-8BB8-AE05691C0E1C}" dt="2020-06-24T14:59:52.719" v="177" actId="47"/>
        <pc:sldMkLst>
          <pc:docMk/>
          <pc:sldMk cId="3371301724" sldId="291"/>
        </pc:sldMkLst>
      </pc:sldChg>
      <pc:sldChg chg="add">
        <pc:chgData name="wilmar cañon" userId="7918cb078fdc7ad0" providerId="LiveId" clId="{4E4E054A-3C6B-4C61-8BB8-AE05691C0E1C}" dt="2020-06-24T15:36:40.985" v="487"/>
        <pc:sldMkLst>
          <pc:docMk/>
          <pc:sldMk cId="1659505977" sldId="292"/>
        </pc:sldMkLst>
      </pc:sldChg>
      <pc:sldChg chg="add del">
        <pc:chgData name="wilmar cañon" userId="7918cb078fdc7ad0" providerId="LiveId" clId="{4E4E054A-3C6B-4C61-8BB8-AE05691C0E1C}" dt="2020-06-24T15:00:01.344" v="192" actId="47"/>
        <pc:sldMkLst>
          <pc:docMk/>
          <pc:sldMk cId="2725417179" sldId="292"/>
        </pc:sldMkLst>
      </pc:sldChg>
      <pc:sldChg chg="add">
        <pc:chgData name="wilmar cañon" userId="7918cb078fdc7ad0" providerId="LiveId" clId="{4E4E054A-3C6B-4C61-8BB8-AE05691C0E1C}" dt="2020-06-24T15:36:40.985" v="487"/>
        <pc:sldMkLst>
          <pc:docMk/>
          <pc:sldMk cId="2862722654" sldId="293"/>
        </pc:sldMkLst>
      </pc:sldChg>
      <pc:sldMasterChg chg="modSp setBg modSldLayout">
        <pc:chgData name="wilmar cañon" userId="7918cb078fdc7ad0" providerId="LiveId" clId="{4E4E054A-3C6B-4C61-8BB8-AE05691C0E1C}" dt="2020-06-24T15:35:33.377" v="478"/>
        <pc:sldMasterMkLst>
          <pc:docMk/>
          <pc:sldMasterMk cId="2846877383" sldId="2147483648"/>
        </pc:sldMasterMkLst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46877383" sldId="2147483648"/>
            <ac:spMk id="2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46877383" sldId="2147483648"/>
            <ac:spMk id="3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46877383" sldId="2147483648"/>
            <ac:spMk id="4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46877383" sldId="2147483648"/>
            <ac:spMk id="5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46877383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798458044" sldId="2147483649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798458044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798458044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1470671769" sldId="2147483650"/>
          </pc:sldLayoutMkLst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352532219" sldId="2147483651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52532219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52532219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2622226505" sldId="2147483652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2622226505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2622226505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3821562253" sldId="2147483653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21562253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21562253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21562253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21562253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3958064188" sldId="2147483654"/>
          </pc:sldLayoutMkLst>
        </pc:sldLayoutChg>
        <pc:sldLayoutChg chg="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901536056" sldId="2147483655"/>
          </pc:sldLayoutMkLst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2937798491" sldId="2147483656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2937798491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2937798491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2937798491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1269307258" sldId="2147483657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1269307258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1269307258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1269307258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85427346" sldId="2147483658"/>
          </pc:sldLayoutMkLst>
        </pc:sldLayoutChg>
        <pc:sldLayoutChg chg="modSp setBg">
          <pc:chgData name="wilmar cañon" userId="7918cb078fdc7ad0" providerId="LiveId" clId="{4E4E054A-3C6B-4C61-8BB8-AE05691C0E1C}" dt="2020-06-24T15:35:33.377" v="478"/>
          <pc:sldLayoutMkLst>
            <pc:docMk/>
            <pc:sldMasterMk cId="2846877383" sldId="2147483648"/>
            <pc:sldLayoutMk cId="3871570103" sldId="2147483659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71570103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46877383" sldId="2147483648"/>
              <pc:sldLayoutMk cId="3871570103" sldId="2147483659"/>
              <ac:spMk id="3" creationId="{00000000-0000-0000-0000-000000000000}"/>
            </ac:spMkLst>
          </pc:spChg>
        </pc:sldLayoutChg>
      </pc:sldMasterChg>
      <pc:sldMasterChg chg="del delSldLayout">
        <pc:chgData name="wilmar cañon" userId="7918cb078fdc7ad0" providerId="LiveId" clId="{4E4E054A-3C6B-4C61-8BB8-AE05691C0E1C}" dt="2020-06-24T14:52:29.455" v="35" actId="47"/>
        <pc:sldMasterMkLst>
          <pc:docMk/>
          <pc:sldMasterMk cId="2367146661" sldId="2147483672"/>
        </pc:sldMasterMkLst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3367446002" sldId="2147483673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3437937935" sldId="2147483674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3052710724" sldId="2147483675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1345947605" sldId="2147483676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1109089432" sldId="2147483677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319950440" sldId="2147483678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2571776142" sldId="2147483679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72037215" sldId="2147483680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417305477" sldId="2147483681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1032614996" sldId="2147483682"/>
          </pc:sldLayoutMkLst>
        </pc:sldLayoutChg>
        <pc:sldLayoutChg chg="del">
          <pc:chgData name="wilmar cañon" userId="7918cb078fdc7ad0" providerId="LiveId" clId="{4E4E054A-3C6B-4C61-8BB8-AE05691C0E1C}" dt="2020-06-24T14:52:29.455" v="35" actId="47"/>
          <pc:sldLayoutMkLst>
            <pc:docMk/>
            <pc:sldMasterMk cId="2367146661" sldId="2147483672"/>
            <pc:sldLayoutMk cId="3453761739" sldId="2147483683"/>
          </pc:sldLayoutMkLst>
        </pc:sldLayoutChg>
      </pc:sldMasterChg>
      <pc:sldMasterChg chg="modSp add del setBg addSldLayout delSldLayout modSldLayout">
        <pc:chgData name="wilmar cañon" userId="7918cb078fdc7ad0" providerId="LiveId" clId="{4E4E054A-3C6B-4C61-8BB8-AE05691C0E1C}" dt="2020-06-24T15:35:33.377" v="478"/>
        <pc:sldMasterMkLst>
          <pc:docMk/>
          <pc:sldMasterMk cId="3433936325" sldId="2147483684"/>
        </pc:sldMasterMkLst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3433936325" sldId="2147483684"/>
            <ac:spMk id="2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3433936325" sldId="2147483684"/>
            <ac:spMk id="3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3433936325" sldId="2147483684"/>
            <ac:spMk id="4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3433936325" sldId="2147483684"/>
            <ac:spMk id="5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3433936325" sldId="2147483684"/>
            <ac:spMk id="6" creationId="{00000000-0000-0000-0000-000000000000}"/>
          </ac:spMkLst>
        </pc:sp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365820011" sldId="2147483685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65820011" sldId="2147483685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65820011" sldId="2147483685"/>
              <ac:spMk id="3" creationId="{00000000-0000-0000-0000-000000000000}"/>
            </ac:spMkLst>
          </pc:spChg>
        </pc:sldLayoutChg>
        <pc:sldLayoutChg chg="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4249825201" sldId="2147483686"/>
          </pc:sldLayoutMkLst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3646049900" sldId="2147483687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646049900" sldId="2147483687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646049900" sldId="2147483687"/>
              <ac:spMk id="3" creationId="{00000000-0000-0000-0000-000000000000}"/>
            </ac:spMkLst>
          </pc:spChg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3733811239" sldId="2147483688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733811239" sldId="2147483688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3733811239" sldId="2147483688"/>
              <ac:spMk id="4" creationId="{00000000-0000-0000-0000-000000000000}"/>
            </ac:spMkLst>
          </pc:spChg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691846755" sldId="2147483689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691846755" sldId="2147483689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691846755" sldId="2147483689"/>
              <ac:spMk id="4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691846755" sldId="2147483689"/>
              <ac:spMk id="5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691846755" sldId="2147483689"/>
              <ac:spMk id="6" creationId="{00000000-0000-0000-0000-000000000000}"/>
            </ac:spMkLst>
          </pc:spChg>
        </pc:sldLayoutChg>
        <pc:sldLayoutChg chg="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1265646806" sldId="2147483690"/>
          </pc:sldLayoutMkLst>
        </pc:sldLayoutChg>
        <pc:sldLayoutChg chg="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3673948440" sldId="2147483691"/>
          </pc:sldLayoutMkLst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858027253" sldId="2147483692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858027253" sldId="2147483692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858027253" sldId="2147483692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858027253" sldId="2147483692"/>
              <ac:spMk id="4" creationId="{00000000-0000-0000-0000-000000000000}"/>
            </ac:spMkLst>
          </pc:spChg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2023099563" sldId="2147483693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2023099563" sldId="2147483693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2023099563" sldId="2147483693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2023099563" sldId="2147483693"/>
              <ac:spMk id="4" creationId="{00000000-0000-0000-0000-000000000000}"/>
            </ac:spMkLst>
          </pc:spChg>
        </pc:sldLayoutChg>
        <pc:sldLayoutChg chg="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2864981740" sldId="2147483694"/>
          </pc:sldLayoutMkLst>
        </pc:sldLayoutChg>
        <pc:sldLayoutChg chg="modSp add del setBg">
          <pc:chgData name="wilmar cañon" userId="7918cb078fdc7ad0" providerId="LiveId" clId="{4E4E054A-3C6B-4C61-8BB8-AE05691C0E1C}" dt="2020-06-24T15:35:33.377" v="478"/>
          <pc:sldLayoutMkLst>
            <pc:docMk/>
            <pc:sldMasterMk cId="3433936325" sldId="2147483684"/>
            <pc:sldLayoutMk cId="1880319018" sldId="2147483695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1880319018" sldId="2147483695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3433936325" sldId="2147483684"/>
              <pc:sldLayoutMk cId="1880319018" sldId="2147483695"/>
              <ac:spMk id="3" creationId="{00000000-0000-0000-0000-000000000000}"/>
            </ac:spMkLst>
          </pc:spChg>
        </pc:sldLayoutChg>
      </pc:sldMasterChg>
      <pc:sldMasterChg chg="modSp add del addSldLayout delSldLayout modSldLayout">
        <pc:chgData name="wilmar cañon" userId="7918cb078fdc7ad0" providerId="LiveId" clId="{4E4E054A-3C6B-4C61-8BB8-AE05691C0E1C}" dt="2020-06-24T15:21:02.193" v="257" actId="47"/>
        <pc:sldMasterMkLst>
          <pc:docMk/>
          <pc:sldMasterMk cId="282263019" sldId="2147483696"/>
        </pc:sldMasterMkLst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2263019" sldId="2147483696"/>
            <ac:spMk id="2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2263019" sldId="2147483696"/>
            <ac:spMk id="3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2263019" sldId="2147483696"/>
            <ac:spMk id="4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2263019" sldId="2147483696"/>
            <ac:spMk id="5" creationId="{00000000-0000-0000-0000-000000000000}"/>
          </ac:spMkLst>
        </pc:spChg>
        <pc:spChg chg="mod">
          <ac:chgData name="wilmar cañon" userId="7918cb078fdc7ad0" providerId="LiveId" clId="{4E4E054A-3C6B-4C61-8BB8-AE05691C0E1C}" dt="2020-06-24T15:12:19.054" v="194"/>
          <ac:spMkLst>
            <pc:docMk/>
            <pc:sldMasterMk cId="282263019" sldId="2147483696"/>
            <ac:spMk id="6" creationId="{00000000-0000-0000-0000-000000000000}"/>
          </ac:spMkLst>
        </pc:sp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3192804698" sldId="2147483697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3192804698" sldId="2147483697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3192804698" sldId="2147483697"/>
              <ac:spMk id="3" creationId="{00000000-0000-0000-0000-000000000000}"/>
            </ac:spMkLst>
          </pc:spChg>
        </pc:sldLayoutChg>
        <pc:sldLayoutChg chg="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848771547" sldId="2147483698"/>
          </pc:sldLayoutMkLst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2369375044" sldId="2147483699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69375044" sldId="2147483699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69375044" sldId="2147483699"/>
              <ac:spMk id="3" creationId="{00000000-0000-0000-0000-000000000000}"/>
            </ac:spMkLst>
          </pc:spChg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3875092836" sldId="2147483700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3875092836" sldId="2147483700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3875092836" sldId="2147483700"/>
              <ac:spMk id="4" creationId="{00000000-0000-0000-0000-000000000000}"/>
            </ac:spMkLst>
          </pc:spChg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2339415679" sldId="2147483701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39415679" sldId="2147483701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39415679" sldId="2147483701"/>
              <ac:spMk id="4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39415679" sldId="2147483701"/>
              <ac:spMk id="5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339415679" sldId="2147483701"/>
              <ac:spMk id="6" creationId="{00000000-0000-0000-0000-000000000000}"/>
            </ac:spMkLst>
          </pc:spChg>
        </pc:sldLayoutChg>
        <pc:sldLayoutChg chg="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1716328598" sldId="2147483702"/>
          </pc:sldLayoutMkLst>
        </pc:sldLayoutChg>
        <pc:sldLayoutChg chg="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2921181366" sldId="2147483703"/>
          </pc:sldLayoutMkLst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2133035832" sldId="2147483704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133035832" sldId="2147483704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133035832" sldId="2147483704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2133035832" sldId="2147483704"/>
              <ac:spMk id="4" creationId="{00000000-0000-0000-0000-000000000000}"/>
            </ac:spMkLst>
          </pc:spChg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1471944637" sldId="2147483705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1471944637" sldId="2147483705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1471944637" sldId="2147483705"/>
              <ac:spMk id="3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1471944637" sldId="2147483705"/>
              <ac:spMk id="4" creationId="{00000000-0000-0000-0000-000000000000}"/>
            </ac:spMkLst>
          </pc:spChg>
        </pc:sldLayoutChg>
        <pc:sldLayoutChg chg="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2144113028" sldId="2147483706"/>
          </pc:sldLayoutMkLst>
        </pc:sldLayoutChg>
        <pc:sldLayoutChg chg="modSp add del">
          <pc:chgData name="wilmar cañon" userId="7918cb078fdc7ad0" providerId="LiveId" clId="{4E4E054A-3C6B-4C61-8BB8-AE05691C0E1C}" dt="2020-06-24T15:21:02.193" v="257" actId="47"/>
          <pc:sldLayoutMkLst>
            <pc:docMk/>
            <pc:sldMasterMk cId="282263019" sldId="2147483696"/>
            <pc:sldLayoutMk cId="4146044958" sldId="2147483707"/>
          </pc:sldLayoutMkLst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4146044958" sldId="2147483707"/>
              <ac:spMk id="2" creationId="{00000000-0000-0000-0000-000000000000}"/>
            </ac:spMkLst>
          </pc:spChg>
          <pc:spChg chg="mod">
            <ac:chgData name="wilmar cañon" userId="7918cb078fdc7ad0" providerId="LiveId" clId="{4E4E054A-3C6B-4C61-8BB8-AE05691C0E1C}" dt="2020-06-24T15:12:19.054" v="194"/>
            <ac:spMkLst>
              <pc:docMk/>
              <pc:sldMasterMk cId="282263019" sldId="2147483696"/>
              <pc:sldLayoutMk cId="4146044958" sldId="2147483707"/>
              <ac:spMk id="3" creationId="{00000000-0000-0000-0000-000000000000}"/>
            </ac:spMkLst>
          </pc:spChg>
        </pc:sldLayoutChg>
      </pc:sldMasterChg>
      <pc:sldMasterChg chg="add del addSldLayout delSldLayout">
        <pc:chgData name="wilmar cañon" userId="7918cb078fdc7ad0" providerId="LiveId" clId="{4E4E054A-3C6B-4C61-8BB8-AE05691C0E1C}" dt="2020-06-24T15:00:01.899" v="193" actId="47"/>
        <pc:sldMasterMkLst>
          <pc:docMk/>
          <pc:sldMasterMk cId="3741402090" sldId="2147483708"/>
        </pc:sldMasterMkLst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3604854612" sldId="2147483709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1562060415" sldId="2147483710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3848997328" sldId="2147483711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903712383" sldId="2147483712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2045634919" sldId="2147483713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3677271721" sldId="2147483714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3832166496" sldId="2147483715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1101252972" sldId="2147483716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1745551152" sldId="2147483717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1038753967" sldId="2147483718"/>
          </pc:sldLayoutMkLst>
        </pc:sldLayoutChg>
        <pc:sldLayoutChg chg="add del">
          <pc:chgData name="wilmar cañon" userId="7918cb078fdc7ad0" providerId="LiveId" clId="{4E4E054A-3C6B-4C61-8BB8-AE05691C0E1C}" dt="2020-06-24T15:00:01.899" v="193" actId="47"/>
          <pc:sldLayoutMkLst>
            <pc:docMk/>
            <pc:sldMasterMk cId="3741402090" sldId="2147483708"/>
            <pc:sldLayoutMk cId="2472185183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845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067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3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222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156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06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53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79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930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2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1570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0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825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049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811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84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646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948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27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099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981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31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733B-76D5-41C3-B010-7DBB75ACAB7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EFFB-951C-4500-8A1C-358CD68FFB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8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B733B-76D5-41C3-B010-7DBB75ACAB7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EFFB-951C-4500-8A1C-358CD68FFBEE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93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1340768"/>
            <a:ext cx="91647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descansa en tus manos oh SEÑOR</a:t>
            </a: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BF4D2B-5132-482B-9CF5-FFC3623B4254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14465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97414" y="1196752"/>
            <a:ext cx="87491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No hay nada que pueda quitar la PAZ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TÚ me das</a:t>
            </a: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2EB53C-26DE-4D2D-870C-1A3014204FA4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56369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9085" y="1363615"/>
            <a:ext cx="8965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los días anhela mi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alma estar cerca de ti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BB3ED-97FE-46FF-9A19-02A7B0571E13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493993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85800" y="1052736"/>
            <a:ext cx="817239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voz es agua que calma mi sed</a:t>
            </a:r>
          </a:p>
          <a:p>
            <a:pPr algn="r"/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Te necesito</a:t>
            </a:r>
          </a:p>
          <a:p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E7C638-6347-4B9E-960E-C946643E423B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167449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1268760"/>
            <a:ext cx="9080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hoy veo la LUZ será para </a:t>
            </a:r>
            <a:r>
              <a:rPr lang="es-MX" sz="8800" b="1" i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acercarme más a ti</a:t>
            </a:r>
            <a:endParaRPr lang="es-MX" sz="6000" b="1" i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1D531A-732E-423A-836D-A5682507B7FC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2675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06769" y="1105287"/>
            <a:ext cx="873046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conocer todo el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amor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derramado en 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cruz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65BBD7-5DF9-4E45-8411-349BCD7808BE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99061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-36258" y="1305341"/>
            <a:ext cx="92165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hoy veo la LUZ</a:t>
            </a:r>
          </a:p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Quiero estar frente a ti para decirte que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894F8C-4FEC-4A5D-AD34-46D4770A3DFF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67093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4751" y="999542"/>
            <a:ext cx="905449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alma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todo mi corazón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5B3BE-A923-4CB1-B606-D25906A92C60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922092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1754" y="1412776"/>
            <a:ext cx="90004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todas mis fuerzas</a:t>
            </a:r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mente</a:t>
            </a:r>
          </a:p>
          <a:p>
            <a:pPr algn="ctr"/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A6F16-AFEA-482B-8A0F-4E6DA4BFF439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9167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86535" y="980728"/>
            <a:ext cx="83709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r"/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por siempre Señor</a:t>
            </a:r>
          </a:p>
          <a:p>
            <a:endParaRPr lang="es-MX" sz="4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AA80D6-85EC-445C-A8D4-86B40FCBAF6B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44250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1340768"/>
            <a:ext cx="91647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descansa en tus manos oh SEÑOR</a:t>
            </a: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BF4D2B-5132-482B-9CF5-FFC3623B4254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65314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97414" y="1196752"/>
            <a:ext cx="87491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No hay nada que pueda quitar la PAZ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TÚ me das</a:t>
            </a: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2EB53C-26DE-4D2D-870C-1A3014204FA4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987618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9085" y="1363615"/>
            <a:ext cx="89658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los días anhela mi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alma estar cerca de ti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BB3ED-97FE-46FF-9A19-02A7B0571E13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986176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85800" y="1052736"/>
            <a:ext cx="817239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voz es agua que calma mi sed</a:t>
            </a:r>
          </a:p>
          <a:p>
            <a:pPr algn="r"/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Te necesito</a:t>
            </a:r>
          </a:p>
          <a:p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E7C638-6347-4B9E-960E-C946643E423B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79271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0" y="1268760"/>
            <a:ext cx="90803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hoy veo la LUZ será para </a:t>
            </a:r>
            <a:r>
              <a:rPr lang="es-MX" sz="8800" b="1" i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acercarme más a ti</a:t>
            </a:r>
            <a:endParaRPr lang="es-MX" sz="6000" b="1" i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1D531A-732E-423A-836D-A5682507B7FC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45968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06769" y="1105287"/>
            <a:ext cx="873046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conocer todo el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amor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derramado en 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cruz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65BBD7-5DF9-4E45-8411-349BCD7808BE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4203416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-36258" y="1305341"/>
            <a:ext cx="92165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 hoy veo la LUZ</a:t>
            </a:r>
          </a:p>
          <a:p>
            <a:pPr algn="ct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Quiero estar frente a ti para decirte que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894F8C-4FEC-4A5D-AD34-46D4770A3DFF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654050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4751" y="999542"/>
            <a:ext cx="905449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alma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todo mi corazón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5B3BE-A923-4CB1-B606-D25906A92C60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258928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1754" y="1412776"/>
            <a:ext cx="90004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todas mis fuerzas</a:t>
            </a:r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mente</a:t>
            </a:r>
          </a:p>
          <a:p>
            <a:pPr algn="ctr"/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A6F16-AFEA-482B-8A0F-4E6DA4BFF439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51438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86535" y="980728"/>
            <a:ext cx="83709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r"/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por siempre Señor</a:t>
            </a:r>
          </a:p>
          <a:p>
            <a:endParaRPr lang="es-MX" sz="4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AA80D6-85EC-445C-A8D4-86B40FCBAF6B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1869536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4751" y="999542"/>
            <a:ext cx="905449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alma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todo mi corazón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5B3BE-A923-4CB1-B606-D25906A92C60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3281104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1754" y="1412776"/>
            <a:ext cx="90004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</a:t>
            </a:r>
          </a:p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todas mis fuerzas</a:t>
            </a:r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Señor con toda mi mente</a:t>
            </a:r>
          </a:p>
          <a:p>
            <a:pPr algn="ctr"/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endParaRPr lang="es-MX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A6F16-AFEA-482B-8A0F-4E6DA4BFF439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152383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86535" y="980728"/>
            <a:ext cx="83709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amaré   </a:t>
            </a:r>
          </a:p>
          <a:p>
            <a:pPr algn="r"/>
            <a:r>
              <a:rPr lang="es-MX" sz="9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por siempre Señor</a:t>
            </a:r>
          </a:p>
          <a:p>
            <a:endParaRPr lang="es-MX" sz="4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AA80D6-85EC-445C-A8D4-86B40FCBAF6B}"/>
              </a:ext>
            </a:extLst>
          </p:cNvPr>
          <p:cNvSpPr txBox="1"/>
          <p:nvPr/>
        </p:nvSpPr>
        <p:spPr>
          <a:xfrm>
            <a:off x="6732240" y="26064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TE AMARÉ</a:t>
            </a:r>
          </a:p>
        </p:txBody>
      </p:sp>
    </p:spTree>
    <p:extLst>
      <p:ext uri="{BB962C8B-B14F-4D97-AF65-F5344CB8AC3E}">
        <p14:creationId xmlns:p14="http://schemas.microsoft.com/office/powerpoint/2010/main" val="222046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294</Words>
  <Application>Microsoft Office PowerPoint</Application>
  <PresentationFormat>Presentación en pantalla (4:3)</PresentationFormat>
  <Paragraphs>75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Arial Rounded MT Bold</vt:lpstr>
      <vt:lpstr>Brush Script MT</vt:lpstr>
      <vt:lpstr>Calibri</vt:lpstr>
      <vt:lpstr>Tema de Office</vt:lpstr>
      <vt:lpstr>3_Tema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26</cp:revision>
  <dcterms:created xsi:type="dcterms:W3CDTF">2016-02-15T01:19:27Z</dcterms:created>
  <dcterms:modified xsi:type="dcterms:W3CDTF">2021-07-27T04:23:53Z</dcterms:modified>
</cp:coreProperties>
</file>