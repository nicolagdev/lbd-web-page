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3"/>
    <p:sldId id="280" r:id="rId4"/>
    <p:sldId id="281" r:id="rId5"/>
    <p:sldId id="260" r:id="rId6"/>
    <p:sldId id="261" r:id="rId7"/>
    <p:sldId id="262" r:id="rId8"/>
    <p:sldId id="282" r:id="rId9"/>
    <p:sldId id="263" r:id="rId10"/>
    <p:sldId id="264" r:id="rId11"/>
    <p:sldId id="266" r:id="rId12"/>
    <p:sldId id="267" r:id="rId13"/>
    <p:sldId id="283" r:id="rId14"/>
    <p:sldId id="285" r:id="rId15"/>
    <p:sldId id="284" r:id="rId16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3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mar cañon" userId="7918cb078fdc7ad0" providerId="LiveId" clId="{3ACF1C45-B2FD-42BC-AD46-BDD471F479EF}"/>
    <pc:docChg chg="undo custSel addSld delSld modSld modMainMaster">
      <pc:chgData name="wilmar cañon" userId="7918cb078fdc7ad0" providerId="LiveId" clId="{3ACF1C45-B2FD-42BC-AD46-BDD471F479EF}" dt="2020-08-04T19:09:46.506" v="487" actId="20577"/>
      <pc:docMkLst>
        <pc:docMk/>
      </pc:docMkLst>
      <pc:sldChg chg="addSp delSp modSp mod setBg">
        <pc:chgData name="wilmar cañon" userId="7918cb078fdc7ad0" providerId="LiveId" clId="{3ACF1C45-B2FD-42BC-AD46-BDD471F479EF}" dt="2020-08-04T19:03:19.226" v="411" actId="22"/>
        <pc:sldMkLst>
          <pc:docMk/>
          <pc:sldMk cId="3974147587" sldId="256"/>
        </pc:sldMkLst>
        <pc:spChg chg="add del mod">
          <ac:chgData name="wilmar cañon" userId="7918cb078fdc7ad0" providerId="LiveId" clId="{3ACF1C45-B2FD-42BC-AD46-BDD471F479EF}" dt="2020-08-04T19:03:18.887" v="410" actId="478"/>
          <ac:spMkLst>
            <pc:docMk/>
            <pc:sldMk cId="3974147587" sldId="256"/>
            <ac:spMk id="2" creationId="{C6AD446D-DEF1-43D6-B586-FBDF67C9A694}"/>
          </ac:spMkLst>
        </pc:spChg>
        <pc:spChg chg="mod">
          <ac:chgData name="wilmar cañon" userId="7918cb078fdc7ad0" providerId="LiveId" clId="{3ACF1C45-B2FD-42BC-AD46-BDD471F479EF}" dt="2020-08-04T19:00:49.334" v="358" actId="20577"/>
          <ac:spMkLst>
            <pc:docMk/>
            <pc:sldMk cId="3974147587" sldId="256"/>
            <ac:spMk id="3" creationId="{00000000-0000-0000-0000-000000000000}"/>
          </ac:spMkLst>
        </pc:spChg>
        <pc:spChg chg="del">
          <ac:chgData name="wilmar cañon" userId="7918cb078fdc7ad0" providerId="LiveId" clId="{3ACF1C45-B2FD-42BC-AD46-BDD471F479EF}" dt="2020-08-04T14:00:58.761" v="0" actId="478"/>
          <ac:spMkLst>
            <pc:docMk/>
            <pc:sldMk cId="3974147587" sldId="256"/>
            <ac:spMk id="4" creationId="{00000000-0000-0000-0000-000000000000}"/>
          </ac:spMkLst>
        </pc:spChg>
        <pc:spChg chg="add">
          <ac:chgData name="wilmar cañon" userId="7918cb078fdc7ad0" providerId="LiveId" clId="{3ACF1C45-B2FD-42BC-AD46-BDD471F479EF}" dt="2020-08-04T19:03:19.226" v="411" actId="22"/>
          <ac:spMkLst>
            <pc:docMk/>
            <pc:sldMk cId="3974147587" sldId="256"/>
            <ac:spMk id="6" creationId="{A2C992F6-8487-442D-82F7-DFD1F9AE23ED}"/>
          </ac:spMkLst>
        </pc:spChg>
      </pc:sldChg>
      <pc:sldChg chg="modSp del setBg">
        <pc:chgData name="wilmar cañon" userId="7918cb078fdc7ad0" providerId="LiveId" clId="{3ACF1C45-B2FD-42BC-AD46-BDD471F479EF}" dt="2020-08-04T14:41:19.485" v="103" actId="47"/>
        <pc:sldMkLst>
          <pc:docMk/>
          <pc:sldMk cId="3520828526" sldId="257"/>
        </pc:sldMkLst>
        <pc:spChg chg="mod">
          <ac:chgData name="wilmar cañon" userId="7918cb078fdc7ad0" providerId="LiveId" clId="{3ACF1C45-B2FD-42BC-AD46-BDD471F479EF}" dt="2020-08-04T14:25:11.547" v="8"/>
          <ac:spMkLst>
            <pc:docMk/>
            <pc:sldMk cId="3520828526" sldId="257"/>
            <ac:spMk id="2" creationId="{00000000-0000-0000-0000-000000000000}"/>
          </ac:spMkLst>
        </pc:spChg>
      </pc:sldChg>
      <pc:sldChg chg="modSp del setBg">
        <pc:chgData name="wilmar cañon" userId="7918cb078fdc7ad0" providerId="LiveId" clId="{3ACF1C45-B2FD-42BC-AD46-BDD471F479EF}" dt="2020-08-04T14:41:55.764" v="107" actId="47"/>
        <pc:sldMkLst>
          <pc:docMk/>
          <pc:sldMk cId="300343078" sldId="258"/>
        </pc:sldMkLst>
        <pc:spChg chg="mod">
          <ac:chgData name="wilmar cañon" userId="7918cb078fdc7ad0" providerId="LiveId" clId="{3ACF1C45-B2FD-42BC-AD46-BDD471F479EF}" dt="2020-08-04T14:25:11.547" v="8"/>
          <ac:spMkLst>
            <pc:docMk/>
            <pc:sldMk cId="300343078" sldId="258"/>
            <ac:spMk id="2" creationId="{00000000-0000-0000-0000-000000000000}"/>
          </ac:spMkLst>
        </pc:spChg>
      </pc:sldChg>
      <pc:sldChg chg="modSp del setBg">
        <pc:chgData name="wilmar cañon" userId="7918cb078fdc7ad0" providerId="LiveId" clId="{3ACF1C45-B2FD-42BC-AD46-BDD471F479EF}" dt="2020-08-04T14:41:56.357" v="108" actId="47"/>
        <pc:sldMkLst>
          <pc:docMk/>
          <pc:sldMk cId="300343078" sldId="259"/>
        </pc:sldMkLst>
        <pc:spChg chg="mod">
          <ac:chgData name="wilmar cañon" userId="7918cb078fdc7ad0" providerId="LiveId" clId="{3ACF1C45-B2FD-42BC-AD46-BDD471F479EF}" dt="2020-08-04T14:25:11.547" v="8"/>
          <ac:spMkLst>
            <pc:docMk/>
            <pc:sldMk cId="300343078" sldId="259"/>
            <ac:spMk id="2" creationId="{00000000-0000-0000-0000-000000000000}"/>
          </ac:spMkLst>
        </pc:spChg>
      </pc:sldChg>
      <pc:sldChg chg="addSp delSp modSp mod setBg">
        <pc:chgData name="wilmar cañon" userId="7918cb078fdc7ad0" providerId="LiveId" clId="{3ACF1C45-B2FD-42BC-AD46-BDD471F479EF}" dt="2020-08-04T19:07:44.567" v="461" actId="27636"/>
        <pc:sldMkLst>
          <pc:docMk/>
          <pc:sldMk cId="300343078" sldId="260"/>
        </pc:sldMkLst>
        <pc:spChg chg="mod">
          <ac:chgData name="wilmar cañon" userId="7918cb078fdc7ad0" providerId="LiveId" clId="{3ACF1C45-B2FD-42BC-AD46-BDD471F479EF}" dt="2020-08-04T19:07:44.567" v="461" actId="27636"/>
          <ac:spMkLst>
            <pc:docMk/>
            <pc:sldMk cId="300343078" sldId="260"/>
            <ac:spMk id="2" creationId="{00000000-0000-0000-0000-000000000000}"/>
          </ac:spMkLst>
        </pc:spChg>
        <pc:spChg chg="add del mod">
          <ac:chgData name="wilmar cañon" userId="7918cb078fdc7ad0" providerId="LiveId" clId="{3ACF1C45-B2FD-42BC-AD46-BDD471F479EF}" dt="2020-08-04T19:03:29.357" v="416" actId="478"/>
          <ac:spMkLst>
            <pc:docMk/>
            <pc:sldMk cId="300343078" sldId="260"/>
            <ac:spMk id="4" creationId="{2E8E6236-C85D-43F4-8BFB-3BCDAB07A3E9}"/>
          </ac:spMkLst>
        </pc:spChg>
        <pc:spChg chg="add">
          <ac:chgData name="wilmar cañon" userId="7918cb078fdc7ad0" providerId="LiveId" clId="{3ACF1C45-B2FD-42BC-AD46-BDD471F479EF}" dt="2020-08-04T19:03:29.626" v="417" actId="22"/>
          <ac:spMkLst>
            <pc:docMk/>
            <pc:sldMk cId="300343078" sldId="260"/>
            <ac:spMk id="6" creationId="{FA7D5874-8FDC-4C65-8030-411D7679FB92}"/>
          </ac:spMkLst>
        </pc:spChg>
      </pc:sldChg>
      <pc:sldChg chg="addSp modSp mod setBg">
        <pc:chgData name="wilmar cañon" userId="7918cb078fdc7ad0" providerId="LiveId" clId="{3ACF1C45-B2FD-42BC-AD46-BDD471F479EF}" dt="2020-08-04T19:03:32.426" v="418" actId="22"/>
        <pc:sldMkLst>
          <pc:docMk/>
          <pc:sldMk cId="300343078" sldId="261"/>
        </pc:sldMkLst>
        <pc:spChg chg="mod">
          <ac:chgData name="wilmar cañon" userId="7918cb078fdc7ad0" providerId="LiveId" clId="{3ACF1C45-B2FD-42BC-AD46-BDD471F479EF}" dt="2020-08-04T14:43:38.021" v="128" actId="1076"/>
          <ac:spMkLst>
            <pc:docMk/>
            <pc:sldMk cId="300343078" sldId="261"/>
            <ac:spMk id="2" creationId="{00000000-0000-0000-0000-000000000000}"/>
          </ac:spMkLst>
        </pc:spChg>
        <pc:spChg chg="add">
          <ac:chgData name="wilmar cañon" userId="7918cb078fdc7ad0" providerId="LiveId" clId="{3ACF1C45-B2FD-42BC-AD46-BDD471F479EF}" dt="2020-08-04T19:03:32.426" v="418" actId="22"/>
          <ac:spMkLst>
            <pc:docMk/>
            <pc:sldMk cId="300343078" sldId="261"/>
            <ac:spMk id="4" creationId="{11198ED2-ABE7-4EDC-93A8-556B6B0EF73F}"/>
          </ac:spMkLst>
        </pc:spChg>
      </pc:sldChg>
      <pc:sldChg chg="addSp modSp mod setBg">
        <pc:chgData name="wilmar cañon" userId="7918cb078fdc7ad0" providerId="LiveId" clId="{3ACF1C45-B2FD-42BC-AD46-BDD471F479EF}" dt="2020-08-04T19:03:33.365" v="419" actId="22"/>
        <pc:sldMkLst>
          <pc:docMk/>
          <pc:sldMk cId="300343078" sldId="262"/>
        </pc:sldMkLst>
        <pc:spChg chg="mod">
          <ac:chgData name="wilmar cañon" userId="7918cb078fdc7ad0" providerId="LiveId" clId="{3ACF1C45-B2FD-42BC-AD46-BDD471F479EF}" dt="2020-08-04T14:44:09.744" v="140" actId="20577"/>
          <ac:spMkLst>
            <pc:docMk/>
            <pc:sldMk cId="300343078" sldId="262"/>
            <ac:spMk id="2" creationId="{00000000-0000-0000-0000-000000000000}"/>
          </ac:spMkLst>
        </pc:spChg>
        <pc:spChg chg="add">
          <ac:chgData name="wilmar cañon" userId="7918cb078fdc7ad0" providerId="LiveId" clId="{3ACF1C45-B2FD-42BC-AD46-BDD471F479EF}" dt="2020-08-04T19:03:33.365" v="419" actId="22"/>
          <ac:spMkLst>
            <pc:docMk/>
            <pc:sldMk cId="300343078" sldId="262"/>
            <ac:spMk id="4" creationId="{BF3661D0-B30C-4F72-B92C-21C0862A0392}"/>
          </ac:spMkLst>
        </pc:spChg>
      </pc:sldChg>
      <pc:sldChg chg="addSp modSp mod setBg">
        <pc:chgData name="wilmar cañon" userId="7918cb078fdc7ad0" providerId="LiveId" clId="{3ACF1C45-B2FD-42BC-AD46-BDD471F479EF}" dt="2020-08-04T19:03:34.692" v="420" actId="22"/>
        <pc:sldMkLst>
          <pc:docMk/>
          <pc:sldMk cId="300343078" sldId="263"/>
        </pc:sldMkLst>
        <pc:spChg chg="mod">
          <ac:chgData name="wilmar cañon" userId="7918cb078fdc7ad0" providerId="LiveId" clId="{3ACF1C45-B2FD-42BC-AD46-BDD471F479EF}" dt="2020-08-04T14:45:55.850" v="215" actId="1076"/>
          <ac:spMkLst>
            <pc:docMk/>
            <pc:sldMk cId="300343078" sldId="263"/>
            <ac:spMk id="2" creationId="{00000000-0000-0000-0000-000000000000}"/>
          </ac:spMkLst>
        </pc:spChg>
        <pc:spChg chg="add mod">
          <ac:chgData name="wilmar cañon" userId="7918cb078fdc7ad0" providerId="LiveId" clId="{3ACF1C45-B2FD-42BC-AD46-BDD471F479EF}" dt="2020-08-04T14:45:53.613" v="214" actId="14100"/>
          <ac:spMkLst>
            <pc:docMk/>
            <pc:sldMk cId="300343078" sldId="263"/>
            <ac:spMk id="4" creationId="{72AE5319-1788-4E95-BB15-8AD8B338D696}"/>
          </ac:spMkLst>
        </pc:spChg>
        <pc:spChg chg="add">
          <ac:chgData name="wilmar cañon" userId="7918cb078fdc7ad0" providerId="LiveId" clId="{3ACF1C45-B2FD-42BC-AD46-BDD471F479EF}" dt="2020-08-04T19:03:34.692" v="420" actId="22"/>
          <ac:spMkLst>
            <pc:docMk/>
            <pc:sldMk cId="300343078" sldId="263"/>
            <ac:spMk id="6" creationId="{F3585E2A-2A0A-48B4-A12B-A5DA7C09D26F}"/>
          </ac:spMkLst>
        </pc:spChg>
      </pc:sldChg>
      <pc:sldChg chg="addSp modSp mod setBg">
        <pc:chgData name="wilmar cañon" userId="7918cb078fdc7ad0" providerId="LiveId" clId="{3ACF1C45-B2FD-42BC-AD46-BDD471F479EF}" dt="2020-08-04T19:03:36.338" v="421" actId="22"/>
        <pc:sldMkLst>
          <pc:docMk/>
          <pc:sldMk cId="300343078" sldId="264"/>
        </pc:sldMkLst>
        <pc:spChg chg="mod">
          <ac:chgData name="wilmar cañon" userId="7918cb078fdc7ad0" providerId="LiveId" clId="{3ACF1C45-B2FD-42BC-AD46-BDD471F479EF}" dt="2020-08-04T14:46:52.034" v="254" actId="1076"/>
          <ac:spMkLst>
            <pc:docMk/>
            <pc:sldMk cId="300343078" sldId="264"/>
            <ac:spMk id="2" creationId="{00000000-0000-0000-0000-000000000000}"/>
          </ac:spMkLst>
        </pc:spChg>
        <pc:spChg chg="add">
          <ac:chgData name="wilmar cañon" userId="7918cb078fdc7ad0" providerId="LiveId" clId="{3ACF1C45-B2FD-42BC-AD46-BDD471F479EF}" dt="2020-08-04T19:03:36.338" v="421" actId="22"/>
          <ac:spMkLst>
            <pc:docMk/>
            <pc:sldMk cId="300343078" sldId="264"/>
            <ac:spMk id="4" creationId="{2192F07F-93A8-4BBE-A2B8-89A48A5B9F58}"/>
          </ac:spMkLst>
        </pc:spChg>
      </pc:sldChg>
      <pc:sldChg chg="modSp del setBg">
        <pc:chgData name="wilmar cañon" userId="7918cb078fdc7ad0" providerId="LiveId" clId="{3ACF1C45-B2FD-42BC-AD46-BDD471F479EF}" dt="2020-08-04T14:46:13.823" v="219" actId="47"/>
        <pc:sldMkLst>
          <pc:docMk/>
          <pc:sldMk cId="300343078" sldId="265"/>
        </pc:sldMkLst>
        <pc:spChg chg="mod">
          <ac:chgData name="wilmar cañon" userId="7918cb078fdc7ad0" providerId="LiveId" clId="{3ACF1C45-B2FD-42BC-AD46-BDD471F479EF}" dt="2020-08-04T14:25:11.547" v="8"/>
          <ac:spMkLst>
            <pc:docMk/>
            <pc:sldMk cId="300343078" sldId="265"/>
            <ac:spMk id="2" creationId="{00000000-0000-0000-0000-000000000000}"/>
          </ac:spMkLst>
        </pc:spChg>
      </pc:sldChg>
      <pc:sldChg chg="addSp modSp mod setBg">
        <pc:chgData name="wilmar cañon" userId="7918cb078fdc7ad0" providerId="LiveId" clId="{3ACF1C45-B2FD-42BC-AD46-BDD471F479EF}" dt="2020-08-04T19:08:50.163" v="463" actId="1076"/>
        <pc:sldMkLst>
          <pc:docMk/>
          <pc:sldMk cId="300343078" sldId="266"/>
        </pc:sldMkLst>
        <pc:spChg chg="mod">
          <ac:chgData name="wilmar cañon" userId="7918cb078fdc7ad0" providerId="LiveId" clId="{3ACF1C45-B2FD-42BC-AD46-BDD471F479EF}" dt="2020-08-04T19:08:50.163" v="463" actId="1076"/>
          <ac:spMkLst>
            <pc:docMk/>
            <pc:sldMk cId="300343078" sldId="266"/>
            <ac:spMk id="2" creationId="{00000000-0000-0000-0000-000000000000}"/>
          </ac:spMkLst>
        </pc:spChg>
        <pc:spChg chg="add">
          <ac:chgData name="wilmar cañon" userId="7918cb078fdc7ad0" providerId="LiveId" clId="{3ACF1C45-B2FD-42BC-AD46-BDD471F479EF}" dt="2020-08-04T19:03:37.612" v="422" actId="22"/>
          <ac:spMkLst>
            <pc:docMk/>
            <pc:sldMk cId="300343078" sldId="266"/>
            <ac:spMk id="4" creationId="{C0DD22DE-CAB8-435A-95AD-273CF900133F}"/>
          </ac:spMkLst>
        </pc:spChg>
      </pc:sldChg>
      <pc:sldChg chg="addSp modSp mod setBg">
        <pc:chgData name="wilmar cañon" userId="7918cb078fdc7ad0" providerId="LiveId" clId="{3ACF1C45-B2FD-42BC-AD46-BDD471F479EF}" dt="2020-08-04T19:09:23.181" v="470" actId="1036"/>
        <pc:sldMkLst>
          <pc:docMk/>
          <pc:sldMk cId="1855662044" sldId="267"/>
        </pc:sldMkLst>
        <pc:spChg chg="mod">
          <ac:chgData name="wilmar cañon" userId="7918cb078fdc7ad0" providerId="LiveId" clId="{3ACF1C45-B2FD-42BC-AD46-BDD471F479EF}" dt="2020-08-04T19:09:23.181" v="470" actId="1036"/>
          <ac:spMkLst>
            <pc:docMk/>
            <pc:sldMk cId="1855662044" sldId="267"/>
            <ac:spMk id="2" creationId="{00000000-0000-0000-0000-000000000000}"/>
          </ac:spMkLst>
        </pc:spChg>
        <pc:spChg chg="add">
          <ac:chgData name="wilmar cañon" userId="7918cb078fdc7ad0" providerId="LiveId" clId="{3ACF1C45-B2FD-42BC-AD46-BDD471F479EF}" dt="2020-08-04T19:03:38.238" v="423" actId="22"/>
          <ac:spMkLst>
            <pc:docMk/>
            <pc:sldMk cId="1855662044" sldId="267"/>
            <ac:spMk id="4" creationId="{6F2CF096-C0CD-431A-A040-3E750C369ECA}"/>
          </ac:spMkLst>
        </pc:spChg>
      </pc:sldChg>
      <pc:sldChg chg="addSp modSp mod setBg">
        <pc:chgData name="wilmar cañon" userId="7918cb078fdc7ad0" providerId="LiveId" clId="{3ACF1C45-B2FD-42BC-AD46-BDD471F479EF}" dt="2020-08-04T19:03:41.971" v="427" actId="22"/>
        <pc:sldMkLst>
          <pc:docMk/>
          <pc:sldMk cId="2875642740" sldId="271"/>
        </pc:sldMkLst>
        <pc:spChg chg="mod">
          <ac:chgData name="wilmar cañon" userId="7918cb078fdc7ad0" providerId="LiveId" clId="{3ACF1C45-B2FD-42BC-AD46-BDD471F479EF}" dt="2020-08-04T18:46:10.359" v="275" actId="208"/>
          <ac:spMkLst>
            <pc:docMk/>
            <pc:sldMk cId="2875642740" sldId="271"/>
            <ac:spMk id="2" creationId="{00000000-0000-0000-0000-000000000000}"/>
          </ac:spMkLst>
        </pc:spChg>
        <pc:spChg chg="add">
          <ac:chgData name="wilmar cañon" userId="7918cb078fdc7ad0" providerId="LiveId" clId="{3ACF1C45-B2FD-42BC-AD46-BDD471F479EF}" dt="2020-08-04T19:03:41.971" v="427" actId="22"/>
          <ac:spMkLst>
            <pc:docMk/>
            <pc:sldMk cId="2875642740" sldId="271"/>
            <ac:spMk id="4" creationId="{48C33E7E-6C0B-4D5C-8F18-A5A4AA8F5A48}"/>
          </ac:spMkLst>
        </pc:spChg>
      </pc:sldChg>
      <pc:sldChg chg="modSp del mod setBg">
        <pc:chgData name="wilmar cañon" userId="7918cb078fdc7ad0" providerId="LiveId" clId="{3ACF1C45-B2FD-42BC-AD46-BDD471F479EF}" dt="2020-08-04T18:45:02.654" v="261" actId="47"/>
        <pc:sldMkLst>
          <pc:docMk/>
          <pc:sldMk cId="1322669758" sldId="272"/>
        </pc:sldMkLst>
        <pc:spChg chg="mod">
          <ac:chgData name="wilmar cañon" userId="7918cb078fdc7ad0" providerId="LiveId" clId="{3ACF1C45-B2FD-42BC-AD46-BDD471F479EF}" dt="2020-08-04T16:16:16.995" v="260" actId="1076"/>
          <ac:spMkLst>
            <pc:docMk/>
            <pc:sldMk cId="1322669758" sldId="272"/>
            <ac:spMk id="3" creationId="{00000000-0000-0000-0000-000000000000}"/>
          </ac:spMkLst>
        </pc:spChg>
      </pc:sldChg>
      <pc:sldChg chg="modSp del setBg">
        <pc:chgData name="wilmar cañon" userId="7918cb078fdc7ad0" providerId="LiveId" clId="{3ACF1C45-B2FD-42BC-AD46-BDD471F479EF}" dt="2020-08-04T18:45:03.655" v="262" actId="47"/>
        <pc:sldMkLst>
          <pc:docMk/>
          <pc:sldMk cId="2818378831" sldId="273"/>
        </pc:sldMkLst>
        <pc:spChg chg="mod">
          <ac:chgData name="wilmar cañon" userId="7918cb078fdc7ad0" providerId="LiveId" clId="{3ACF1C45-B2FD-42BC-AD46-BDD471F479EF}" dt="2020-08-04T14:25:11.547" v="8"/>
          <ac:spMkLst>
            <pc:docMk/>
            <pc:sldMk cId="2818378831" sldId="273"/>
            <ac:spMk id="2" creationId="{00000000-0000-0000-0000-000000000000}"/>
          </ac:spMkLst>
        </pc:spChg>
      </pc:sldChg>
      <pc:sldChg chg="addSp delSp modSp add mod setBg">
        <pc:chgData name="wilmar cañon" userId="7918cb078fdc7ad0" providerId="LiveId" clId="{3ACF1C45-B2FD-42BC-AD46-BDD471F479EF}" dt="2020-08-04T19:03:22.590" v="413" actId="22"/>
        <pc:sldMkLst>
          <pc:docMk/>
          <pc:sldMk cId="2467035958" sldId="274"/>
        </pc:sldMkLst>
        <pc:spChg chg="add del">
          <ac:chgData name="wilmar cañon" userId="7918cb078fdc7ad0" providerId="LiveId" clId="{3ACF1C45-B2FD-42BC-AD46-BDD471F479EF}" dt="2020-08-04T19:03:22.307" v="412" actId="478"/>
          <ac:spMkLst>
            <pc:docMk/>
            <pc:sldMk cId="2467035958" sldId="274"/>
            <ac:spMk id="2" creationId="{7D27FED8-33DE-41D0-8F0A-8E33F063FC2A}"/>
          </ac:spMkLst>
        </pc:spChg>
        <pc:spChg chg="mod">
          <ac:chgData name="wilmar cañon" userId="7918cb078fdc7ad0" providerId="LiveId" clId="{3ACF1C45-B2FD-42BC-AD46-BDD471F479EF}" dt="2020-08-04T18:51:32.109" v="301" actId="20577"/>
          <ac:spMkLst>
            <pc:docMk/>
            <pc:sldMk cId="2467035958" sldId="274"/>
            <ac:spMk id="3" creationId="{00000000-0000-0000-0000-000000000000}"/>
          </ac:spMkLst>
        </pc:spChg>
        <pc:spChg chg="add">
          <ac:chgData name="wilmar cañon" userId="7918cb078fdc7ad0" providerId="LiveId" clId="{3ACF1C45-B2FD-42BC-AD46-BDD471F479EF}" dt="2020-08-04T19:03:22.590" v="413" actId="22"/>
          <ac:spMkLst>
            <pc:docMk/>
            <pc:sldMk cId="2467035958" sldId="274"/>
            <ac:spMk id="6" creationId="{1CC66CD2-62D5-49AE-AD6A-501AF793C5BD}"/>
          </ac:spMkLst>
        </pc:spChg>
      </pc:sldChg>
      <pc:sldChg chg="add del setBg">
        <pc:chgData name="wilmar cañon" userId="7918cb078fdc7ad0" providerId="LiveId" clId="{3ACF1C45-B2FD-42BC-AD46-BDD471F479EF}" dt="2020-08-04T14:32:15.317" v="15"/>
        <pc:sldMkLst>
          <pc:docMk/>
          <pc:sldMk cId="2987275474" sldId="274"/>
        </pc:sldMkLst>
      </pc:sldChg>
      <pc:sldChg chg="add del setBg">
        <pc:chgData name="wilmar cañon" userId="7918cb078fdc7ad0" providerId="LiveId" clId="{3ACF1C45-B2FD-42BC-AD46-BDD471F479EF}" dt="2020-08-04T14:41:32.748" v="105"/>
        <pc:sldMkLst>
          <pc:docMk/>
          <pc:sldMk cId="353296235" sldId="275"/>
        </pc:sldMkLst>
      </pc:sldChg>
      <pc:sldChg chg="addSp delSp modSp add mod">
        <pc:chgData name="wilmar cañon" userId="7918cb078fdc7ad0" providerId="LiveId" clId="{3ACF1C45-B2FD-42BC-AD46-BDD471F479EF}" dt="2020-08-04T19:04:24.307" v="436"/>
        <pc:sldMkLst>
          <pc:docMk/>
          <pc:sldMk cId="1775096820" sldId="275"/>
        </pc:sldMkLst>
        <pc:spChg chg="add del">
          <ac:chgData name="wilmar cañon" userId="7918cb078fdc7ad0" providerId="LiveId" clId="{3ACF1C45-B2FD-42BC-AD46-BDD471F479EF}" dt="2020-08-04T19:03:25.517" v="414" actId="478"/>
          <ac:spMkLst>
            <pc:docMk/>
            <pc:sldMk cId="1775096820" sldId="275"/>
            <ac:spMk id="2" creationId="{5E549BB0-36E7-4B00-A906-B9775741B77D}"/>
          </ac:spMkLst>
        </pc:spChg>
        <pc:spChg chg="mod">
          <ac:chgData name="wilmar cañon" userId="7918cb078fdc7ad0" providerId="LiveId" clId="{3ACF1C45-B2FD-42BC-AD46-BDD471F479EF}" dt="2020-08-04T19:04:24.307" v="436"/>
          <ac:spMkLst>
            <pc:docMk/>
            <pc:sldMk cId="1775096820" sldId="275"/>
            <ac:spMk id="3" creationId="{00000000-0000-0000-0000-000000000000}"/>
          </ac:spMkLst>
        </pc:spChg>
        <pc:spChg chg="add">
          <ac:chgData name="wilmar cañon" userId="7918cb078fdc7ad0" providerId="LiveId" clId="{3ACF1C45-B2FD-42BC-AD46-BDD471F479EF}" dt="2020-08-04T19:03:25.922" v="415" actId="22"/>
          <ac:spMkLst>
            <pc:docMk/>
            <pc:sldMk cId="1775096820" sldId="275"/>
            <ac:spMk id="6" creationId="{54C0910F-BF99-42A2-813B-2369B54BF4DE}"/>
          </ac:spMkLst>
        </pc:spChg>
      </pc:sldChg>
      <pc:sldChg chg="addSp modSp add mod">
        <pc:chgData name="wilmar cañon" userId="7918cb078fdc7ad0" providerId="LiveId" clId="{3ACF1C45-B2FD-42BC-AD46-BDD471F479EF}" dt="2020-08-04T19:07:21.077" v="437" actId="20577"/>
        <pc:sldMkLst>
          <pc:docMk/>
          <pc:sldMk cId="863828394" sldId="276"/>
        </pc:sldMkLst>
        <pc:spChg chg="add mod">
          <ac:chgData name="wilmar cañon" userId="7918cb078fdc7ad0" providerId="LiveId" clId="{3ACF1C45-B2FD-42BC-AD46-BDD471F479EF}" dt="2020-08-04T19:03:12.687" v="409" actId="1076"/>
          <ac:spMkLst>
            <pc:docMk/>
            <pc:sldMk cId="863828394" sldId="276"/>
            <ac:spMk id="2" creationId="{7A5303CF-A01D-4180-9626-A9D7950AA1E6}"/>
          </ac:spMkLst>
        </pc:spChg>
        <pc:spChg chg="mod">
          <ac:chgData name="wilmar cañon" userId="7918cb078fdc7ad0" providerId="LiveId" clId="{3ACF1C45-B2FD-42BC-AD46-BDD471F479EF}" dt="2020-08-04T19:07:21.077" v="437" actId="20577"/>
          <ac:spMkLst>
            <pc:docMk/>
            <pc:sldMk cId="863828394" sldId="276"/>
            <ac:spMk id="3" creationId="{00000000-0000-0000-0000-000000000000}"/>
          </ac:spMkLst>
        </pc:spChg>
      </pc:sldChg>
      <pc:sldChg chg="add del setBg">
        <pc:chgData name="wilmar cañon" userId="7918cb078fdc7ad0" providerId="LiveId" clId="{3ACF1C45-B2FD-42BC-AD46-BDD471F479EF}" dt="2020-08-04T14:41:32.748" v="105"/>
        <pc:sldMkLst>
          <pc:docMk/>
          <pc:sldMk cId="3533704430" sldId="276"/>
        </pc:sldMkLst>
      </pc:sldChg>
      <pc:sldChg chg="addSp modSp add mod">
        <pc:chgData name="wilmar cañon" userId="7918cb078fdc7ad0" providerId="LiveId" clId="{3ACF1C45-B2FD-42BC-AD46-BDD471F479EF}" dt="2020-08-04T19:09:33.274" v="486" actId="20577"/>
        <pc:sldMkLst>
          <pc:docMk/>
          <pc:sldMk cId="42394061" sldId="277"/>
        </pc:sldMkLst>
        <pc:spChg chg="add">
          <ac:chgData name="wilmar cañon" userId="7918cb078fdc7ad0" providerId="LiveId" clId="{3ACF1C45-B2FD-42BC-AD46-BDD471F479EF}" dt="2020-08-04T19:03:39.360" v="424" actId="22"/>
          <ac:spMkLst>
            <pc:docMk/>
            <pc:sldMk cId="42394061" sldId="277"/>
            <ac:spMk id="2" creationId="{63640683-ACAB-422D-9E32-CF2A81C50216}"/>
          </ac:spMkLst>
        </pc:spChg>
        <pc:spChg chg="mod">
          <ac:chgData name="wilmar cañon" userId="7918cb078fdc7ad0" providerId="LiveId" clId="{3ACF1C45-B2FD-42BC-AD46-BDD471F479EF}" dt="2020-08-04T19:09:33.274" v="486" actId="20577"/>
          <ac:spMkLst>
            <pc:docMk/>
            <pc:sldMk cId="42394061" sldId="277"/>
            <ac:spMk id="3" creationId="{00000000-0000-0000-0000-000000000000}"/>
          </ac:spMkLst>
        </pc:spChg>
      </pc:sldChg>
      <pc:sldChg chg="add del setBg">
        <pc:chgData name="wilmar cañon" userId="7918cb078fdc7ad0" providerId="LiveId" clId="{3ACF1C45-B2FD-42BC-AD46-BDD471F479EF}" dt="2020-08-04T18:45:22.277" v="264"/>
        <pc:sldMkLst>
          <pc:docMk/>
          <pc:sldMk cId="206457890" sldId="277"/>
        </pc:sldMkLst>
      </pc:sldChg>
      <pc:sldChg chg="addSp modSp add mod">
        <pc:chgData name="wilmar cañon" userId="7918cb078fdc7ad0" providerId="LiveId" clId="{3ACF1C45-B2FD-42BC-AD46-BDD471F479EF}" dt="2020-08-04T19:03:40.259" v="425" actId="22"/>
        <pc:sldMkLst>
          <pc:docMk/>
          <pc:sldMk cId="1407368908" sldId="278"/>
        </pc:sldMkLst>
        <pc:spChg chg="add">
          <ac:chgData name="wilmar cañon" userId="7918cb078fdc7ad0" providerId="LiveId" clId="{3ACF1C45-B2FD-42BC-AD46-BDD471F479EF}" dt="2020-08-04T19:03:40.259" v="425" actId="22"/>
          <ac:spMkLst>
            <pc:docMk/>
            <pc:sldMk cId="1407368908" sldId="278"/>
            <ac:spMk id="2" creationId="{B9E9273C-A9ED-43C2-9908-02BAE1CCD08F}"/>
          </ac:spMkLst>
        </pc:spChg>
        <pc:spChg chg="mod">
          <ac:chgData name="wilmar cañon" userId="7918cb078fdc7ad0" providerId="LiveId" clId="{3ACF1C45-B2FD-42BC-AD46-BDD471F479EF}" dt="2020-08-04T18:51:36.797" v="302" actId="20577"/>
          <ac:spMkLst>
            <pc:docMk/>
            <pc:sldMk cId="1407368908" sldId="278"/>
            <ac:spMk id="3" creationId="{00000000-0000-0000-0000-000000000000}"/>
          </ac:spMkLst>
        </pc:spChg>
      </pc:sldChg>
      <pc:sldChg chg="add del setBg">
        <pc:chgData name="wilmar cañon" userId="7918cb078fdc7ad0" providerId="LiveId" clId="{3ACF1C45-B2FD-42BC-AD46-BDD471F479EF}" dt="2020-08-04T18:45:22.277" v="264"/>
        <pc:sldMkLst>
          <pc:docMk/>
          <pc:sldMk cId="1929545378" sldId="278"/>
        </pc:sldMkLst>
      </pc:sldChg>
      <pc:sldChg chg="add del setBg">
        <pc:chgData name="wilmar cañon" userId="7918cb078fdc7ad0" providerId="LiveId" clId="{3ACF1C45-B2FD-42BC-AD46-BDD471F479EF}" dt="2020-08-04T18:45:40.717" v="267"/>
        <pc:sldMkLst>
          <pc:docMk/>
          <pc:sldMk cId="1241768291" sldId="279"/>
        </pc:sldMkLst>
      </pc:sldChg>
      <pc:sldChg chg="addSp modSp add mod">
        <pc:chgData name="wilmar cañon" userId="7918cb078fdc7ad0" providerId="LiveId" clId="{3ACF1C45-B2FD-42BC-AD46-BDD471F479EF}" dt="2020-08-04T19:09:46.506" v="487" actId="20577"/>
        <pc:sldMkLst>
          <pc:docMk/>
          <pc:sldMk cId="2970508381" sldId="279"/>
        </pc:sldMkLst>
        <pc:spChg chg="add">
          <ac:chgData name="wilmar cañon" userId="7918cb078fdc7ad0" providerId="LiveId" clId="{3ACF1C45-B2FD-42BC-AD46-BDD471F479EF}" dt="2020-08-04T19:03:41.303" v="426" actId="22"/>
          <ac:spMkLst>
            <pc:docMk/>
            <pc:sldMk cId="2970508381" sldId="279"/>
            <ac:spMk id="2" creationId="{CCC889A3-4491-4829-8D84-41A74F3BC0EA}"/>
          </ac:spMkLst>
        </pc:spChg>
        <pc:spChg chg="mod">
          <ac:chgData name="wilmar cañon" userId="7918cb078fdc7ad0" providerId="LiveId" clId="{3ACF1C45-B2FD-42BC-AD46-BDD471F479EF}" dt="2020-08-04T19:09:46.506" v="487" actId="20577"/>
          <ac:spMkLst>
            <pc:docMk/>
            <pc:sldMk cId="2970508381" sldId="279"/>
            <ac:spMk id="3" creationId="{00000000-0000-0000-0000-000000000000}"/>
          </ac:spMkLst>
        </pc:spChg>
      </pc:sldChg>
      <pc:sldChg chg="add del setBg">
        <pc:chgData name="wilmar cañon" userId="7918cb078fdc7ad0" providerId="LiveId" clId="{3ACF1C45-B2FD-42BC-AD46-BDD471F479EF}" dt="2020-08-04T19:00:37.136" v="332"/>
        <pc:sldMkLst>
          <pc:docMk/>
          <pc:sldMk cId="3519170198" sldId="280"/>
        </pc:sldMkLst>
      </pc:sldChg>
      <pc:sldChg chg="add del">
        <pc:chgData name="wilmar cañon" userId="7918cb078fdc7ad0" providerId="LiveId" clId="{3ACF1C45-B2FD-42BC-AD46-BDD471F479EF}" dt="2020-08-04T19:00:36.878" v="331"/>
        <pc:sldMkLst>
          <pc:docMk/>
          <pc:sldMk cId="116207801" sldId="281"/>
        </pc:sldMkLst>
      </pc:sldChg>
      <pc:sldMasterChg chg="modSp setBg modSldLayout">
        <pc:chgData name="wilmar cañon" userId="7918cb078fdc7ad0" providerId="LiveId" clId="{3ACF1C45-B2FD-42BC-AD46-BDD471F479EF}" dt="2020-08-04T14:25:11.547" v="8"/>
        <pc:sldMasterMkLst>
          <pc:docMk/>
          <pc:sldMasterMk cId="2602819438" sldId="2147483648"/>
        </pc:sldMasterMkLst>
        <pc:spChg chg="mod">
          <ac:chgData name="wilmar cañon" userId="7918cb078fdc7ad0" providerId="LiveId" clId="{3ACF1C45-B2FD-42BC-AD46-BDD471F479EF}" dt="2020-08-04T14:25:11.547" v="8"/>
          <ac:spMkLst>
            <pc:docMk/>
            <pc:sldMasterMk cId="2602819438" sldId="2147483648"/>
            <ac:spMk id="2" creationId="{00000000-0000-0000-0000-000000000000}"/>
          </ac:spMkLst>
        </pc:spChg>
        <pc:spChg chg="mod">
          <ac:chgData name="wilmar cañon" userId="7918cb078fdc7ad0" providerId="LiveId" clId="{3ACF1C45-B2FD-42BC-AD46-BDD471F479EF}" dt="2020-08-04T14:25:11.547" v="8"/>
          <ac:spMkLst>
            <pc:docMk/>
            <pc:sldMasterMk cId="2602819438" sldId="2147483648"/>
            <ac:spMk id="3" creationId="{00000000-0000-0000-0000-000000000000}"/>
          </ac:spMkLst>
        </pc:spChg>
        <pc:spChg chg="mod">
          <ac:chgData name="wilmar cañon" userId="7918cb078fdc7ad0" providerId="LiveId" clId="{3ACF1C45-B2FD-42BC-AD46-BDD471F479EF}" dt="2020-08-04T14:25:11.547" v="8"/>
          <ac:spMkLst>
            <pc:docMk/>
            <pc:sldMasterMk cId="2602819438" sldId="2147483648"/>
            <ac:spMk id="4" creationId="{00000000-0000-0000-0000-000000000000}"/>
          </ac:spMkLst>
        </pc:spChg>
        <pc:spChg chg="mod">
          <ac:chgData name="wilmar cañon" userId="7918cb078fdc7ad0" providerId="LiveId" clId="{3ACF1C45-B2FD-42BC-AD46-BDD471F479EF}" dt="2020-08-04T14:25:11.547" v="8"/>
          <ac:spMkLst>
            <pc:docMk/>
            <pc:sldMasterMk cId="2602819438" sldId="2147483648"/>
            <ac:spMk id="5" creationId="{00000000-0000-0000-0000-000000000000}"/>
          </ac:spMkLst>
        </pc:spChg>
        <pc:spChg chg="mod">
          <ac:chgData name="wilmar cañon" userId="7918cb078fdc7ad0" providerId="LiveId" clId="{3ACF1C45-B2FD-42BC-AD46-BDD471F479EF}" dt="2020-08-04T14:25:11.547" v="8"/>
          <ac:spMkLst>
            <pc:docMk/>
            <pc:sldMasterMk cId="2602819438" sldId="2147483648"/>
            <ac:spMk id="6" creationId="{00000000-0000-0000-0000-000000000000}"/>
          </ac:spMkLst>
        </pc:spChg>
        <pc:sldLayoutChg chg="modSp setBg">
          <pc:chgData name="wilmar cañon" userId="7918cb078fdc7ad0" providerId="LiveId" clId="{3ACF1C45-B2FD-42BC-AD46-BDD471F479EF}" dt="2020-08-04T14:25:11.547" v="8"/>
          <pc:sldLayoutMkLst>
            <pc:docMk/>
            <pc:sldMasterMk cId="2602819438" sldId="2147483648"/>
            <pc:sldLayoutMk cId="3799644002" sldId="2147483649"/>
          </pc:sldLayoutMkLst>
          <pc:spChg chg="mod">
            <ac:chgData name="wilmar cañon" userId="7918cb078fdc7ad0" providerId="LiveId" clId="{3ACF1C45-B2FD-42BC-AD46-BDD471F479EF}" dt="2020-08-04T14:25:11.547" v="8"/>
            <ac:spMkLst>
              <pc:docMk/>
              <pc:sldMasterMk cId="2602819438" sldId="2147483648"/>
              <pc:sldLayoutMk cId="3799644002" sldId="2147483649"/>
              <ac:spMk id="2" creationId="{00000000-0000-0000-0000-000000000000}"/>
            </ac:spMkLst>
          </pc:spChg>
          <pc:spChg chg="mod">
            <ac:chgData name="wilmar cañon" userId="7918cb078fdc7ad0" providerId="LiveId" clId="{3ACF1C45-B2FD-42BC-AD46-BDD471F479EF}" dt="2020-08-04T14:25:11.547" v="8"/>
            <ac:spMkLst>
              <pc:docMk/>
              <pc:sldMasterMk cId="2602819438" sldId="2147483648"/>
              <pc:sldLayoutMk cId="3799644002" sldId="2147483649"/>
              <ac:spMk id="3" creationId="{00000000-0000-0000-0000-000000000000}"/>
            </ac:spMkLst>
          </pc:spChg>
        </pc:sldLayoutChg>
        <pc:sldLayoutChg chg="setBg">
          <pc:chgData name="wilmar cañon" userId="7918cb078fdc7ad0" providerId="LiveId" clId="{3ACF1C45-B2FD-42BC-AD46-BDD471F479EF}" dt="2020-08-04T14:22:47.864" v="1"/>
          <pc:sldLayoutMkLst>
            <pc:docMk/>
            <pc:sldMasterMk cId="2602819438" sldId="2147483648"/>
            <pc:sldLayoutMk cId="874995326" sldId="2147483650"/>
          </pc:sldLayoutMkLst>
        </pc:sldLayoutChg>
        <pc:sldLayoutChg chg="modSp setBg">
          <pc:chgData name="wilmar cañon" userId="7918cb078fdc7ad0" providerId="LiveId" clId="{3ACF1C45-B2FD-42BC-AD46-BDD471F479EF}" dt="2020-08-04T14:25:11.547" v="8"/>
          <pc:sldLayoutMkLst>
            <pc:docMk/>
            <pc:sldMasterMk cId="2602819438" sldId="2147483648"/>
            <pc:sldLayoutMk cId="3912108651" sldId="2147483651"/>
          </pc:sldLayoutMkLst>
          <pc:spChg chg="mod">
            <ac:chgData name="wilmar cañon" userId="7918cb078fdc7ad0" providerId="LiveId" clId="{3ACF1C45-B2FD-42BC-AD46-BDD471F479EF}" dt="2020-08-04T14:25:11.547" v="8"/>
            <ac:spMkLst>
              <pc:docMk/>
              <pc:sldMasterMk cId="2602819438" sldId="2147483648"/>
              <pc:sldLayoutMk cId="3912108651" sldId="2147483651"/>
              <ac:spMk id="2" creationId="{00000000-0000-0000-0000-000000000000}"/>
            </ac:spMkLst>
          </pc:spChg>
          <pc:spChg chg="mod">
            <ac:chgData name="wilmar cañon" userId="7918cb078fdc7ad0" providerId="LiveId" clId="{3ACF1C45-B2FD-42BC-AD46-BDD471F479EF}" dt="2020-08-04T14:25:11.547" v="8"/>
            <ac:spMkLst>
              <pc:docMk/>
              <pc:sldMasterMk cId="2602819438" sldId="2147483648"/>
              <pc:sldLayoutMk cId="3912108651" sldId="2147483651"/>
              <ac:spMk id="3" creationId="{00000000-0000-0000-0000-000000000000}"/>
            </ac:spMkLst>
          </pc:spChg>
        </pc:sldLayoutChg>
        <pc:sldLayoutChg chg="modSp setBg">
          <pc:chgData name="wilmar cañon" userId="7918cb078fdc7ad0" providerId="LiveId" clId="{3ACF1C45-B2FD-42BC-AD46-BDD471F479EF}" dt="2020-08-04T14:25:11.547" v="8"/>
          <pc:sldLayoutMkLst>
            <pc:docMk/>
            <pc:sldMasterMk cId="2602819438" sldId="2147483648"/>
            <pc:sldLayoutMk cId="327861049" sldId="2147483652"/>
          </pc:sldLayoutMkLst>
          <pc:spChg chg="mod">
            <ac:chgData name="wilmar cañon" userId="7918cb078fdc7ad0" providerId="LiveId" clId="{3ACF1C45-B2FD-42BC-AD46-BDD471F479EF}" dt="2020-08-04T14:25:11.547" v="8"/>
            <ac:spMkLst>
              <pc:docMk/>
              <pc:sldMasterMk cId="2602819438" sldId="2147483648"/>
              <pc:sldLayoutMk cId="327861049" sldId="2147483652"/>
              <ac:spMk id="3" creationId="{00000000-0000-0000-0000-000000000000}"/>
            </ac:spMkLst>
          </pc:spChg>
          <pc:spChg chg="mod">
            <ac:chgData name="wilmar cañon" userId="7918cb078fdc7ad0" providerId="LiveId" clId="{3ACF1C45-B2FD-42BC-AD46-BDD471F479EF}" dt="2020-08-04T14:25:11.547" v="8"/>
            <ac:spMkLst>
              <pc:docMk/>
              <pc:sldMasterMk cId="2602819438" sldId="2147483648"/>
              <pc:sldLayoutMk cId="327861049" sldId="2147483652"/>
              <ac:spMk id="4" creationId="{00000000-0000-0000-0000-000000000000}"/>
            </ac:spMkLst>
          </pc:spChg>
        </pc:sldLayoutChg>
        <pc:sldLayoutChg chg="modSp setBg">
          <pc:chgData name="wilmar cañon" userId="7918cb078fdc7ad0" providerId="LiveId" clId="{3ACF1C45-B2FD-42BC-AD46-BDD471F479EF}" dt="2020-08-04T14:25:11.547" v="8"/>
          <pc:sldLayoutMkLst>
            <pc:docMk/>
            <pc:sldMasterMk cId="2602819438" sldId="2147483648"/>
            <pc:sldLayoutMk cId="2617929041" sldId="2147483653"/>
          </pc:sldLayoutMkLst>
          <pc:spChg chg="mod">
            <ac:chgData name="wilmar cañon" userId="7918cb078fdc7ad0" providerId="LiveId" clId="{3ACF1C45-B2FD-42BC-AD46-BDD471F479EF}" dt="2020-08-04T14:25:11.547" v="8"/>
            <ac:spMkLst>
              <pc:docMk/>
              <pc:sldMasterMk cId="2602819438" sldId="2147483648"/>
              <pc:sldLayoutMk cId="2617929041" sldId="2147483653"/>
              <ac:spMk id="3" creationId="{00000000-0000-0000-0000-000000000000}"/>
            </ac:spMkLst>
          </pc:spChg>
          <pc:spChg chg="mod">
            <ac:chgData name="wilmar cañon" userId="7918cb078fdc7ad0" providerId="LiveId" clId="{3ACF1C45-B2FD-42BC-AD46-BDD471F479EF}" dt="2020-08-04T14:25:11.547" v="8"/>
            <ac:spMkLst>
              <pc:docMk/>
              <pc:sldMasterMk cId="2602819438" sldId="2147483648"/>
              <pc:sldLayoutMk cId="2617929041" sldId="2147483653"/>
              <ac:spMk id="4" creationId="{00000000-0000-0000-0000-000000000000}"/>
            </ac:spMkLst>
          </pc:spChg>
          <pc:spChg chg="mod">
            <ac:chgData name="wilmar cañon" userId="7918cb078fdc7ad0" providerId="LiveId" clId="{3ACF1C45-B2FD-42BC-AD46-BDD471F479EF}" dt="2020-08-04T14:25:11.547" v="8"/>
            <ac:spMkLst>
              <pc:docMk/>
              <pc:sldMasterMk cId="2602819438" sldId="2147483648"/>
              <pc:sldLayoutMk cId="2617929041" sldId="2147483653"/>
              <ac:spMk id="5" creationId="{00000000-0000-0000-0000-000000000000}"/>
            </ac:spMkLst>
          </pc:spChg>
          <pc:spChg chg="mod">
            <ac:chgData name="wilmar cañon" userId="7918cb078fdc7ad0" providerId="LiveId" clId="{3ACF1C45-B2FD-42BC-AD46-BDD471F479EF}" dt="2020-08-04T14:25:11.547" v="8"/>
            <ac:spMkLst>
              <pc:docMk/>
              <pc:sldMasterMk cId="2602819438" sldId="2147483648"/>
              <pc:sldLayoutMk cId="2617929041" sldId="2147483653"/>
              <ac:spMk id="6" creationId="{00000000-0000-0000-0000-000000000000}"/>
            </ac:spMkLst>
          </pc:spChg>
        </pc:sldLayoutChg>
        <pc:sldLayoutChg chg="setBg">
          <pc:chgData name="wilmar cañon" userId="7918cb078fdc7ad0" providerId="LiveId" clId="{3ACF1C45-B2FD-42BC-AD46-BDD471F479EF}" dt="2020-08-04T14:22:47.864" v="1"/>
          <pc:sldLayoutMkLst>
            <pc:docMk/>
            <pc:sldMasterMk cId="2602819438" sldId="2147483648"/>
            <pc:sldLayoutMk cId="1488696138" sldId="2147483654"/>
          </pc:sldLayoutMkLst>
        </pc:sldLayoutChg>
        <pc:sldLayoutChg chg="setBg">
          <pc:chgData name="wilmar cañon" userId="7918cb078fdc7ad0" providerId="LiveId" clId="{3ACF1C45-B2FD-42BC-AD46-BDD471F479EF}" dt="2020-08-04T14:22:47.864" v="1"/>
          <pc:sldLayoutMkLst>
            <pc:docMk/>
            <pc:sldMasterMk cId="2602819438" sldId="2147483648"/>
            <pc:sldLayoutMk cId="1217825355" sldId="2147483655"/>
          </pc:sldLayoutMkLst>
        </pc:sldLayoutChg>
        <pc:sldLayoutChg chg="modSp setBg">
          <pc:chgData name="wilmar cañon" userId="7918cb078fdc7ad0" providerId="LiveId" clId="{3ACF1C45-B2FD-42BC-AD46-BDD471F479EF}" dt="2020-08-04T14:25:11.547" v="8"/>
          <pc:sldLayoutMkLst>
            <pc:docMk/>
            <pc:sldMasterMk cId="2602819438" sldId="2147483648"/>
            <pc:sldLayoutMk cId="988786654" sldId="2147483656"/>
          </pc:sldLayoutMkLst>
          <pc:spChg chg="mod">
            <ac:chgData name="wilmar cañon" userId="7918cb078fdc7ad0" providerId="LiveId" clId="{3ACF1C45-B2FD-42BC-AD46-BDD471F479EF}" dt="2020-08-04T14:25:11.547" v="8"/>
            <ac:spMkLst>
              <pc:docMk/>
              <pc:sldMasterMk cId="2602819438" sldId="2147483648"/>
              <pc:sldLayoutMk cId="988786654" sldId="2147483656"/>
              <ac:spMk id="2" creationId="{00000000-0000-0000-0000-000000000000}"/>
            </ac:spMkLst>
          </pc:spChg>
          <pc:spChg chg="mod">
            <ac:chgData name="wilmar cañon" userId="7918cb078fdc7ad0" providerId="LiveId" clId="{3ACF1C45-B2FD-42BC-AD46-BDD471F479EF}" dt="2020-08-04T14:25:11.547" v="8"/>
            <ac:spMkLst>
              <pc:docMk/>
              <pc:sldMasterMk cId="2602819438" sldId="2147483648"/>
              <pc:sldLayoutMk cId="988786654" sldId="2147483656"/>
              <ac:spMk id="3" creationId="{00000000-0000-0000-0000-000000000000}"/>
            </ac:spMkLst>
          </pc:spChg>
          <pc:spChg chg="mod">
            <ac:chgData name="wilmar cañon" userId="7918cb078fdc7ad0" providerId="LiveId" clId="{3ACF1C45-B2FD-42BC-AD46-BDD471F479EF}" dt="2020-08-04T14:25:11.547" v="8"/>
            <ac:spMkLst>
              <pc:docMk/>
              <pc:sldMasterMk cId="2602819438" sldId="2147483648"/>
              <pc:sldLayoutMk cId="988786654" sldId="2147483656"/>
              <ac:spMk id="4" creationId="{00000000-0000-0000-0000-000000000000}"/>
            </ac:spMkLst>
          </pc:spChg>
        </pc:sldLayoutChg>
        <pc:sldLayoutChg chg="modSp setBg">
          <pc:chgData name="wilmar cañon" userId="7918cb078fdc7ad0" providerId="LiveId" clId="{3ACF1C45-B2FD-42BC-AD46-BDD471F479EF}" dt="2020-08-04T14:25:11.547" v="8"/>
          <pc:sldLayoutMkLst>
            <pc:docMk/>
            <pc:sldMasterMk cId="2602819438" sldId="2147483648"/>
            <pc:sldLayoutMk cId="4077880345" sldId="2147483657"/>
          </pc:sldLayoutMkLst>
          <pc:spChg chg="mod">
            <ac:chgData name="wilmar cañon" userId="7918cb078fdc7ad0" providerId="LiveId" clId="{3ACF1C45-B2FD-42BC-AD46-BDD471F479EF}" dt="2020-08-04T14:25:11.547" v="8"/>
            <ac:spMkLst>
              <pc:docMk/>
              <pc:sldMasterMk cId="2602819438" sldId="2147483648"/>
              <pc:sldLayoutMk cId="4077880345" sldId="2147483657"/>
              <ac:spMk id="2" creationId="{00000000-0000-0000-0000-000000000000}"/>
            </ac:spMkLst>
          </pc:spChg>
          <pc:spChg chg="mod">
            <ac:chgData name="wilmar cañon" userId="7918cb078fdc7ad0" providerId="LiveId" clId="{3ACF1C45-B2FD-42BC-AD46-BDD471F479EF}" dt="2020-08-04T14:25:11.547" v="8"/>
            <ac:spMkLst>
              <pc:docMk/>
              <pc:sldMasterMk cId="2602819438" sldId="2147483648"/>
              <pc:sldLayoutMk cId="4077880345" sldId="2147483657"/>
              <ac:spMk id="3" creationId="{00000000-0000-0000-0000-000000000000}"/>
            </ac:spMkLst>
          </pc:spChg>
          <pc:spChg chg="mod">
            <ac:chgData name="wilmar cañon" userId="7918cb078fdc7ad0" providerId="LiveId" clId="{3ACF1C45-B2FD-42BC-AD46-BDD471F479EF}" dt="2020-08-04T14:25:11.547" v="8"/>
            <ac:spMkLst>
              <pc:docMk/>
              <pc:sldMasterMk cId="2602819438" sldId="2147483648"/>
              <pc:sldLayoutMk cId="4077880345" sldId="2147483657"/>
              <ac:spMk id="4" creationId="{00000000-0000-0000-0000-000000000000}"/>
            </ac:spMkLst>
          </pc:spChg>
        </pc:sldLayoutChg>
        <pc:sldLayoutChg chg="setBg">
          <pc:chgData name="wilmar cañon" userId="7918cb078fdc7ad0" providerId="LiveId" clId="{3ACF1C45-B2FD-42BC-AD46-BDD471F479EF}" dt="2020-08-04T14:22:47.864" v="1"/>
          <pc:sldLayoutMkLst>
            <pc:docMk/>
            <pc:sldMasterMk cId="2602819438" sldId="2147483648"/>
            <pc:sldLayoutMk cId="2521174324" sldId="2147483658"/>
          </pc:sldLayoutMkLst>
        </pc:sldLayoutChg>
        <pc:sldLayoutChg chg="modSp setBg">
          <pc:chgData name="wilmar cañon" userId="7918cb078fdc7ad0" providerId="LiveId" clId="{3ACF1C45-B2FD-42BC-AD46-BDD471F479EF}" dt="2020-08-04T14:25:11.547" v="8"/>
          <pc:sldLayoutMkLst>
            <pc:docMk/>
            <pc:sldMasterMk cId="2602819438" sldId="2147483648"/>
            <pc:sldLayoutMk cId="1620928163" sldId="2147483659"/>
          </pc:sldLayoutMkLst>
          <pc:spChg chg="mod">
            <ac:chgData name="wilmar cañon" userId="7918cb078fdc7ad0" providerId="LiveId" clId="{3ACF1C45-B2FD-42BC-AD46-BDD471F479EF}" dt="2020-08-04T14:25:11.547" v="8"/>
            <ac:spMkLst>
              <pc:docMk/>
              <pc:sldMasterMk cId="2602819438" sldId="2147483648"/>
              <pc:sldLayoutMk cId="1620928163" sldId="2147483659"/>
              <ac:spMk id="2" creationId="{00000000-0000-0000-0000-000000000000}"/>
            </ac:spMkLst>
          </pc:spChg>
          <pc:spChg chg="mod">
            <ac:chgData name="wilmar cañon" userId="7918cb078fdc7ad0" providerId="LiveId" clId="{3ACF1C45-B2FD-42BC-AD46-BDD471F479EF}" dt="2020-08-04T14:25:11.547" v="8"/>
            <ac:spMkLst>
              <pc:docMk/>
              <pc:sldMasterMk cId="2602819438" sldId="2147483648"/>
              <pc:sldLayoutMk cId="1620928163" sldId="2147483659"/>
              <ac:spMk id="3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90756-EE45-434D-89A0-F47C7DCC1CF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E9BA6-616C-4EC2-8E84-F9934CA5B0A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99644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90756-EE45-434D-89A0-F47C7DCC1CF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E9BA6-616C-4EC2-8E84-F9934CA5B0A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74995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90756-EE45-434D-89A0-F47C7DCC1CF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E9BA6-616C-4EC2-8E84-F9934CA5B0A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2108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90756-EE45-434D-89A0-F47C7DCC1CF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E9BA6-616C-4EC2-8E84-F9934CA5B0A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7861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90756-EE45-434D-89A0-F47C7DCC1CF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E9BA6-616C-4EC2-8E84-F9934CA5B0A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17929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90756-EE45-434D-89A0-F47C7DCC1CF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E9BA6-616C-4EC2-8E84-F9934CA5B0A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88696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90756-EE45-434D-89A0-F47C7DCC1CF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E9BA6-616C-4EC2-8E84-F9934CA5B0A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17825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90756-EE45-434D-89A0-F47C7DCC1CF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E9BA6-616C-4EC2-8E84-F9934CA5B0A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8786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90756-EE45-434D-89A0-F47C7DCC1CF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E9BA6-616C-4EC2-8E84-F9934CA5B0A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77880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90756-EE45-434D-89A0-F47C7DCC1CF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E9BA6-616C-4EC2-8E84-F9934CA5B0A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21174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90756-EE45-434D-89A0-F47C7DCC1CF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E9BA6-616C-4EC2-8E84-F9934CA5B0A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20928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490756-EE45-434D-89A0-F47C7DCC1CF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FE9BA6-616C-4EC2-8E84-F9934CA5B0A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02819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-130832" y="1412776"/>
            <a:ext cx="9405664" cy="2700300"/>
          </a:xfrm>
        </p:spPr>
        <p:txBody>
          <a:bodyPr>
            <a:noAutofit/>
          </a:bodyPr>
          <a:lstStyle/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Yo seguiré CANTANDO</a:t>
            </a:r>
          </a:p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Yo seguiré HABLANDO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D0F514C-780F-4CC6-8B43-8C6BF330D3A8}"/>
              </a:ext>
            </a:extLst>
          </p:cNvPr>
          <p:cNvSpPr txBox="1"/>
          <p:nvPr/>
        </p:nvSpPr>
        <p:spPr>
          <a:xfrm>
            <a:off x="3059832" y="260648"/>
            <a:ext cx="58326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YO SEGUIRÉ CANTANDO</a:t>
            </a:r>
          </a:p>
        </p:txBody>
      </p:sp>
    </p:spTree>
    <p:extLst>
      <p:ext uri="{BB962C8B-B14F-4D97-AF65-F5344CB8AC3E}">
        <p14:creationId xmlns:p14="http://schemas.microsoft.com/office/powerpoint/2010/main" val="3974147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93204" y="1124744"/>
            <a:ext cx="8757592" cy="2700300"/>
          </a:xfrm>
        </p:spPr>
        <p:txBody>
          <a:bodyPr>
            <a:noAutofit/>
          </a:bodyPr>
          <a:lstStyle/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Yo seguiré diciendo que CRISTO</a:t>
            </a:r>
          </a:p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Todavía puede SALVAR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839BD9D-8AC0-467D-900B-07B805E0DAED}"/>
              </a:ext>
            </a:extLst>
          </p:cNvPr>
          <p:cNvSpPr txBox="1"/>
          <p:nvPr/>
        </p:nvSpPr>
        <p:spPr>
          <a:xfrm>
            <a:off x="3059832" y="260648"/>
            <a:ext cx="58326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YO SEGUIRÉ CANTANDO</a:t>
            </a:r>
          </a:p>
        </p:txBody>
      </p:sp>
    </p:spTree>
    <p:extLst>
      <p:ext uri="{BB962C8B-B14F-4D97-AF65-F5344CB8AC3E}">
        <p14:creationId xmlns:p14="http://schemas.microsoft.com/office/powerpoint/2010/main" val="2467035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-130832" y="1412776"/>
            <a:ext cx="9405664" cy="2700300"/>
          </a:xfrm>
        </p:spPr>
        <p:txBody>
          <a:bodyPr>
            <a:noAutofit/>
          </a:bodyPr>
          <a:lstStyle/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Yo seguiré CANTANDO</a:t>
            </a:r>
          </a:p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Yo seguiré HABLANDO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D0F514C-780F-4CC6-8B43-8C6BF330D3A8}"/>
              </a:ext>
            </a:extLst>
          </p:cNvPr>
          <p:cNvSpPr txBox="1"/>
          <p:nvPr/>
        </p:nvSpPr>
        <p:spPr>
          <a:xfrm>
            <a:off x="3059832" y="260648"/>
            <a:ext cx="58326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YO SEGUIRÉ CANTANDO</a:t>
            </a:r>
          </a:p>
        </p:txBody>
      </p:sp>
    </p:spTree>
    <p:extLst>
      <p:ext uri="{BB962C8B-B14F-4D97-AF65-F5344CB8AC3E}">
        <p14:creationId xmlns:p14="http://schemas.microsoft.com/office/powerpoint/2010/main" val="3201652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93204" y="1124744"/>
            <a:ext cx="8757592" cy="2700300"/>
          </a:xfrm>
        </p:spPr>
        <p:txBody>
          <a:bodyPr>
            <a:noAutofit/>
          </a:bodyPr>
          <a:lstStyle/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Yo seguiré diciendo que CRISTO</a:t>
            </a:r>
          </a:p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Todavía puede SALVAR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839BD9D-8AC0-467D-900B-07B805E0DAED}"/>
              </a:ext>
            </a:extLst>
          </p:cNvPr>
          <p:cNvSpPr txBox="1"/>
          <p:nvPr/>
        </p:nvSpPr>
        <p:spPr>
          <a:xfrm>
            <a:off x="3059832" y="260648"/>
            <a:ext cx="58326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YO SEGUIRÉ CANTANDO</a:t>
            </a:r>
          </a:p>
        </p:txBody>
      </p:sp>
    </p:spTree>
    <p:extLst>
      <p:ext uri="{BB962C8B-B14F-4D97-AF65-F5344CB8AC3E}">
        <p14:creationId xmlns:p14="http://schemas.microsoft.com/office/powerpoint/2010/main" val="637251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-166836" y="1754814"/>
            <a:ext cx="9477672" cy="167418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Hay MUCHAS VIDAS que no saben de su AMOR 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2AC974E-CF1B-4B56-8809-ABA051CF9920}"/>
              </a:ext>
            </a:extLst>
          </p:cNvPr>
          <p:cNvSpPr txBox="1"/>
          <p:nvPr/>
        </p:nvSpPr>
        <p:spPr>
          <a:xfrm>
            <a:off x="3059832" y="260648"/>
            <a:ext cx="58326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YO SEGUIRÉ CANTANDO</a:t>
            </a:r>
          </a:p>
        </p:txBody>
      </p:sp>
    </p:spTree>
    <p:extLst>
      <p:ext uri="{BB962C8B-B14F-4D97-AF65-F5344CB8AC3E}">
        <p14:creationId xmlns:p14="http://schemas.microsoft.com/office/powerpoint/2010/main" val="300343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65212" y="1268760"/>
            <a:ext cx="8613576" cy="270030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están perdidas porque nadie les habló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2E3D78A-4B87-430C-9460-50705E982A24}"/>
              </a:ext>
            </a:extLst>
          </p:cNvPr>
          <p:cNvSpPr txBox="1"/>
          <p:nvPr/>
        </p:nvSpPr>
        <p:spPr>
          <a:xfrm>
            <a:off x="3059832" y="260648"/>
            <a:ext cx="58326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YO SEGUIRÉ CANTANDO</a:t>
            </a:r>
          </a:p>
        </p:txBody>
      </p:sp>
    </p:spTree>
    <p:extLst>
      <p:ext uri="{BB962C8B-B14F-4D97-AF65-F5344CB8AC3E}">
        <p14:creationId xmlns:p14="http://schemas.microsoft.com/office/powerpoint/2010/main" val="300343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755576" y="728700"/>
            <a:ext cx="6858000" cy="270030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Si yo no voy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Si tú no vas </a:t>
            </a:r>
          </a:p>
          <a:p>
            <a:pPr marL="0" indent="0" algn="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Si nadie va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824964C-FC16-4527-8E5B-9B35325315FD}"/>
              </a:ext>
            </a:extLst>
          </p:cNvPr>
          <p:cNvSpPr txBox="1"/>
          <p:nvPr/>
        </p:nvSpPr>
        <p:spPr>
          <a:xfrm>
            <a:off x="3059832" y="260648"/>
            <a:ext cx="58326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YO SEGUIRÉ CANTANDO</a:t>
            </a:r>
          </a:p>
        </p:txBody>
      </p:sp>
    </p:spTree>
    <p:extLst>
      <p:ext uri="{BB962C8B-B14F-4D97-AF65-F5344CB8AC3E}">
        <p14:creationId xmlns:p14="http://schemas.microsoft.com/office/powerpoint/2010/main" val="300343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43000" y="1628800"/>
            <a:ext cx="9001000" cy="1458162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Cómo sabrán que</a:t>
            </a:r>
          </a:p>
          <a:p>
            <a:pPr marL="0" indent="0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JESUCRISTO tiene poder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251D711-2D42-4F7F-AF6C-1A22DFC56A99}"/>
              </a:ext>
            </a:extLst>
          </p:cNvPr>
          <p:cNvSpPr txBox="1"/>
          <p:nvPr/>
        </p:nvSpPr>
        <p:spPr>
          <a:xfrm>
            <a:off x="3059832" y="260648"/>
            <a:ext cx="58326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YO SEGUIRÉ CANTANDO</a:t>
            </a:r>
          </a:p>
        </p:txBody>
      </p:sp>
    </p:spTree>
    <p:extLst>
      <p:ext uri="{BB962C8B-B14F-4D97-AF65-F5344CB8AC3E}">
        <p14:creationId xmlns:p14="http://schemas.microsoft.com/office/powerpoint/2010/main" val="915441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2AE5319-1788-4E95-BB15-8AD8B338D696}"/>
              </a:ext>
            </a:extLst>
          </p:cNvPr>
          <p:cNvSpPr txBox="1"/>
          <p:nvPr/>
        </p:nvSpPr>
        <p:spPr>
          <a:xfrm>
            <a:off x="935850" y="1844824"/>
            <a:ext cx="72723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todavía PUEDE SALVAR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341C8A4-0DF4-4F88-BE0F-5118BB3186CE}"/>
              </a:ext>
            </a:extLst>
          </p:cNvPr>
          <p:cNvSpPr txBox="1"/>
          <p:nvPr/>
        </p:nvSpPr>
        <p:spPr>
          <a:xfrm>
            <a:off x="3059832" y="260648"/>
            <a:ext cx="58326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YO SEGUIRÉ CANTANDO</a:t>
            </a:r>
          </a:p>
        </p:txBody>
      </p:sp>
    </p:spTree>
    <p:extLst>
      <p:ext uri="{BB962C8B-B14F-4D97-AF65-F5344CB8AC3E}">
        <p14:creationId xmlns:p14="http://schemas.microsoft.com/office/powerpoint/2010/main" val="300343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71500" y="1196752"/>
            <a:ext cx="9001000" cy="270030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Yo seguiré hablando de él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Porque mi CRISTO PUEDE SALVAR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0" indent="0" algn="ctr">
              <a:buNone/>
            </a:pPr>
            <a:endParaRPr lang="es-MX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F1EC90B-DC9D-4C28-9CF6-4B9AA1884CFF}"/>
              </a:ext>
            </a:extLst>
          </p:cNvPr>
          <p:cNvSpPr txBox="1"/>
          <p:nvPr/>
        </p:nvSpPr>
        <p:spPr>
          <a:xfrm>
            <a:off x="3059832" y="260648"/>
            <a:ext cx="58326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YO SEGUIRÉ CANTANDO</a:t>
            </a:r>
          </a:p>
        </p:txBody>
      </p:sp>
    </p:spTree>
    <p:extLst>
      <p:ext uri="{BB962C8B-B14F-4D97-AF65-F5344CB8AC3E}">
        <p14:creationId xmlns:p14="http://schemas.microsoft.com/office/powerpoint/2010/main" val="3003430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646802"/>
            <a:ext cx="9144000" cy="270030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 las trompetas tocando </a:t>
            </a:r>
          </a:p>
          <a:p>
            <a:pPr marL="0" indent="0" algn="ctr">
              <a:buNone/>
            </a:pPr>
            <a:r>
              <a:rPr lang="es-MX" sz="5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las campanas sonando</a:t>
            </a:r>
            <a:endParaRPr lang="es-CO" sz="55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1ED518B-9571-41A7-B89B-791B493A0D4A}"/>
              </a:ext>
            </a:extLst>
          </p:cNvPr>
          <p:cNvSpPr txBox="1"/>
          <p:nvPr/>
        </p:nvSpPr>
        <p:spPr>
          <a:xfrm>
            <a:off x="3059832" y="260648"/>
            <a:ext cx="58326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YO SEGUIRÉ CANTANDO</a:t>
            </a:r>
          </a:p>
        </p:txBody>
      </p:sp>
    </p:spTree>
    <p:extLst>
      <p:ext uri="{BB962C8B-B14F-4D97-AF65-F5344CB8AC3E}">
        <p14:creationId xmlns:p14="http://schemas.microsoft.com/office/powerpoint/2010/main" val="3003430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196752"/>
            <a:ext cx="9275340" cy="270030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todo el mundo en un SOLO AMOR 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Lo cantaremos una vez más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4A07BE4-8BC0-455D-A825-7A87EBC5573E}"/>
              </a:ext>
            </a:extLst>
          </p:cNvPr>
          <p:cNvSpPr txBox="1"/>
          <p:nvPr/>
        </p:nvSpPr>
        <p:spPr>
          <a:xfrm>
            <a:off x="3059832" y="260648"/>
            <a:ext cx="58326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YO SEGUIRÉ CANTANDO</a:t>
            </a:r>
          </a:p>
        </p:txBody>
      </p:sp>
    </p:spTree>
    <p:extLst>
      <p:ext uri="{BB962C8B-B14F-4D97-AF65-F5344CB8AC3E}">
        <p14:creationId xmlns:p14="http://schemas.microsoft.com/office/powerpoint/2010/main" val="18556620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-130832" y="1412776"/>
            <a:ext cx="9405664" cy="2700300"/>
          </a:xfrm>
        </p:spPr>
        <p:txBody>
          <a:bodyPr>
            <a:noAutofit/>
          </a:bodyPr>
          <a:lstStyle/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Yo seguiré CANTANDO</a:t>
            </a:r>
          </a:p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Yo seguiré HABLANDO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D0F514C-780F-4CC6-8B43-8C6BF330D3A8}"/>
              </a:ext>
            </a:extLst>
          </p:cNvPr>
          <p:cNvSpPr txBox="1"/>
          <p:nvPr/>
        </p:nvSpPr>
        <p:spPr>
          <a:xfrm>
            <a:off x="3059832" y="260648"/>
            <a:ext cx="58326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YO SEGUIRÉ CANTANDO</a:t>
            </a:r>
          </a:p>
        </p:txBody>
      </p:sp>
    </p:spTree>
    <p:extLst>
      <p:ext uri="{BB962C8B-B14F-4D97-AF65-F5344CB8AC3E}">
        <p14:creationId xmlns:p14="http://schemas.microsoft.com/office/powerpoint/2010/main" val="35045536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93204" y="1124744"/>
            <a:ext cx="8757592" cy="2700300"/>
          </a:xfrm>
        </p:spPr>
        <p:txBody>
          <a:bodyPr>
            <a:noAutofit/>
          </a:bodyPr>
          <a:lstStyle/>
          <a:p>
            <a:pPr algn="l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Yo seguiré diciendo que CRISTO</a:t>
            </a:r>
          </a:p>
          <a:p>
            <a:pPr algn="l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Todavía puede SALVAR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839BD9D-8AC0-467D-900B-07B805E0DAED}"/>
              </a:ext>
            </a:extLst>
          </p:cNvPr>
          <p:cNvSpPr txBox="1"/>
          <p:nvPr/>
        </p:nvSpPr>
        <p:spPr>
          <a:xfrm>
            <a:off x="3059832" y="260648"/>
            <a:ext cx="58326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YO SEGUIRÉ CANTANDO</a:t>
            </a:r>
          </a:p>
        </p:txBody>
      </p:sp>
    </p:spTree>
    <p:extLst>
      <p:ext uri="{BB962C8B-B14F-4D97-AF65-F5344CB8AC3E}">
        <p14:creationId xmlns:p14="http://schemas.microsoft.com/office/powerpoint/2010/main" val="10239605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93204" y="1124744"/>
            <a:ext cx="8757592" cy="2700300"/>
          </a:xfrm>
        </p:spPr>
        <p:txBody>
          <a:bodyPr>
            <a:noAutofit/>
          </a:bodyPr>
          <a:lstStyle/>
          <a:p>
            <a:pPr algn="l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Yo seguiré diciendo que CRISTO</a:t>
            </a:r>
          </a:p>
          <a:p>
            <a:pPr algn="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//Todavía puede SALVAR//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839BD9D-8AC0-467D-900B-07B805E0DAED}"/>
              </a:ext>
            </a:extLst>
          </p:cNvPr>
          <p:cNvSpPr txBox="1"/>
          <p:nvPr/>
        </p:nvSpPr>
        <p:spPr>
          <a:xfrm>
            <a:off x="3059832" y="260648"/>
            <a:ext cx="58326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YO SEGUIRÉ CANTANDO</a:t>
            </a:r>
          </a:p>
        </p:txBody>
      </p:sp>
    </p:spTree>
    <p:extLst>
      <p:ext uri="{BB962C8B-B14F-4D97-AF65-F5344CB8AC3E}">
        <p14:creationId xmlns:p14="http://schemas.microsoft.com/office/powerpoint/2010/main" val="38678564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1459</TotalTime>
  <Words>166</Words>
  <Application>Microsoft Office PowerPoint</Application>
  <PresentationFormat>Presentación en pantalla (4:3)</PresentationFormat>
  <Paragraphs>43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Aharoni</vt:lpstr>
      <vt:lpstr>Arial</vt:lpstr>
      <vt:lpstr>Arial Rounded MT Bold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 </dc:creator>
  <cp:lastModifiedBy>Familia Cañon Peña</cp:lastModifiedBy>
  <cp:revision>22</cp:revision>
  <dcterms:created xsi:type="dcterms:W3CDTF">2016-09-03T20:46:36Z</dcterms:created>
  <dcterms:modified xsi:type="dcterms:W3CDTF">2021-07-27T04:56:25Z</dcterms:modified>
</cp:coreProperties>
</file>