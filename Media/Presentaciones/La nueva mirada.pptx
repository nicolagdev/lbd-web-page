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868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5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622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796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322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860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330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052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0865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741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288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0321C-8BA5-4B69-B2C6-0C1ADF9019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7F69B-018C-4D60-AE8F-067DD6F5BFD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422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93204" y="1916832"/>
            <a:ext cx="8757592" cy="151216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Cada día más estoy mirando a mi DIOS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6E23F3-491F-4F8E-B31D-2DE4CB5C1930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</p:spTree>
    <p:extLst>
      <p:ext uri="{BB962C8B-B14F-4D97-AF65-F5344CB8AC3E}">
        <p14:creationId xmlns:p14="http://schemas.microsoft.com/office/powerpoint/2010/main" val="3961999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1500" y="1690016"/>
            <a:ext cx="8001000" cy="173898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Elephant" panose="02020904090505020303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ÉL me da un nuevo fin hermoso y de PAZ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Modern Love" panose="04090805081005020601" pitchFamily="82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817DF3-515B-4A5D-9EA4-C8810A57F21E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</p:spTree>
    <p:extLst>
      <p:ext uri="{BB962C8B-B14F-4D97-AF65-F5344CB8AC3E}">
        <p14:creationId xmlns:p14="http://schemas.microsoft.com/office/powerpoint/2010/main" val="229415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700808"/>
            <a:ext cx="6858000" cy="186967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Elephant" panose="02020904090505020303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Esa vida llena de LUCHAS y TEMOR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410E35-DCB3-4709-ABC6-FC99A821117E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</p:spTree>
    <p:extLst>
      <p:ext uri="{BB962C8B-B14F-4D97-AF65-F5344CB8AC3E}">
        <p14:creationId xmlns:p14="http://schemas.microsoft.com/office/powerpoint/2010/main" val="744665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3264" y="1721346"/>
            <a:ext cx="7677472" cy="170765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Elephant" panose="02020904090505020303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Me cansó y me quitó el gozo del SEÑOR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B077B5A-3EA6-42EE-9984-73BEF4ABD9BD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</p:spTree>
    <p:extLst>
      <p:ext uri="{BB962C8B-B14F-4D97-AF65-F5344CB8AC3E}">
        <p14:creationId xmlns:p14="http://schemas.microsoft.com/office/powerpoint/2010/main" val="109742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18895" y="1775352"/>
            <a:ext cx="8306210" cy="1653648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Elephant" panose="02020904090505020303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Gracias a mi DIOS nueva vista tengo yo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33F3B5-8877-4FBB-82D7-8F5DE22E2111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</p:spTree>
    <p:extLst>
      <p:ext uri="{BB962C8B-B14F-4D97-AF65-F5344CB8AC3E}">
        <p14:creationId xmlns:p14="http://schemas.microsoft.com/office/powerpoint/2010/main" val="416369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733F3B5-8877-4FBB-82D7-8F5DE22E2111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F1F4A74D-F733-438A-A799-3A4A61AA8446}"/>
              </a:ext>
            </a:extLst>
          </p:cNvPr>
          <p:cNvSpPr txBox="1">
            <a:spLocks/>
          </p:cNvSpPr>
          <p:nvPr/>
        </p:nvSpPr>
        <p:spPr>
          <a:xfrm>
            <a:off x="443219" y="1775352"/>
            <a:ext cx="8257561" cy="1653648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Elephant" panose="02020904090505020303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//Vivo por las cosas que no se ven// </a:t>
            </a:r>
          </a:p>
          <a:p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83040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93204" y="1916832"/>
            <a:ext cx="8757592" cy="151216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Cada día más estoy mirando a mi DIOS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6E23F3-491F-4F8E-B31D-2DE4CB5C1930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</p:spTree>
    <p:extLst>
      <p:ext uri="{BB962C8B-B14F-4D97-AF65-F5344CB8AC3E}">
        <p14:creationId xmlns:p14="http://schemas.microsoft.com/office/powerpoint/2010/main" val="3899603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1500" y="1690016"/>
            <a:ext cx="8001000" cy="173898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Elephant" panose="02020904090505020303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ÉL me da un nuevo fin hermoso y de PAZ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Modern Love" panose="04090805081005020601" pitchFamily="82" charset="0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817DF3-515B-4A5D-9EA4-C8810A57F21E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</p:spTree>
    <p:extLst>
      <p:ext uri="{BB962C8B-B14F-4D97-AF65-F5344CB8AC3E}">
        <p14:creationId xmlns:p14="http://schemas.microsoft.com/office/powerpoint/2010/main" val="238800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700808"/>
            <a:ext cx="6858000" cy="1869672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Elephant" panose="02020904090505020303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Esa vida llena de LUCHAS y TEMOR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410E35-DCB3-4709-ABC6-FC99A821117E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</p:spTree>
    <p:extLst>
      <p:ext uri="{BB962C8B-B14F-4D97-AF65-F5344CB8AC3E}">
        <p14:creationId xmlns:p14="http://schemas.microsoft.com/office/powerpoint/2010/main" val="465431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3264" y="1721346"/>
            <a:ext cx="7677472" cy="170765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Elephant" panose="02020904090505020303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Me cansó y me quitó el gozo del SEÑOR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B077B5A-3EA6-42EE-9984-73BEF4ABD9BD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</p:spTree>
    <p:extLst>
      <p:ext uri="{BB962C8B-B14F-4D97-AF65-F5344CB8AC3E}">
        <p14:creationId xmlns:p14="http://schemas.microsoft.com/office/powerpoint/2010/main" val="3357219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18895" y="1775352"/>
            <a:ext cx="8306210" cy="1653648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Elephant" panose="02020904090505020303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Gracias a mi DIOS nueva vista tengo yo</a:t>
            </a:r>
            <a:endParaRPr lang="es-CO" sz="60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33F3B5-8877-4FBB-82D7-8F5DE22E2111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</p:spTree>
    <p:extLst>
      <p:ext uri="{BB962C8B-B14F-4D97-AF65-F5344CB8AC3E}">
        <p14:creationId xmlns:p14="http://schemas.microsoft.com/office/powerpoint/2010/main" val="2576237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733F3B5-8877-4FBB-82D7-8F5DE22E2111}"/>
              </a:ext>
            </a:extLst>
          </p:cNvPr>
          <p:cNvSpPr txBox="1"/>
          <p:nvPr/>
        </p:nvSpPr>
        <p:spPr>
          <a:xfrm>
            <a:off x="4932040" y="332656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 NUEVA MIRADA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F1F4A74D-F733-438A-A799-3A4A61AA8446}"/>
              </a:ext>
            </a:extLst>
          </p:cNvPr>
          <p:cNvSpPr txBox="1">
            <a:spLocks/>
          </p:cNvSpPr>
          <p:nvPr/>
        </p:nvSpPr>
        <p:spPr>
          <a:xfrm>
            <a:off x="443219" y="1775352"/>
            <a:ext cx="8257561" cy="1653648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Elephant" panose="02020904090505020303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s-MX" sz="66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//Vivo por las cosas que no se ven// </a:t>
            </a:r>
          </a:p>
          <a:p>
            <a:endParaRPr lang="es-CO" sz="66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514389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140</Words>
  <Application>Microsoft Office PowerPoint</Application>
  <PresentationFormat>Presentación en pantalla (4:3)</PresentationFormat>
  <Paragraphs>24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Aharoni</vt:lpstr>
      <vt:lpstr>Arial</vt:lpstr>
      <vt:lpstr>Arial Rounded MT Bold</vt:lpstr>
      <vt:lpstr>Calibri</vt:lpstr>
      <vt:lpstr>Modern Love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9</cp:revision>
  <dcterms:created xsi:type="dcterms:W3CDTF">2016-04-12T21:30:02Z</dcterms:created>
  <dcterms:modified xsi:type="dcterms:W3CDTF">2021-07-27T03:55:52Z</dcterms:modified>
</cp:coreProperties>
</file>