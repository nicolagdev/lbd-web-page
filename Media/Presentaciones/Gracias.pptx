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67" r:id="rId3"/>
    <p:sldId id="272" r:id="rId4"/>
    <p:sldId id="273" r:id="rId5"/>
    <p:sldId id="259" r:id="rId6"/>
    <p:sldId id="260" r:id="rId7"/>
    <p:sldId id="274" r:id="rId8"/>
    <p:sldId id="27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66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111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55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60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055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34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12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860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737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818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606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F17DA-0B44-48C4-B065-361E67000E8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0FB36-1E0B-433B-98CA-2134D41847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238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84921" y="1674674"/>
            <a:ext cx="8574157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Gracias quiero darte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</a:t>
            </a:r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gran inmenso amor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6E339C-C647-460C-BFFC-4D980D15E793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3728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80616" y="1490008"/>
            <a:ext cx="85827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Gracias quiero darte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Amoroso y buen Señor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8E8E17-50C3-4B09-A19F-6F0266CB21BA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24628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84921" y="1674674"/>
            <a:ext cx="885907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Gracias quiero darte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</a:t>
            </a:r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gran inmenso amor 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6E339C-C647-460C-BFFC-4D980D15E793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24403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80616" y="1490008"/>
            <a:ext cx="85827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Gracias quiero darte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Amoroso y buen Señor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8E8E17-50C3-4B09-A19F-6F0266CB21BA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1466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17886" y="1611761"/>
            <a:ext cx="79082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amor me buscó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JESÚS me RESCATÓ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634EFBE-7CA5-41A5-9209-3E5A91319349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146640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27651" y="1490008"/>
            <a:ext cx="7888698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quiero más nada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Solo conocerle más 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2E704B9-A351-4F4D-ACD8-3E925476F280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08785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17886" y="1611761"/>
            <a:ext cx="79082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amor me buscó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JESÚS me RESCATÓ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634EFBE-7CA5-41A5-9209-3E5A91319349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423487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27651" y="1490008"/>
            <a:ext cx="7888698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quiero más nada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Solo conocerle más 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2E704B9-A351-4F4D-ACD8-3E925476F280}"/>
              </a:ext>
            </a:extLst>
          </p:cNvPr>
          <p:cNvSpPr txBox="1"/>
          <p:nvPr/>
        </p:nvSpPr>
        <p:spPr>
          <a:xfrm>
            <a:off x="6980210" y="221845"/>
            <a:ext cx="198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71000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66</Words>
  <Application>Microsoft Office PowerPoint</Application>
  <PresentationFormat>Presentación en pantalla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Aharoni</vt:lpstr>
      <vt:lpstr>Arial</vt:lpstr>
      <vt:lpstr>Arial Rounded MT Bold</vt:lpstr>
      <vt:lpstr>Brush Script MT</vt:lpstr>
      <vt:lpstr>Calibri</vt:lpstr>
      <vt:lpstr>Calibri Light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8</cp:revision>
  <dcterms:created xsi:type="dcterms:W3CDTF">2020-07-10T02:41:22Z</dcterms:created>
  <dcterms:modified xsi:type="dcterms:W3CDTF">2021-07-27T03:49:45Z</dcterms:modified>
</cp:coreProperties>
</file>