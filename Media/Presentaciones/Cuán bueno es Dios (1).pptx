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75" r:id="rId8"/>
    <p:sldId id="263" r:id="rId9"/>
    <p:sldId id="264" r:id="rId10"/>
    <p:sldId id="265" r:id="rId11"/>
    <p:sldId id="266" r:id="rId12"/>
    <p:sldId id="269" r:id="rId13"/>
    <p:sldId id="267" r:id="rId14"/>
    <p:sldId id="268" r:id="rId15"/>
    <p:sldId id="270" r:id="rId16"/>
    <p:sldId id="271" r:id="rId17"/>
    <p:sldId id="276" r:id="rId18"/>
    <p:sldId id="277" r:id="rId19"/>
    <p:sldId id="278" r:id="rId20"/>
    <p:sldId id="279" r:id="rId21"/>
    <p:sldId id="280" r:id="rId22"/>
    <p:sldId id="281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5" autoAdjust="0"/>
    <p:restoredTop sz="94660"/>
  </p:normalViewPr>
  <p:slideViewPr>
    <p:cSldViewPr snapToGrid="0">
      <p:cViewPr varScale="1">
        <p:scale>
          <a:sx n="71" d="100"/>
          <a:sy n="71" d="100"/>
        </p:scale>
        <p:origin x="135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344D4-AE4C-4A90-80AB-71139BF4BB83}" type="datetimeFigureOut">
              <a:rPr lang="es-CO" smtClean="0"/>
              <a:t>7/03/2023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BE486-0CDF-43DA-9A84-10FFE76E1E9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96608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344D4-AE4C-4A90-80AB-71139BF4BB83}" type="datetimeFigureOut">
              <a:rPr lang="es-CO" smtClean="0"/>
              <a:t>7/03/2023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BE486-0CDF-43DA-9A84-10FFE76E1E9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42501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344D4-AE4C-4A90-80AB-71139BF4BB83}" type="datetimeFigureOut">
              <a:rPr lang="es-CO" smtClean="0"/>
              <a:t>7/03/2023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BE486-0CDF-43DA-9A84-10FFE76E1E9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48572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344D4-AE4C-4A90-80AB-71139BF4BB83}" type="datetimeFigureOut">
              <a:rPr lang="es-CO" smtClean="0"/>
              <a:t>7/03/2023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BE486-0CDF-43DA-9A84-10FFE76E1E9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66258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344D4-AE4C-4A90-80AB-71139BF4BB83}" type="datetimeFigureOut">
              <a:rPr lang="es-CO" smtClean="0"/>
              <a:t>7/03/2023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BE486-0CDF-43DA-9A84-10FFE76E1E9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21758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344D4-AE4C-4A90-80AB-71139BF4BB83}" type="datetimeFigureOut">
              <a:rPr lang="es-CO" smtClean="0"/>
              <a:t>7/03/2023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BE486-0CDF-43DA-9A84-10FFE76E1E9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91747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344D4-AE4C-4A90-80AB-71139BF4BB83}" type="datetimeFigureOut">
              <a:rPr lang="es-CO" smtClean="0"/>
              <a:t>7/03/2023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BE486-0CDF-43DA-9A84-10FFE76E1E9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36729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344D4-AE4C-4A90-80AB-71139BF4BB83}" type="datetimeFigureOut">
              <a:rPr lang="es-CO" smtClean="0"/>
              <a:t>7/03/2023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BE486-0CDF-43DA-9A84-10FFE76E1E9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71968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344D4-AE4C-4A90-80AB-71139BF4BB83}" type="datetimeFigureOut">
              <a:rPr lang="es-CO" smtClean="0"/>
              <a:t>7/03/2023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BE486-0CDF-43DA-9A84-10FFE76E1E9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5737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344D4-AE4C-4A90-80AB-71139BF4BB83}" type="datetimeFigureOut">
              <a:rPr lang="es-CO" smtClean="0"/>
              <a:t>7/03/2023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BE486-0CDF-43DA-9A84-10FFE76E1E9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55445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344D4-AE4C-4A90-80AB-71139BF4BB83}" type="datetimeFigureOut">
              <a:rPr lang="es-CO" smtClean="0"/>
              <a:t>7/03/2023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BE486-0CDF-43DA-9A84-10FFE76E1E9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00405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8344D4-AE4C-4A90-80AB-71139BF4BB83}" type="datetimeFigureOut">
              <a:rPr lang="es-CO" smtClean="0"/>
              <a:t>7/03/2023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BE486-0CDF-43DA-9A84-10FFE76E1E9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77745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22E1390-FA54-4B54-B197-FA51D98C8851}"/>
              </a:ext>
            </a:extLst>
          </p:cNvPr>
          <p:cNvSpPr txBox="1"/>
          <p:nvPr/>
        </p:nvSpPr>
        <p:spPr>
          <a:xfrm>
            <a:off x="5446058" y="161365"/>
            <a:ext cx="36979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bg1"/>
                </a:solidFill>
                <a:latin typeface="Abadi" panose="020B0604020104020204" pitchFamily="34" charset="0"/>
              </a:rPr>
              <a:t>CUÁN BUENO ES DIOS</a:t>
            </a:r>
            <a:endParaRPr lang="es-CO" sz="28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F83B827-8AA3-453E-B7A2-EEA05E7077F2}"/>
              </a:ext>
            </a:extLst>
          </p:cNvPr>
          <p:cNvSpPr txBox="1"/>
          <p:nvPr/>
        </p:nvSpPr>
        <p:spPr>
          <a:xfrm>
            <a:off x="753036" y="954741"/>
            <a:ext cx="91440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Bueno es</a:t>
            </a:r>
            <a:b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Señor escuchar </a:t>
            </a:r>
            <a:b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endParaRPr lang="es-CO" sz="72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E73CAEF-B03C-4CD5-B1BB-56BF09FD597F}"/>
              </a:ext>
            </a:extLst>
          </p:cNvPr>
          <p:cNvSpPr txBox="1"/>
          <p:nvPr/>
        </p:nvSpPr>
        <p:spPr>
          <a:xfrm>
            <a:off x="2223247" y="2828835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tu voz</a:t>
            </a:r>
            <a:endParaRPr lang="es-CO" sz="7200" dirty="0"/>
          </a:p>
        </p:txBody>
      </p:sp>
    </p:spTree>
    <p:extLst>
      <p:ext uri="{BB962C8B-B14F-4D97-AF65-F5344CB8AC3E}">
        <p14:creationId xmlns:p14="http://schemas.microsoft.com/office/powerpoint/2010/main" val="1427059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22E1390-FA54-4B54-B197-FA51D98C8851}"/>
              </a:ext>
            </a:extLst>
          </p:cNvPr>
          <p:cNvSpPr txBox="1"/>
          <p:nvPr/>
        </p:nvSpPr>
        <p:spPr>
          <a:xfrm>
            <a:off x="5446058" y="161365"/>
            <a:ext cx="36979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bg1"/>
                </a:solidFill>
                <a:latin typeface="Abadi" panose="020B0604020104020204" pitchFamily="34" charset="0"/>
              </a:rPr>
              <a:t>CUÁN BUENO ES DIOS</a:t>
            </a:r>
            <a:endParaRPr lang="es-CO" sz="28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F83B827-8AA3-453E-B7A2-EEA05E7077F2}"/>
              </a:ext>
            </a:extLst>
          </p:cNvPr>
          <p:cNvSpPr txBox="1"/>
          <p:nvPr/>
        </p:nvSpPr>
        <p:spPr>
          <a:xfrm>
            <a:off x="0" y="1102659"/>
            <a:ext cx="9144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Cantar a tu </a:t>
            </a:r>
          </a:p>
          <a:p>
            <a:pPr algn="ctr"/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nombre Dios</a:t>
            </a:r>
            <a:endParaRPr lang="es-CO" sz="7200" dirty="0"/>
          </a:p>
        </p:txBody>
      </p:sp>
    </p:spTree>
    <p:extLst>
      <p:ext uri="{BB962C8B-B14F-4D97-AF65-F5344CB8AC3E}">
        <p14:creationId xmlns:p14="http://schemas.microsoft.com/office/powerpoint/2010/main" val="1876264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22E1390-FA54-4B54-B197-FA51D98C8851}"/>
              </a:ext>
            </a:extLst>
          </p:cNvPr>
          <p:cNvSpPr txBox="1"/>
          <p:nvPr/>
        </p:nvSpPr>
        <p:spPr>
          <a:xfrm>
            <a:off x="5446058" y="161365"/>
            <a:ext cx="36979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bg1"/>
                </a:solidFill>
                <a:latin typeface="Abadi" panose="020B0604020104020204" pitchFamily="34" charset="0"/>
              </a:rPr>
              <a:t>CUÁN BUENO ES DIOS</a:t>
            </a:r>
            <a:endParaRPr lang="es-CO" sz="28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F83B827-8AA3-453E-B7A2-EEA05E7077F2}"/>
              </a:ext>
            </a:extLst>
          </p:cNvPr>
          <p:cNvSpPr txBox="1"/>
          <p:nvPr/>
        </p:nvSpPr>
        <p:spPr>
          <a:xfrm>
            <a:off x="0" y="1452282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Cuán </a:t>
            </a:r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Kristen ITC" panose="03050502040202030202" pitchFamily="66" charset="0"/>
                <a:cs typeface="Aharoni" panose="02010803020104030203" pitchFamily="2" charset="-79"/>
              </a:rPr>
              <a:t>fiel</a:t>
            </a:r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has sido</a:t>
            </a:r>
            <a:endParaRPr lang="es-CO" sz="7200" dirty="0"/>
          </a:p>
        </p:txBody>
      </p:sp>
    </p:spTree>
    <p:extLst>
      <p:ext uri="{BB962C8B-B14F-4D97-AF65-F5344CB8AC3E}">
        <p14:creationId xmlns:p14="http://schemas.microsoft.com/office/powerpoint/2010/main" val="112988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22E1390-FA54-4B54-B197-FA51D98C8851}"/>
              </a:ext>
            </a:extLst>
          </p:cNvPr>
          <p:cNvSpPr txBox="1"/>
          <p:nvPr/>
        </p:nvSpPr>
        <p:spPr>
          <a:xfrm>
            <a:off x="5446058" y="161365"/>
            <a:ext cx="36979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bg1"/>
                </a:solidFill>
                <a:latin typeface="Abadi" panose="020B0604020104020204" pitchFamily="34" charset="0"/>
              </a:rPr>
              <a:t>CUÁN BUENO ES DIOS</a:t>
            </a:r>
            <a:endParaRPr lang="es-CO" sz="28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F83B827-8AA3-453E-B7A2-EEA05E7077F2}"/>
              </a:ext>
            </a:extLst>
          </p:cNvPr>
          <p:cNvSpPr txBox="1"/>
          <p:nvPr/>
        </p:nvSpPr>
        <p:spPr>
          <a:xfrm>
            <a:off x="0" y="1305342"/>
            <a:ext cx="91440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Quiero ver</a:t>
            </a:r>
          </a:p>
          <a:p>
            <a:pPr algn="ctr"/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En mi vida tu poder</a:t>
            </a:r>
            <a:endParaRPr lang="es-CO" sz="6600" dirty="0"/>
          </a:p>
        </p:txBody>
      </p:sp>
    </p:spTree>
    <p:extLst>
      <p:ext uri="{BB962C8B-B14F-4D97-AF65-F5344CB8AC3E}">
        <p14:creationId xmlns:p14="http://schemas.microsoft.com/office/powerpoint/2010/main" val="4026801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22E1390-FA54-4B54-B197-FA51D98C8851}"/>
              </a:ext>
            </a:extLst>
          </p:cNvPr>
          <p:cNvSpPr txBox="1"/>
          <p:nvPr/>
        </p:nvSpPr>
        <p:spPr>
          <a:xfrm>
            <a:off x="5446058" y="161365"/>
            <a:ext cx="36979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bg1"/>
                </a:solidFill>
                <a:latin typeface="Abadi" panose="020B0604020104020204" pitchFamily="34" charset="0"/>
              </a:rPr>
              <a:t>CUÁN BUENO ES DIOS</a:t>
            </a:r>
            <a:endParaRPr lang="es-CO" sz="28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F83B827-8AA3-453E-B7A2-EEA05E7077F2}"/>
              </a:ext>
            </a:extLst>
          </p:cNvPr>
          <p:cNvSpPr txBox="1"/>
          <p:nvPr/>
        </p:nvSpPr>
        <p:spPr>
          <a:xfrm>
            <a:off x="0" y="1305342"/>
            <a:ext cx="91440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Kristen ITC" panose="03050502040202030202" pitchFamily="66" charset="0"/>
                <a:cs typeface="Aharoni" panose="02010803020104030203" pitchFamily="2" charset="-79"/>
              </a:rPr>
              <a:t>Tu palabra </a:t>
            </a:r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conocer</a:t>
            </a:r>
          </a:p>
          <a:p>
            <a:pPr algn="ctr"/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Darte la </a:t>
            </a:r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Kristen ITC" panose="03050502040202030202" pitchFamily="66" charset="0"/>
                <a:cs typeface="Aharoni" panose="02010803020104030203" pitchFamily="2" charset="-79"/>
              </a:rPr>
              <a:t>gloria</a:t>
            </a:r>
            <a:endParaRPr lang="es-CO" sz="6600" dirty="0">
              <a:latin typeface="Kristen ITC" panose="03050502040202030202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7793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22E1390-FA54-4B54-B197-FA51D98C8851}"/>
              </a:ext>
            </a:extLst>
          </p:cNvPr>
          <p:cNvSpPr txBox="1"/>
          <p:nvPr/>
        </p:nvSpPr>
        <p:spPr>
          <a:xfrm>
            <a:off x="5446058" y="161365"/>
            <a:ext cx="36979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bg1"/>
                </a:solidFill>
                <a:latin typeface="Abadi" panose="020B0604020104020204" pitchFamily="34" charset="0"/>
              </a:rPr>
              <a:t>CUÁN BUENO ES DIOS</a:t>
            </a:r>
            <a:endParaRPr lang="es-CO" sz="28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F83B827-8AA3-453E-B7A2-EEA05E7077F2}"/>
              </a:ext>
            </a:extLst>
          </p:cNvPr>
          <p:cNvSpPr txBox="1"/>
          <p:nvPr/>
        </p:nvSpPr>
        <p:spPr>
          <a:xfrm>
            <a:off x="0" y="1305342"/>
            <a:ext cx="9144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Juntos</a:t>
            </a:r>
          </a:p>
          <a:p>
            <a:pPr algn="ctr"/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Cantemos juntos</a:t>
            </a:r>
            <a:endParaRPr lang="es-CO" sz="7200" dirty="0"/>
          </a:p>
        </p:txBody>
      </p:sp>
    </p:spTree>
    <p:extLst>
      <p:ext uri="{BB962C8B-B14F-4D97-AF65-F5344CB8AC3E}">
        <p14:creationId xmlns:p14="http://schemas.microsoft.com/office/powerpoint/2010/main" val="3847017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22E1390-FA54-4B54-B197-FA51D98C8851}"/>
              </a:ext>
            </a:extLst>
          </p:cNvPr>
          <p:cNvSpPr txBox="1"/>
          <p:nvPr/>
        </p:nvSpPr>
        <p:spPr>
          <a:xfrm>
            <a:off x="5446058" y="161365"/>
            <a:ext cx="36979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bg1"/>
                </a:solidFill>
                <a:latin typeface="Abadi" panose="020B0604020104020204" pitchFamily="34" charset="0"/>
              </a:rPr>
              <a:t>CUÁN BUENO ES DIOS</a:t>
            </a:r>
            <a:endParaRPr lang="es-CO" sz="28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F83B827-8AA3-453E-B7A2-EEA05E7077F2}"/>
              </a:ext>
            </a:extLst>
          </p:cNvPr>
          <p:cNvSpPr txBox="1"/>
          <p:nvPr/>
        </p:nvSpPr>
        <p:spPr>
          <a:xfrm>
            <a:off x="0" y="1305342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Digamos juntos</a:t>
            </a:r>
            <a:endParaRPr lang="es-CO" sz="7200" dirty="0"/>
          </a:p>
        </p:txBody>
      </p:sp>
    </p:spTree>
    <p:extLst>
      <p:ext uri="{BB962C8B-B14F-4D97-AF65-F5344CB8AC3E}">
        <p14:creationId xmlns:p14="http://schemas.microsoft.com/office/powerpoint/2010/main" val="1960286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22E1390-FA54-4B54-B197-FA51D98C8851}"/>
              </a:ext>
            </a:extLst>
          </p:cNvPr>
          <p:cNvSpPr txBox="1"/>
          <p:nvPr/>
        </p:nvSpPr>
        <p:spPr>
          <a:xfrm>
            <a:off x="5446058" y="161365"/>
            <a:ext cx="36979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bg1"/>
                </a:solidFill>
                <a:latin typeface="Abadi" panose="020B0604020104020204" pitchFamily="34" charset="0"/>
              </a:rPr>
              <a:t>CUÁN BUENO ES DIOS</a:t>
            </a:r>
            <a:endParaRPr lang="es-CO" sz="28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F83B827-8AA3-453E-B7A2-EEA05E7077F2}"/>
              </a:ext>
            </a:extLst>
          </p:cNvPr>
          <p:cNvSpPr txBox="1"/>
          <p:nvPr/>
        </p:nvSpPr>
        <p:spPr>
          <a:xfrm>
            <a:off x="0" y="1547389"/>
            <a:ext cx="9144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¡Cuán bueno</a:t>
            </a:r>
          </a:p>
          <a:p>
            <a:pPr algn="ctr"/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es Dios!</a:t>
            </a:r>
            <a:endParaRPr lang="es-CO" sz="7200" dirty="0"/>
          </a:p>
        </p:txBody>
      </p:sp>
    </p:spTree>
    <p:extLst>
      <p:ext uri="{BB962C8B-B14F-4D97-AF65-F5344CB8AC3E}">
        <p14:creationId xmlns:p14="http://schemas.microsoft.com/office/powerpoint/2010/main" val="287073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22E1390-FA54-4B54-B197-FA51D98C8851}"/>
              </a:ext>
            </a:extLst>
          </p:cNvPr>
          <p:cNvSpPr txBox="1"/>
          <p:nvPr/>
        </p:nvSpPr>
        <p:spPr>
          <a:xfrm>
            <a:off x="5446058" y="161365"/>
            <a:ext cx="36979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bg1"/>
                </a:solidFill>
                <a:latin typeface="Abadi" panose="020B0604020104020204" pitchFamily="34" charset="0"/>
              </a:rPr>
              <a:t>CUÁN BUENO ES DIOS</a:t>
            </a:r>
            <a:endParaRPr lang="es-CO" sz="28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F83B827-8AA3-453E-B7A2-EEA05E7077F2}"/>
              </a:ext>
            </a:extLst>
          </p:cNvPr>
          <p:cNvSpPr txBox="1"/>
          <p:nvPr/>
        </p:nvSpPr>
        <p:spPr>
          <a:xfrm>
            <a:off x="-1" y="1507048"/>
            <a:ext cx="9144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Digno</a:t>
            </a:r>
          </a:p>
          <a:p>
            <a:pPr algn="ctr"/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Mi Dios es digno</a:t>
            </a:r>
            <a:endParaRPr lang="es-CO" sz="7200" dirty="0"/>
          </a:p>
        </p:txBody>
      </p:sp>
    </p:spTree>
    <p:extLst>
      <p:ext uri="{BB962C8B-B14F-4D97-AF65-F5344CB8AC3E}">
        <p14:creationId xmlns:p14="http://schemas.microsoft.com/office/powerpoint/2010/main" val="2743596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22E1390-FA54-4B54-B197-FA51D98C8851}"/>
              </a:ext>
            </a:extLst>
          </p:cNvPr>
          <p:cNvSpPr txBox="1"/>
          <p:nvPr/>
        </p:nvSpPr>
        <p:spPr>
          <a:xfrm>
            <a:off x="5446058" y="161365"/>
            <a:ext cx="36979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bg1"/>
                </a:solidFill>
                <a:latin typeface="Abadi" panose="020B0604020104020204" pitchFamily="34" charset="0"/>
              </a:rPr>
              <a:t>CUÁN BUENO ES DIOS</a:t>
            </a:r>
            <a:endParaRPr lang="es-CO" sz="28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F83B827-8AA3-453E-B7A2-EEA05E7077F2}"/>
              </a:ext>
            </a:extLst>
          </p:cNvPr>
          <p:cNvSpPr txBox="1"/>
          <p:nvPr/>
        </p:nvSpPr>
        <p:spPr>
          <a:xfrm>
            <a:off x="134469" y="1520495"/>
            <a:ext cx="91440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Nos ha </a:t>
            </a:r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Kristen ITC" panose="03050502040202030202" pitchFamily="66" charset="0"/>
                <a:cs typeface="Aharoni" panose="02010803020104030203" pitchFamily="2" charset="-79"/>
              </a:rPr>
              <a:t>salvado</a:t>
            </a:r>
          </a:p>
          <a:p>
            <a:pPr algn="ctr"/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Su </a:t>
            </a:r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Kristen ITC" panose="03050502040202030202" pitchFamily="66" charset="0"/>
                <a:cs typeface="Aharoni" panose="02010803020104030203" pitchFamily="2" charset="-79"/>
              </a:rPr>
              <a:t>amor</a:t>
            </a:r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nos dio </a:t>
            </a:r>
            <a:endParaRPr lang="es-CO" sz="6600" dirty="0"/>
          </a:p>
        </p:txBody>
      </p:sp>
    </p:spTree>
    <p:extLst>
      <p:ext uri="{BB962C8B-B14F-4D97-AF65-F5344CB8AC3E}">
        <p14:creationId xmlns:p14="http://schemas.microsoft.com/office/powerpoint/2010/main" val="1859194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22E1390-FA54-4B54-B197-FA51D98C8851}"/>
              </a:ext>
            </a:extLst>
          </p:cNvPr>
          <p:cNvSpPr txBox="1"/>
          <p:nvPr/>
        </p:nvSpPr>
        <p:spPr>
          <a:xfrm>
            <a:off x="5446058" y="161365"/>
            <a:ext cx="36979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bg1"/>
                </a:solidFill>
                <a:latin typeface="Abadi" panose="020B0604020104020204" pitchFamily="34" charset="0"/>
              </a:rPr>
              <a:t>CUÁN BUENO ES DIOS</a:t>
            </a:r>
            <a:endParaRPr lang="es-CO" sz="28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F83B827-8AA3-453E-B7A2-EEA05E7077F2}"/>
              </a:ext>
            </a:extLst>
          </p:cNvPr>
          <p:cNvSpPr txBox="1"/>
          <p:nvPr/>
        </p:nvSpPr>
        <p:spPr>
          <a:xfrm>
            <a:off x="0" y="1493601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Roca es</a:t>
            </a:r>
          </a:p>
        </p:txBody>
      </p:sp>
    </p:spTree>
    <p:extLst>
      <p:ext uri="{BB962C8B-B14F-4D97-AF65-F5344CB8AC3E}">
        <p14:creationId xmlns:p14="http://schemas.microsoft.com/office/powerpoint/2010/main" val="28884892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22E1390-FA54-4B54-B197-FA51D98C8851}"/>
              </a:ext>
            </a:extLst>
          </p:cNvPr>
          <p:cNvSpPr txBox="1"/>
          <p:nvPr/>
        </p:nvSpPr>
        <p:spPr>
          <a:xfrm>
            <a:off x="5446058" y="161365"/>
            <a:ext cx="36979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bg1"/>
                </a:solidFill>
                <a:latin typeface="Abadi" panose="020B0604020104020204" pitchFamily="34" charset="0"/>
              </a:rPr>
              <a:t>CUÁN BUENO ES DIOS</a:t>
            </a:r>
            <a:endParaRPr lang="es-CO" sz="28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F83B827-8AA3-453E-B7A2-EEA05E7077F2}"/>
              </a:ext>
            </a:extLst>
          </p:cNvPr>
          <p:cNvSpPr txBox="1"/>
          <p:nvPr/>
        </p:nvSpPr>
        <p:spPr>
          <a:xfrm>
            <a:off x="0" y="1493601"/>
            <a:ext cx="9144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Misericordia y Verdad</a:t>
            </a:r>
            <a:endParaRPr lang="es-CO" sz="7200" dirty="0"/>
          </a:p>
        </p:txBody>
      </p:sp>
    </p:spTree>
    <p:extLst>
      <p:ext uri="{BB962C8B-B14F-4D97-AF65-F5344CB8AC3E}">
        <p14:creationId xmlns:p14="http://schemas.microsoft.com/office/powerpoint/2010/main" val="38290898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22E1390-FA54-4B54-B197-FA51D98C8851}"/>
              </a:ext>
            </a:extLst>
          </p:cNvPr>
          <p:cNvSpPr txBox="1"/>
          <p:nvPr/>
        </p:nvSpPr>
        <p:spPr>
          <a:xfrm>
            <a:off x="5446058" y="161365"/>
            <a:ext cx="36979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bg1"/>
                </a:solidFill>
                <a:latin typeface="Abadi" panose="020B0604020104020204" pitchFamily="34" charset="0"/>
              </a:rPr>
              <a:t>CUÁN BUENO ES DIOS</a:t>
            </a:r>
            <a:endParaRPr lang="es-CO" sz="28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F83B827-8AA3-453E-B7A2-EEA05E7077F2}"/>
              </a:ext>
            </a:extLst>
          </p:cNvPr>
          <p:cNvSpPr txBox="1"/>
          <p:nvPr/>
        </p:nvSpPr>
        <p:spPr>
          <a:xfrm>
            <a:off x="0" y="1493601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Refugias mi alma</a:t>
            </a:r>
            <a:endParaRPr lang="es-CO" sz="7200" dirty="0"/>
          </a:p>
        </p:txBody>
      </p:sp>
    </p:spTree>
    <p:extLst>
      <p:ext uri="{BB962C8B-B14F-4D97-AF65-F5344CB8AC3E}">
        <p14:creationId xmlns:p14="http://schemas.microsoft.com/office/powerpoint/2010/main" val="27198253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22E1390-FA54-4B54-B197-FA51D98C8851}"/>
              </a:ext>
            </a:extLst>
          </p:cNvPr>
          <p:cNvSpPr txBox="1"/>
          <p:nvPr/>
        </p:nvSpPr>
        <p:spPr>
          <a:xfrm>
            <a:off x="5446058" y="161365"/>
            <a:ext cx="36979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bg1"/>
                </a:solidFill>
                <a:latin typeface="Abadi" panose="020B0604020104020204" pitchFamily="34" charset="0"/>
              </a:rPr>
              <a:t>CUÁN BUENO ES DIOS</a:t>
            </a:r>
            <a:endParaRPr lang="es-CO" sz="28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F83B827-8AA3-453E-B7A2-EEA05E7077F2}"/>
              </a:ext>
            </a:extLst>
          </p:cNvPr>
          <p:cNvSpPr txBox="1"/>
          <p:nvPr/>
        </p:nvSpPr>
        <p:spPr>
          <a:xfrm>
            <a:off x="0" y="1493601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Tú me sostienes</a:t>
            </a:r>
            <a:endParaRPr lang="es-CO" sz="7200" dirty="0"/>
          </a:p>
        </p:txBody>
      </p:sp>
    </p:spTree>
    <p:extLst>
      <p:ext uri="{BB962C8B-B14F-4D97-AF65-F5344CB8AC3E}">
        <p14:creationId xmlns:p14="http://schemas.microsoft.com/office/powerpoint/2010/main" val="25726368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22E1390-FA54-4B54-B197-FA51D98C8851}"/>
              </a:ext>
            </a:extLst>
          </p:cNvPr>
          <p:cNvSpPr txBox="1"/>
          <p:nvPr/>
        </p:nvSpPr>
        <p:spPr>
          <a:xfrm>
            <a:off x="5446058" y="161365"/>
            <a:ext cx="36979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bg1"/>
                </a:solidFill>
                <a:latin typeface="Abadi" panose="020B0604020104020204" pitchFamily="34" charset="0"/>
              </a:rPr>
              <a:t>CUÁN BUENO ES DIOS</a:t>
            </a:r>
            <a:endParaRPr lang="es-CO" sz="28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F83B827-8AA3-453E-B7A2-EEA05E7077F2}"/>
              </a:ext>
            </a:extLst>
          </p:cNvPr>
          <p:cNvSpPr txBox="1"/>
          <p:nvPr/>
        </p:nvSpPr>
        <p:spPr>
          <a:xfrm>
            <a:off x="753036" y="954741"/>
            <a:ext cx="91440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Bueno es</a:t>
            </a:r>
            <a:b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Kristen ITC" panose="03050502040202030202" pitchFamily="66" charset="0"/>
                <a:cs typeface="Aharoni" panose="02010803020104030203" pitchFamily="2" charset="-79"/>
              </a:rPr>
              <a:t>Señor</a:t>
            </a:r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escuchar </a:t>
            </a:r>
            <a:b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endParaRPr lang="es-CO" sz="72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E73CAEF-B03C-4CD5-B1BB-56BF09FD597F}"/>
              </a:ext>
            </a:extLst>
          </p:cNvPr>
          <p:cNvSpPr txBox="1"/>
          <p:nvPr/>
        </p:nvSpPr>
        <p:spPr>
          <a:xfrm>
            <a:off x="2223247" y="2828835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tu voz</a:t>
            </a:r>
            <a:endParaRPr lang="es-CO" sz="7200" dirty="0"/>
          </a:p>
        </p:txBody>
      </p:sp>
    </p:spTree>
    <p:extLst>
      <p:ext uri="{BB962C8B-B14F-4D97-AF65-F5344CB8AC3E}">
        <p14:creationId xmlns:p14="http://schemas.microsoft.com/office/powerpoint/2010/main" val="36010623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22E1390-FA54-4B54-B197-FA51D98C8851}"/>
              </a:ext>
            </a:extLst>
          </p:cNvPr>
          <p:cNvSpPr txBox="1"/>
          <p:nvPr/>
        </p:nvSpPr>
        <p:spPr>
          <a:xfrm>
            <a:off x="5446058" y="161365"/>
            <a:ext cx="36979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bg1"/>
                </a:solidFill>
                <a:latin typeface="Abadi" panose="020B0604020104020204" pitchFamily="34" charset="0"/>
              </a:rPr>
              <a:t>CUÁN BUENO ES DIOS</a:t>
            </a:r>
            <a:endParaRPr lang="es-CO" sz="28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F83B827-8AA3-453E-B7A2-EEA05E7077F2}"/>
              </a:ext>
            </a:extLst>
          </p:cNvPr>
          <p:cNvSpPr txBox="1"/>
          <p:nvPr/>
        </p:nvSpPr>
        <p:spPr>
          <a:xfrm>
            <a:off x="0" y="1102659"/>
            <a:ext cx="9144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Cantar a tu </a:t>
            </a:r>
          </a:p>
          <a:p>
            <a:pPr algn="ctr"/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nombre Dios</a:t>
            </a:r>
            <a:endParaRPr lang="es-CO" sz="7200" dirty="0"/>
          </a:p>
        </p:txBody>
      </p:sp>
    </p:spTree>
    <p:extLst>
      <p:ext uri="{BB962C8B-B14F-4D97-AF65-F5344CB8AC3E}">
        <p14:creationId xmlns:p14="http://schemas.microsoft.com/office/powerpoint/2010/main" val="28564453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22E1390-FA54-4B54-B197-FA51D98C8851}"/>
              </a:ext>
            </a:extLst>
          </p:cNvPr>
          <p:cNvSpPr txBox="1"/>
          <p:nvPr/>
        </p:nvSpPr>
        <p:spPr>
          <a:xfrm>
            <a:off x="5446058" y="161365"/>
            <a:ext cx="36979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bg1"/>
                </a:solidFill>
                <a:latin typeface="Abadi" panose="020B0604020104020204" pitchFamily="34" charset="0"/>
              </a:rPr>
              <a:t>CUÁN BUENO ES DIOS</a:t>
            </a:r>
            <a:endParaRPr lang="es-CO" sz="28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F83B827-8AA3-453E-B7A2-EEA05E7077F2}"/>
              </a:ext>
            </a:extLst>
          </p:cNvPr>
          <p:cNvSpPr txBox="1"/>
          <p:nvPr/>
        </p:nvSpPr>
        <p:spPr>
          <a:xfrm>
            <a:off x="0" y="1546412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Darte la </a:t>
            </a:r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Kristen ITC" panose="03050502040202030202" pitchFamily="66" charset="0"/>
                <a:cs typeface="Aharoni" panose="02010803020104030203" pitchFamily="2" charset="-79"/>
              </a:rPr>
              <a:t>gloria</a:t>
            </a:r>
            <a:endParaRPr lang="es-CO" sz="7200" dirty="0">
              <a:latin typeface="Kristen ITC" panose="03050502040202030202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69645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22E1390-FA54-4B54-B197-FA51D98C8851}"/>
              </a:ext>
            </a:extLst>
          </p:cNvPr>
          <p:cNvSpPr txBox="1"/>
          <p:nvPr/>
        </p:nvSpPr>
        <p:spPr>
          <a:xfrm>
            <a:off x="5446058" y="161365"/>
            <a:ext cx="36979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bg1"/>
                </a:solidFill>
                <a:latin typeface="Abadi" panose="020B0604020104020204" pitchFamily="34" charset="0"/>
              </a:rPr>
              <a:t>CUÁN BUENO ES DIOS</a:t>
            </a:r>
            <a:endParaRPr lang="es-CO" sz="28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F83B827-8AA3-453E-B7A2-EEA05E7077F2}"/>
              </a:ext>
            </a:extLst>
          </p:cNvPr>
          <p:cNvSpPr txBox="1"/>
          <p:nvPr/>
        </p:nvSpPr>
        <p:spPr>
          <a:xfrm>
            <a:off x="0" y="1305342"/>
            <a:ext cx="9144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Juntos</a:t>
            </a:r>
          </a:p>
          <a:p>
            <a:pPr algn="ctr"/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Cantemos juntos</a:t>
            </a:r>
            <a:endParaRPr lang="es-CO" sz="7200" dirty="0"/>
          </a:p>
        </p:txBody>
      </p:sp>
    </p:spTree>
    <p:extLst>
      <p:ext uri="{BB962C8B-B14F-4D97-AF65-F5344CB8AC3E}">
        <p14:creationId xmlns:p14="http://schemas.microsoft.com/office/powerpoint/2010/main" val="7053451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22E1390-FA54-4B54-B197-FA51D98C8851}"/>
              </a:ext>
            </a:extLst>
          </p:cNvPr>
          <p:cNvSpPr txBox="1"/>
          <p:nvPr/>
        </p:nvSpPr>
        <p:spPr>
          <a:xfrm>
            <a:off x="5446058" y="161365"/>
            <a:ext cx="36979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bg1"/>
                </a:solidFill>
                <a:latin typeface="Abadi" panose="020B0604020104020204" pitchFamily="34" charset="0"/>
              </a:rPr>
              <a:t>CUÁN BUENO ES DIOS</a:t>
            </a:r>
            <a:endParaRPr lang="es-CO" sz="28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F83B827-8AA3-453E-B7A2-EEA05E7077F2}"/>
              </a:ext>
            </a:extLst>
          </p:cNvPr>
          <p:cNvSpPr txBox="1"/>
          <p:nvPr/>
        </p:nvSpPr>
        <p:spPr>
          <a:xfrm>
            <a:off x="0" y="1305342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Digamos juntos</a:t>
            </a:r>
            <a:endParaRPr lang="es-CO" sz="7200" dirty="0"/>
          </a:p>
        </p:txBody>
      </p:sp>
    </p:spTree>
    <p:extLst>
      <p:ext uri="{BB962C8B-B14F-4D97-AF65-F5344CB8AC3E}">
        <p14:creationId xmlns:p14="http://schemas.microsoft.com/office/powerpoint/2010/main" val="38874150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22E1390-FA54-4B54-B197-FA51D98C8851}"/>
              </a:ext>
            </a:extLst>
          </p:cNvPr>
          <p:cNvSpPr txBox="1"/>
          <p:nvPr/>
        </p:nvSpPr>
        <p:spPr>
          <a:xfrm>
            <a:off x="5446058" y="161365"/>
            <a:ext cx="36979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bg1"/>
                </a:solidFill>
                <a:latin typeface="Abadi" panose="020B0604020104020204" pitchFamily="34" charset="0"/>
              </a:rPr>
              <a:t>CUÁN BUENO ES DIOS</a:t>
            </a:r>
            <a:endParaRPr lang="es-CO" sz="28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F83B827-8AA3-453E-B7A2-EEA05E7077F2}"/>
              </a:ext>
            </a:extLst>
          </p:cNvPr>
          <p:cNvSpPr txBox="1"/>
          <p:nvPr/>
        </p:nvSpPr>
        <p:spPr>
          <a:xfrm>
            <a:off x="0" y="1547389"/>
            <a:ext cx="9144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¡Cuán bueno</a:t>
            </a:r>
          </a:p>
          <a:p>
            <a:pPr algn="ctr"/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es Dios!</a:t>
            </a:r>
            <a:endParaRPr lang="es-CO" sz="7200" dirty="0"/>
          </a:p>
        </p:txBody>
      </p:sp>
    </p:spTree>
    <p:extLst>
      <p:ext uri="{BB962C8B-B14F-4D97-AF65-F5344CB8AC3E}">
        <p14:creationId xmlns:p14="http://schemas.microsoft.com/office/powerpoint/2010/main" val="389501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22E1390-FA54-4B54-B197-FA51D98C8851}"/>
              </a:ext>
            </a:extLst>
          </p:cNvPr>
          <p:cNvSpPr txBox="1"/>
          <p:nvPr/>
        </p:nvSpPr>
        <p:spPr>
          <a:xfrm>
            <a:off x="5446058" y="161365"/>
            <a:ext cx="36979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bg1"/>
                </a:solidFill>
                <a:latin typeface="Abadi" panose="020B0604020104020204" pitchFamily="34" charset="0"/>
              </a:rPr>
              <a:t>CUÁN BUENO ES DIOS</a:t>
            </a:r>
            <a:endParaRPr lang="es-CO" sz="28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F83B827-8AA3-453E-B7A2-EEA05E7077F2}"/>
              </a:ext>
            </a:extLst>
          </p:cNvPr>
          <p:cNvSpPr txBox="1"/>
          <p:nvPr/>
        </p:nvSpPr>
        <p:spPr>
          <a:xfrm>
            <a:off x="-1" y="1507048"/>
            <a:ext cx="9144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Digno</a:t>
            </a:r>
          </a:p>
          <a:p>
            <a:pPr algn="ctr"/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Mi Dios es digno</a:t>
            </a:r>
            <a:endParaRPr lang="es-CO" sz="7200" dirty="0"/>
          </a:p>
        </p:txBody>
      </p:sp>
    </p:spTree>
    <p:extLst>
      <p:ext uri="{BB962C8B-B14F-4D97-AF65-F5344CB8AC3E}">
        <p14:creationId xmlns:p14="http://schemas.microsoft.com/office/powerpoint/2010/main" val="28163309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22E1390-FA54-4B54-B197-FA51D98C8851}"/>
              </a:ext>
            </a:extLst>
          </p:cNvPr>
          <p:cNvSpPr txBox="1"/>
          <p:nvPr/>
        </p:nvSpPr>
        <p:spPr>
          <a:xfrm>
            <a:off x="5446058" y="161365"/>
            <a:ext cx="36979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bg1"/>
                </a:solidFill>
                <a:latin typeface="Abadi" panose="020B0604020104020204" pitchFamily="34" charset="0"/>
              </a:rPr>
              <a:t>CUÁN BUENO ES DIOS</a:t>
            </a:r>
            <a:endParaRPr lang="es-CO" sz="28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F83B827-8AA3-453E-B7A2-EEA05E7077F2}"/>
              </a:ext>
            </a:extLst>
          </p:cNvPr>
          <p:cNvSpPr txBox="1"/>
          <p:nvPr/>
        </p:nvSpPr>
        <p:spPr>
          <a:xfrm>
            <a:off x="134469" y="1520495"/>
            <a:ext cx="91440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Nos ha </a:t>
            </a:r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Kristen ITC" panose="03050502040202030202" pitchFamily="66" charset="0"/>
                <a:cs typeface="Aharoni" panose="02010803020104030203" pitchFamily="2" charset="-79"/>
              </a:rPr>
              <a:t>salvado</a:t>
            </a:r>
          </a:p>
          <a:p>
            <a:pPr algn="ctr"/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Su </a:t>
            </a:r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Kristen ITC" panose="03050502040202030202" pitchFamily="66" charset="0"/>
                <a:cs typeface="Aharoni" panose="02010803020104030203" pitchFamily="2" charset="-79"/>
              </a:rPr>
              <a:t>amor</a:t>
            </a:r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nos dio </a:t>
            </a:r>
            <a:endParaRPr lang="es-CO" sz="6600" dirty="0"/>
          </a:p>
        </p:txBody>
      </p:sp>
    </p:spTree>
    <p:extLst>
      <p:ext uri="{BB962C8B-B14F-4D97-AF65-F5344CB8AC3E}">
        <p14:creationId xmlns:p14="http://schemas.microsoft.com/office/powerpoint/2010/main" val="9778447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53</TotalTime>
  <Words>191</Words>
  <Application>Microsoft Office PowerPoint</Application>
  <PresentationFormat>Presentación en pantalla (4:3)</PresentationFormat>
  <Paragraphs>58</Paragraphs>
  <Slides>22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9" baseType="lpstr">
      <vt:lpstr>Abadi</vt:lpstr>
      <vt:lpstr>Aharoni</vt:lpstr>
      <vt:lpstr>Arial</vt:lpstr>
      <vt:lpstr>Calibri</vt:lpstr>
      <vt:lpstr>Calibri Light</vt:lpstr>
      <vt:lpstr>Kristen ITC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James Pena Sereno</dc:creator>
  <cp:lastModifiedBy>James Pena Sereno</cp:lastModifiedBy>
  <cp:revision>1</cp:revision>
  <dcterms:created xsi:type="dcterms:W3CDTF">2023-03-07T14:45:28Z</dcterms:created>
  <dcterms:modified xsi:type="dcterms:W3CDTF">2023-03-07T15:38:42Z</dcterms:modified>
</cp:coreProperties>
</file>