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325" r:id="rId3"/>
    <p:sldId id="316" r:id="rId4"/>
    <p:sldId id="326" r:id="rId5"/>
    <p:sldId id="318" r:id="rId6"/>
    <p:sldId id="320" r:id="rId7"/>
    <p:sldId id="322" r:id="rId8"/>
    <p:sldId id="327" r:id="rId9"/>
    <p:sldId id="324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4660"/>
  </p:normalViewPr>
  <p:slideViewPr>
    <p:cSldViewPr>
      <p:cViewPr varScale="1">
        <p:scale>
          <a:sx n="68" d="100"/>
          <a:sy n="68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845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067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532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222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156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806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153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779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930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42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157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8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066237" y="1052736"/>
            <a:ext cx="70115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Jesús nombre dulce y sin igual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969A4E-FA71-47D8-9341-7A5CE645BC99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</p:spTree>
    <p:extLst>
      <p:ext uri="{BB962C8B-B14F-4D97-AF65-F5344CB8AC3E}">
        <p14:creationId xmlns:p14="http://schemas.microsoft.com/office/powerpoint/2010/main" val="2058123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426277" y="1052736"/>
            <a:ext cx="62914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JESÚS siempre escuchas mi llamar</a:t>
            </a:r>
            <a:endParaRPr lang="es-CO" sz="7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969A4E-FA71-47D8-9341-7A5CE645BC99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</p:spTree>
    <p:extLst>
      <p:ext uri="{BB962C8B-B14F-4D97-AF65-F5344CB8AC3E}">
        <p14:creationId xmlns:p14="http://schemas.microsoft.com/office/powerpoint/2010/main" val="348070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656565" y="1351508"/>
            <a:ext cx="78308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Oh JESÚS me levantas al fallar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5BBE2C-D67A-4F96-959D-462480E6A2D7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</p:spTree>
    <p:extLst>
      <p:ext uri="{BB962C8B-B14F-4D97-AF65-F5344CB8AC3E}">
        <p14:creationId xmlns:p14="http://schemas.microsoft.com/office/powerpoint/2010/main" val="43478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656565" y="1351508"/>
            <a:ext cx="78308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Es tu dulce nombre 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sin igual 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5BBE2C-D67A-4F96-959D-462480E6A2D7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</p:spTree>
    <p:extLst>
      <p:ext uri="{BB962C8B-B14F-4D97-AF65-F5344CB8AC3E}">
        <p14:creationId xmlns:p14="http://schemas.microsoft.com/office/powerpoint/2010/main" val="360006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94921" y="260648"/>
            <a:ext cx="866796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pPr algn="l"/>
            <a:r>
              <a:rPr lang="es-MX" sz="7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Jesús tu nombre </a:t>
            </a:r>
          </a:p>
          <a:p>
            <a:pPr algn="l"/>
            <a:r>
              <a:rPr lang="es-MX" sz="7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QUIERO ALABAR</a:t>
            </a:r>
          </a:p>
          <a:p>
            <a:pPr algn="r"/>
            <a:r>
              <a:rPr lang="es-MX" sz="7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Jesús mi principio mi final</a:t>
            </a:r>
            <a:endParaRPr lang="es-CO" sz="70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8B8A7A-7AD9-43EF-AEA9-9653C901AD1C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</p:spTree>
    <p:extLst>
      <p:ext uri="{BB962C8B-B14F-4D97-AF65-F5344CB8AC3E}">
        <p14:creationId xmlns:p14="http://schemas.microsoft.com/office/powerpoint/2010/main" val="434785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07871" y="1988840"/>
            <a:ext cx="79361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b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</a:br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Es tu dulce nombre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sin igual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E6F5507-01FD-4503-96D9-7169BB1369F1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  <p:sp>
        <p:nvSpPr>
          <p:cNvPr id="7" name="1 CuadroTexto">
            <a:extLst>
              <a:ext uri="{FF2B5EF4-FFF2-40B4-BE49-F238E27FC236}">
                <a16:creationId xmlns:a16="http://schemas.microsoft.com/office/drawing/2014/main" id="{4ECB5153-8E2E-4297-B690-8CE091B83E71}"/>
              </a:ext>
            </a:extLst>
          </p:cNvPr>
          <p:cNvSpPr txBox="1"/>
          <p:nvPr/>
        </p:nvSpPr>
        <p:spPr>
          <a:xfrm>
            <a:off x="90558" y="927011"/>
            <a:ext cx="89628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Oh JESÚS sufriste por 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mi pecar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785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82579" y="1120676"/>
            <a:ext cx="7578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Jesús a reinar 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pronto vendrás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BED42F-01F9-4436-A199-F1F596C91DDC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</p:spTree>
    <p:extLst>
      <p:ext uri="{BB962C8B-B14F-4D97-AF65-F5344CB8AC3E}">
        <p14:creationId xmlns:p14="http://schemas.microsoft.com/office/powerpoint/2010/main" val="43478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394647" y="1120676"/>
            <a:ext cx="63547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Jesús tu amor me sostendrá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BED42F-01F9-4436-A199-F1F596C91DDC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</p:spTree>
    <p:extLst>
      <p:ext uri="{BB962C8B-B14F-4D97-AF65-F5344CB8AC3E}">
        <p14:creationId xmlns:p14="http://schemas.microsoft.com/office/powerpoint/2010/main" val="412877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89756" y="2564904"/>
            <a:ext cx="89644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pPr algn="r"/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/Es tu dulce nombre sin igual/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25BA84-33FF-4BD1-A683-EA8F928DBBD0}"/>
              </a:ext>
            </a:extLst>
          </p:cNvPr>
          <p:cNvSpPr txBox="1"/>
          <p:nvPr/>
        </p:nvSpPr>
        <p:spPr>
          <a:xfrm>
            <a:off x="6964662" y="260648"/>
            <a:ext cx="1998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</a:t>
            </a:r>
          </a:p>
        </p:txBody>
      </p:sp>
      <p:sp>
        <p:nvSpPr>
          <p:cNvPr id="7" name="1 CuadroTexto">
            <a:extLst>
              <a:ext uri="{FF2B5EF4-FFF2-40B4-BE49-F238E27FC236}">
                <a16:creationId xmlns:a16="http://schemas.microsoft.com/office/drawing/2014/main" id="{69D04FF2-748D-4859-94AA-E13268FA6A7D}"/>
              </a:ext>
            </a:extLst>
          </p:cNvPr>
          <p:cNvSpPr txBox="1"/>
          <p:nvPr/>
        </p:nvSpPr>
        <p:spPr>
          <a:xfrm>
            <a:off x="971600" y="722313"/>
            <a:ext cx="65527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Oh Jesús tus glorias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QUIERO CANTAR </a:t>
            </a:r>
          </a:p>
        </p:txBody>
      </p:sp>
    </p:spTree>
    <p:extLst>
      <p:ext uri="{BB962C8B-B14F-4D97-AF65-F5344CB8AC3E}">
        <p14:creationId xmlns:p14="http://schemas.microsoft.com/office/powerpoint/2010/main" val="434785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79</Words>
  <Application>Microsoft Office PowerPoint</Application>
  <PresentationFormat>Presentación en pantalla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34</cp:revision>
  <dcterms:created xsi:type="dcterms:W3CDTF">2016-02-15T01:19:27Z</dcterms:created>
  <dcterms:modified xsi:type="dcterms:W3CDTF">2021-07-27T03:55:11Z</dcterms:modified>
</cp:coreProperties>
</file>