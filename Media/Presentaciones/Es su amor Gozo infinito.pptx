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95C0-179E-4FBA-9DD0-F2AA622BC21C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62CA-90D2-4714-91DD-919DDF5339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072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95C0-179E-4FBA-9DD0-F2AA622BC21C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62CA-90D2-4714-91DD-919DDF5339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73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95C0-179E-4FBA-9DD0-F2AA622BC21C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62CA-90D2-4714-91DD-919DDF5339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60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95C0-179E-4FBA-9DD0-F2AA622BC21C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62CA-90D2-4714-91DD-919DDF5339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637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95C0-179E-4FBA-9DD0-F2AA622BC21C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62CA-90D2-4714-91DD-919DDF5339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7856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95C0-179E-4FBA-9DD0-F2AA622BC21C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62CA-90D2-4714-91DD-919DDF5339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5362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95C0-179E-4FBA-9DD0-F2AA622BC21C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62CA-90D2-4714-91DD-919DDF5339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9547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95C0-179E-4FBA-9DD0-F2AA622BC21C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62CA-90D2-4714-91DD-919DDF5339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720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95C0-179E-4FBA-9DD0-F2AA622BC21C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62CA-90D2-4714-91DD-919DDF5339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242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95C0-179E-4FBA-9DD0-F2AA622BC21C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62CA-90D2-4714-91DD-919DDF5339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5937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95C0-179E-4FBA-9DD0-F2AA622BC21C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62CA-90D2-4714-91DD-919DDF5339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502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B95C0-179E-4FBA-9DD0-F2AA622BC21C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162CA-90D2-4714-91DD-919DDF5339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529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AFE8601-E312-40AB-BF1E-DC21A367E26D}"/>
              </a:ext>
            </a:extLst>
          </p:cNvPr>
          <p:cNvSpPr txBox="1"/>
          <p:nvPr/>
        </p:nvSpPr>
        <p:spPr>
          <a:xfrm>
            <a:off x="2636520" y="1785633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Es su amor gozo infinito 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C89CE38-901C-4AEB-9679-518FFE2D341C}"/>
              </a:ext>
            </a:extLst>
          </p:cNvPr>
          <p:cNvSpPr txBox="1"/>
          <p:nvPr/>
        </p:nvSpPr>
        <p:spPr>
          <a:xfrm>
            <a:off x="6568440" y="425376"/>
            <a:ext cx="5364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ES SU AMOR GOZO INFINITO </a:t>
            </a:r>
            <a:endParaRPr lang="es-CO" sz="28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41B560-D84F-4AB7-9ECB-495DB4A4D587}"/>
              </a:ext>
            </a:extLst>
          </p:cNvPr>
          <p:cNvSpPr txBox="1"/>
          <p:nvPr/>
        </p:nvSpPr>
        <p:spPr>
          <a:xfrm>
            <a:off x="4556760" y="376117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Mi vida es él yo bien lo sé 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32722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AFE8601-E312-40AB-BF1E-DC21A367E26D}"/>
              </a:ext>
            </a:extLst>
          </p:cNvPr>
          <p:cNvSpPr txBox="1"/>
          <p:nvPr/>
        </p:nvSpPr>
        <p:spPr>
          <a:xfrm>
            <a:off x="2636520" y="1785633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No creí que me escogiera a mí 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C89CE38-901C-4AEB-9679-518FFE2D341C}"/>
              </a:ext>
            </a:extLst>
          </p:cNvPr>
          <p:cNvSpPr txBox="1"/>
          <p:nvPr/>
        </p:nvSpPr>
        <p:spPr>
          <a:xfrm>
            <a:off x="6568440" y="425376"/>
            <a:ext cx="5364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ES SU AMOR GOZO INFINITO </a:t>
            </a:r>
            <a:endParaRPr lang="es-CO" sz="28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41B560-D84F-4AB7-9ECB-495DB4A4D587}"/>
              </a:ext>
            </a:extLst>
          </p:cNvPr>
          <p:cNvSpPr txBox="1"/>
          <p:nvPr/>
        </p:nvSpPr>
        <p:spPr>
          <a:xfrm>
            <a:off x="4556760" y="376117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Cristo mi Dios me debo a ti </a:t>
            </a:r>
          </a:p>
        </p:txBody>
      </p:sp>
    </p:spTree>
    <p:extLst>
      <p:ext uri="{BB962C8B-B14F-4D97-AF65-F5344CB8AC3E}">
        <p14:creationId xmlns:p14="http://schemas.microsoft.com/office/powerpoint/2010/main" val="499312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AFE8601-E312-40AB-BF1E-DC21A367E26D}"/>
              </a:ext>
            </a:extLst>
          </p:cNvPr>
          <p:cNvSpPr txBox="1"/>
          <p:nvPr/>
        </p:nvSpPr>
        <p:spPr>
          <a:xfrm>
            <a:off x="2636520" y="1785633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Es su amor gozo infinito 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C89CE38-901C-4AEB-9679-518FFE2D341C}"/>
              </a:ext>
            </a:extLst>
          </p:cNvPr>
          <p:cNvSpPr txBox="1"/>
          <p:nvPr/>
        </p:nvSpPr>
        <p:spPr>
          <a:xfrm>
            <a:off x="6568440" y="425376"/>
            <a:ext cx="5364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ES SU AMOR GOZO INFINITO </a:t>
            </a:r>
            <a:endParaRPr lang="es-CO" sz="28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41B560-D84F-4AB7-9ECB-495DB4A4D587}"/>
              </a:ext>
            </a:extLst>
          </p:cNvPr>
          <p:cNvSpPr txBox="1"/>
          <p:nvPr/>
        </p:nvSpPr>
        <p:spPr>
          <a:xfrm>
            <a:off x="4556760" y="376117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Mi vida es él yo bien lo sé 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86460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AFE8601-E312-40AB-BF1E-DC21A367E26D}"/>
              </a:ext>
            </a:extLst>
          </p:cNvPr>
          <p:cNvSpPr txBox="1"/>
          <p:nvPr/>
        </p:nvSpPr>
        <p:spPr>
          <a:xfrm>
            <a:off x="2636520" y="1785633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No creí que me escogiera a mí 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C89CE38-901C-4AEB-9679-518FFE2D341C}"/>
              </a:ext>
            </a:extLst>
          </p:cNvPr>
          <p:cNvSpPr txBox="1"/>
          <p:nvPr/>
        </p:nvSpPr>
        <p:spPr>
          <a:xfrm>
            <a:off x="6568440" y="425376"/>
            <a:ext cx="5364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ES SU AMOR GOZO INFINITO </a:t>
            </a:r>
            <a:endParaRPr lang="es-CO" sz="28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41B560-D84F-4AB7-9ECB-495DB4A4D587}"/>
              </a:ext>
            </a:extLst>
          </p:cNvPr>
          <p:cNvSpPr txBox="1"/>
          <p:nvPr/>
        </p:nvSpPr>
        <p:spPr>
          <a:xfrm>
            <a:off x="4556760" y="376117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Cristo mi Dios me debo a ti </a:t>
            </a:r>
          </a:p>
        </p:txBody>
      </p:sp>
    </p:spTree>
    <p:extLst>
      <p:ext uri="{BB962C8B-B14F-4D97-AF65-F5344CB8AC3E}">
        <p14:creationId xmlns:p14="http://schemas.microsoft.com/office/powerpoint/2010/main" val="17336558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F4923B9D-9666-465C-BF8C-5E8452324797}" vid="{6227FDF9-332B-4856-9362-49CE932549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1020</TotalTime>
  <Words>74</Words>
  <Application>Microsoft Office PowerPoint</Application>
  <PresentationFormat>Panorámica</PresentationFormat>
  <Paragraphs>12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Aharoni</vt:lpstr>
      <vt:lpstr>Arial</vt:lpstr>
      <vt:lpstr>Arial Rounded MT Bold</vt:lpstr>
      <vt:lpstr>Calibri</vt:lpstr>
      <vt:lpstr>Calibri Light</vt:lpstr>
      <vt:lpstr>Tema1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Camilo Ruiz Niño</cp:lastModifiedBy>
  <cp:revision>17</cp:revision>
  <dcterms:created xsi:type="dcterms:W3CDTF">2020-04-01T20:44:31Z</dcterms:created>
  <dcterms:modified xsi:type="dcterms:W3CDTF">2023-12-12T20:33:38Z</dcterms:modified>
</cp:coreProperties>
</file>