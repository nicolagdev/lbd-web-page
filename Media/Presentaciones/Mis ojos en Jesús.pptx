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7" r:id="rId3"/>
    <p:sldId id="257" r:id="rId4"/>
    <p:sldId id="278" r:id="rId5"/>
    <p:sldId id="258" r:id="rId6"/>
    <p:sldId id="259" r:id="rId7"/>
    <p:sldId id="269" r:id="rId8"/>
    <p:sldId id="260" r:id="rId9"/>
    <p:sldId id="261" r:id="rId10"/>
    <p:sldId id="279" r:id="rId11"/>
    <p:sldId id="263" r:id="rId12"/>
    <p:sldId id="280" r:id="rId13"/>
    <p:sldId id="270" r:id="rId14"/>
    <p:sldId id="271" r:id="rId15"/>
    <p:sldId id="272" r:id="rId16"/>
    <p:sldId id="273" r:id="rId17"/>
    <p:sldId id="268" r:id="rId18"/>
    <p:sldId id="274" r:id="rId19"/>
    <p:sldId id="281" r:id="rId20"/>
    <p:sldId id="28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972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469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670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314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240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288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624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89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865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6956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11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ABC63-3421-42E8-86B1-40F8EE2DB62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CDF4D-E729-4E9A-8E26-4F7B9AB944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038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587" y="1668947"/>
            <a:ext cx="7702826" cy="3239329"/>
          </a:xfrm>
        </p:spPr>
        <p:txBody>
          <a:bodyPr>
            <a:noAutofit/>
          </a:bodyPr>
          <a:lstStyle/>
          <a:p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JESÚS      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vida entregaste en la CRUZ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88AB42-930E-4026-8285-BE76BB759476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80459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587" y="1809335"/>
            <a:ext cx="7702826" cy="3239329"/>
          </a:xfrm>
        </p:spPr>
        <p:txBody>
          <a:bodyPr>
            <a:noAutofit/>
          </a:bodyPr>
          <a:lstStyle/>
          <a:p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gracia trasformó mi corazón </a:t>
            </a:r>
            <a:b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Por amor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88AB42-930E-4026-8285-BE76BB759476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1520977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" y="2617720"/>
            <a:ext cx="8955157" cy="3239329"/>
          </a:xfrm>
        </p:spPr>
        <p:txBody>
          <a:bodyPr>
            <a:noAutofit/>
          </a:bodyPr>
          <a:lstStyle/>
          <a:p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EÑOR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seguir los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pasos de Jesús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FF2B43-8693-45BF-9882-920211132DFD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100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3" y="1809337"/>
            <a:ext cx="8955157" cy="3239329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                    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 sin desmayar y terminar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Sin temor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FF2B43-8693-45BF-9882-920211132DFD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999982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698" y="2596184"/>
            <a:ext cx="7514604" cy="2752311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Mis ojos en Jesús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Sus ojos sobre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E393E7-F3AD-47EF-B385-F56C9B3C0152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3784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465" y="2148132"/>
            <a:ext cx="8902148" cy="2126146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 por ti dejando todo peso atrás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4E6ED9-D303-499E-84FA-F35AA06E7CEA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366413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385" y="1804970"/>
            <a:ext cx="8283230" cy="2850495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fuerza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tu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fe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animan a seguir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3B910D-EB09-42B4-BE31-259A6BC6DCCB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1808329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5" y="2129460"/>
            <a:ext cx="9024730" cy="2234270"/>
          </a:xfrm>
        </p:spPr>
        <p:txBody>
          <a:bodyPr>
            <a:noAutofit/>
          </a:bodyPr>
          <a:lstStyle/>
          <a:p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 por ti PARA CUMPLIR TU VOLUNTAD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4FD6C0-DBC7-4DE6-822D-6033E573CE9D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332457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757" y="1915922"/>
            <a:ext cx="9223513" cy="3430467"/>
          </a:xfrm>
        </p:spPr>
        <p:txBody>
          <a:bodyPr>
            <a:noAutofit/>
          </a:bodyPr>
          <a:lstStyle/>
          <a:p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JESÚS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Anhelo ser parte de tu VISIÓN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9AD206-021A-41A0-BD18-3A391F770AC4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365652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757" y="1915922"/>
            <a:ext cx="9223513" cy="3430467"/>
          </a:xfrm>
        </p:spPr>
        <p:txBody>
          <a:bodyPr>
            <a:noAutofit/>
          </a:bodyPr>
          <a:lstStyle/>
          <a:p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Los pueblos necesitan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perdón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Por amor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9AD206-021A-41A0-BD18-3A391F770AC4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1850118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78" y="2328742"/>
            <a:ext cx="8647043" cy="2863127"/>
          </a:xfrm>
        </p:spPr>
        <p:txBody>
          <a:bodyPr>
            <a:noAutofit/>
          </a:bodyPr>
          <a:lstStyle/>
          <a:p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Decido entregar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corazón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Lucida Handwriting" panose="03010101010101010101" pitchFamily="66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BC35B5-1E4D-44E2-9D1D-8331B4A65530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65788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105" y="1838411"/>
            <a:ext cx="8647043" cy="2863127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quiero ser tu SIERVO por amor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Sin temor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Lucida Handwriting" panose="03010101010101010101" pitchFamily="66" charset="0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BC35B5-1E4D-44E2-9D1D-8331B4A65530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83695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93" y="2609436"/>
            <a:ext cx="7872413" cy="2752311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Mis ojos en Jesús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Sus ojos sobre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B898CE-865B-4EEF-AD25-A0E78C6F6022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6633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65928"/>
            <a:ext cx="9144000" cy="2126146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 por ti dejando todo peso atrás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E07C4E-B9A9-4676-A087-289768FA01AF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960705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03753"/>
            <a:ext cx="9395791" cy="2850495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fuerza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tu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Lucida Handwriting" panose="03010101010101010101" pitchFamily="66" charset="0"/>
                <a:cs typeface="Aharoni" panose="02010803020104030203" pitchFamily="2" charset="-79"/>
              </a:rPr>
              <a:t>fe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 animan a seguir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833598-38AE-4348-ADC4-E55E3C681559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1183620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43" y="2311865"/>
            <a:ext cx="8994913" cy="2234270"/>
          </a:xfrm>
        </p:spPr>
        <p:txBody>
          <a:bodyPr>
            <a:noAutofit/>
          </a:bodyPr>
          <a:lstStyle/>
          <a:p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 por ti PARA CUMPLIR TU VOLUNTAD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E22746-0E26-4DC3-A94B-B2F23C946DB5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3453931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04901"/>
            <a:ext cx="9143999" cy="2850495"/>
          </a:xfrm>
        </p:spPr>
        <p:txBody>
          <a:bodyPr>
            <a:noAutofit/>
          </a:bodyPr>
          <a:lstStyle/>
          <a:p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por ti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dejando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todo peso atrás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54EFB6-0122-476C-B960-8D27422B3BC3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2003889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429000"/>
            <a:ext cx="9143999" cy="2850495"/>
          </a:xfrm>
        </p:spPr>
        <p:txBody>
          <a:bodyPr>
            <a:noAutofit/>
          </a:bodyPr>
          <a:lstStyle/>
          <a:p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por ti para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cumplir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tu VOLUNTAD 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41E26A-36AE-4C39-B920-A54742FC54D0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1894776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04901"/>
            <a:ext cx="9143999" cy="2850495"/>
          </a:xfrm>
        </p:spPr>
        <p:txBody>
          <a:bodyPr>
            <a:noAutofit/>
          </a:bodyPr>
          <a:lstStyle/>
          <a:p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por ti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dejando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todo peso atrás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54EFB6-0122-476C-B960-8D27422B3BC3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311225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46E9E-3CBA-492F-9733-BC549A506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429000"/>
            <a:ext cx="9143999" cy="2850495"/>
          </a:xfrm>
        </p:spPr>
        <p:txBody>
          <a:bodyPr>
            <a:noAutofit/>
          </a:bodyPr>
          <a:lstStyle/>
          <a:p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oh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Correré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por ti para </a:t>
            </a:r>
            <a:r>
              <a:rPr lang="pt-BR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cumplir</a:t>
            </a:r>
            <a: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tu VOLUNTAD </a:t>
            </a:r>
            <a:br>
              <a:rPr lang="pt-BR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41E26A-36AE-4C39-B920-A54742FC54D0}"/>
              </a:ext>
            </a:extLst>
          </p:cNvPr>
          <p:cNvSpPr txBox="1"/>
          <p:nvPr/>
        </p:nvSpPr>
        <p:spPr>
          <a:xfrm>
            <a:off x="3008243" y="134972"/>
            <a:ext cx="58939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MIS OJOS EN JESÚS</a:t>
            </a:r>
          </a:p>
        </p:txBody>
      </p:sp>
    </p:spTree>
    <p:extLst>
      <p:ext uri="{BB962C8B-B14F-4D97-AF65-F5344CB8AC3E}">
        <p14:creationId xmlns:p14="http://schemas.microsoft.com/office/powerpoint/2010/main" val="1511424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322</Words>
  <Application>Microsoft Office PowerPoint</Application>
  <PresentationFormat>Presentación en pantalla (4:3)</PresentationFormat>
  <Paragraphs>40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Aharoni</vt:lpstr>
      <vt:lpstr>Arial</vt:lpstr>
      <vt:lpstr>Arial Rounded MT Bold</vt:lpstr>
      <vt:lpstr>Calibri</vt:lpstr>
      <vt:lpstr>Calibri Light</vt:lpstr>
      <vt:lpstr>Lucida Handwriting</vt:lpstr>
      <vt:lpstr>Tema de Office</vt:lpstr>
      <vt:lpstr>JESÚS       Tu vida entregaste en la CRUZ </vt:lpstr>
      <vt:lpstr>  Tu gracia trasformó mi corazón  Por amor </vt:lpstr>
      <vt:lpstr>SEÑOR Quiero seguir los  pasos de Jesús      </vt:lpstr>
      <vt:lpstr>                                         Correr sin desmayar y terminar Sin temor     </vt:lpstr>
      <vt:lpstr>Mis ojos en Jesús Sus ojos sobre mí      </vt:lpstr>
      <vt:lpstr>Correré por ti dejando todo peso atrás     </vt:lpstr>
      <vt:lpstr>Tu fuerza  y tu fe Me animan a seguir     </vt:lpstr>
      <vt:lpstr> Correré por ti PARA CUMPLIR TU VOLUNTAD     </vt:lpstr>
      <vt:lpstr>  JESÚS Anhelo ser parte de tu VISIÓN     </vt:lpstr>
      <vt:lpstr>  Los pueblos necesitan  tu perdón  Por amor     </vt:lpstr>
      <vt:lpstr>  SEÑOR Decido entregar  mi corazón </vt:lpstr>
      <vt:lpstr>Yo quiero ser tu SIERVO por amor Sin temor</vt:lpstr>
      <vt:lpstr>Mis ojos en Jesús Sus ojos sobre mí      </vt:lpstr>
      <vt:lpstr>Correré por ti dejando todo peso atrás     </vt:lpstr>
      <vt:lpstr>Tu fuerza  y tu fe Me animan a seguir     </vt:lpstr>
      <vt:lpstr> Correré por ti PARA CUMPLIR TU VOLUNTAD     </vt:lpstr>
      <vt:lpstr>Oh oh Oh oh Correré por ti dejando todo peso atrás     </vt:lpstr>
      <vt:lpstr>  Oh oh Oh oh Correré por ti para cumplir tu VOLUNTAD       </vt:lpstr>
      <vt:lpstr>Oh oh Oh oh Correré por ti dejando todo peso atrás     </vt:lpstr>
      <vt:lpstr>  Oh oh Oh oh Correré por ti para cumplir tu VOLUNTAD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JESÚS       Tu vida entregaste en la CRUZ  Tu gracia trasformó mi corazón Por amor</dc:title>
  <dc:creator>wilmar cañon</dc:creator>
  <cp:lastModifiedBy>Familia Cañon Peña</cp:lastModifiedBy>
  <cp:revision>19</cp:revision>
  <dcterms:created xsi:type="dcterms:W3CDTF">2020-05-12T19:32:25Z</dcterms:created>
  <dcterms:modified xsi:type="dcterms:W3CDTF">2021-07-27T04:04:19Z</dcterms:modified>
</cp:coreProperties>
</file>