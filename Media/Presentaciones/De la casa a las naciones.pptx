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72" r:id="rId16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4EF94-1469-4D86-B132-99732455F93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4D1E8-B3AE-4575-B098-E473BC227FA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11087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4EF94-1469-4D86-B132-99732455F93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4D1E8-B3AE-4575-B098-E473BC227FA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54448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4EF94-1469-4D86-B132-99732455F93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4D1E8-B3AE-4575-B098-E473BC227FA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51910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4EF94-1469-4D86-B132-99732455F93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4D1E8-B3AE-4575-B098-E473BC227FA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863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4EF94-1469-4D86-B132-99732455F93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4D1E8-B3AE-4575-B098-E473BC227FA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34376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4EF94-1469-4D86-B132-99732455F93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4D1E8-B3AE-4575-B098-E473BC227FA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86209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4EF94-1469-4D86-B132-99732455F93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4D1E8-B3AE-4575-B098-E473BC227FA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3128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4EF94-1469-4D86-B132-99732455F93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4D1E8-B3AE-4575-B098-E473BC227FA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4668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4EF94-1469-4D86-B132-99732455F93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4D1E8-B3AE-4575-B098-E473BC227FA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1158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4EF94-1469-4D86-B132-99732455F93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4D1E8-B3AE-4575-B098-E473BC227FA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0372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4EF94-1469-4D86-B132-99732455F93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4D1E8-B3AE-4575-B098-E473BC227FA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24500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74EF94-1469-4D86-B132-99732455F93E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4D1E8-B3AE-4575-B098-E473BC227FA9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25676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/>
          <p:cNvSpPr txBox="1">
            <a:spLocks/>
          </p:cNvSpPr>
          <p:nvPr/>
        </p:nvSpPr>
        <p:spPr>
          <a:xfrm>
            <a:off x="1143000" y="1412776"/>
            <a:ext cx="6858000" cy="221424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SEÑOR nos diste</a:t>
            </a:r>
          </a:p>
          <a:p>
            <a:pPr marL="0" indent="0" algn="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La </a:t>
            </a:r>
            <a:r>
              <a:rPr lang="es-MX" sz="8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gran comisión</a:t>
            </a:r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  <a:cs typeface="Aharoni" panose="02010803020104030203" pitchFamily="2" charset="-79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0261249-D31C-4D42-B950-6DA5C7D98733}"/>
              </a:ext>
            </a:extLst>
          </p:cNvPr>
          <p:cNvSpPr txBox="1"/>
          <p:nvPr/>
        </p:nvSpPr>
        <p:spPr>
          <a:xfrm>
            <a:off x="2826640" y="116632"/>
            <a:ext cx="6300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DE LA CASA A LAS NACIONES</a:t>
            </a:r>
          </a:p>
        </p:txBody>
      </p:sp>
    </p:spTree>
    <p:extLst>
      <p:ext uri="{BB962C8B-B14F-4D97-AF65-F5344CB8AC3E}">
        <p14:creationId xmlns:p14="http://schemas.microsoft.com/office/powerpoint/2010/main" val="1923286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/>
          <p:cNvSpPr txBox="1">
            <a:spLocks/>
          </p:cNvSpPr>
          <p:nvPr/>
        </p:nvSpPr>
        <p:spPr>
          <a:xfrm>
            <a:off x="53752" y="1412776"/>
            <a:ext cx="9036496" cy="221424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Ir a todas las NACIONES 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llevar la </a:t>
            </a:r>
            <a:r>
              <a:rPr lang="es-MX" sz="8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salvación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D3319AA-07D8-4CF7-B203-1D4544EE0E9C}"/>
              </a:ext>
            </a:extLst>
          </p:cNvPr>
          <p:cNvSpPr txBox="1"/>
          <p:nvPr/>
        </p:nvSpPr>
        <p:spPr>
          <a:xfrm>
            <a:off x="2826640" y="116632"/>
            <a:ext cx="6300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DE LA CASA A LAS NACIONES</a:t>
            </a:r>
          </a:p>
        </p:txBody>
      </p:sp>
    </p:spTree>
    <p:extLst>
      <p:ext uri="{BB962C8B-B14F-4D97-AF65-F5344CB8AC3E}">
        <p14:creationId xmlns:p14="http://schemas.microsoft.com/office/powerpoint/2010/main" val="2232413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84634" y="1340768"/>
            <a:ext cx="8374732" cy="221424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Hoy tu IGLESIA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No para de ENSEÑAR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748D1F0-E027-43AE-A438-6E1388BA3B5C}"/>
              </a:ext>
            </a:extLst>
          </p:cNvPr>
          <p:cNvSpPr txBox="1"/>
          <p:nvPr/>
        </p:nvSpPr>
        <p:spPr>
          <a:xfrm>
            <a:off x="2826640" y="116632"/>
            <a:ext cx="6300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DE LA CASA A LAS NACIONES</a:t>
            </a:r>
          </a:p>
        </p:txBody>
      </p:sp>
    </p:spTree>
    <p:extLst>
      <p:ext uri="{BB962C8B-B14F-4D97-AF65-F5344CB8AC3E}">
        <p14:creationId xmlns:p14="http://schemas.microsoft.com/office/powerpoint/2010/main" val="2890653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51520" y="1254260"/>
            <a:ext cx="8352928" cy="2193145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 el TEMPLO y por </a:t>
            </a:r>
          </a:p>
          <a:p>
            <a:pPr marL="0" indent="0" algn="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las CASAS</a:t>
            </a:r>
          </a:p>
          <a:p>
            <a:pPr marL="0" indent="0" algn="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La PALABRA de VERDAD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A6E0175-EAE0-499B-8FCD-FDC8911CAD2E}"/>
              </a:ext>
            </a:extLst>
          </p:cNvPr>
          <p:cNvSpPr txBox="1"/>
          <p:nvPr/>
        </p:nvSpPr>
        <p:spPr>
          <a:xfrm>
            <a:off x="2826640" y="116632"/>
            <a:ext cx="6300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DE LA CASA A LAS NACIONES</a:t>
            </a:r>
          </a:p>
        </p:txBody>
      </p:sp>
    </p:spTree>
    <p:extLst>
      <p:ext uri="{BB962C8B-B14F-4D97-AF65-F5344CB8AC3E}">
        <p14:creationId xmlns:p14="http://schemas.microsoft.com/office/powerpoint/2010/main" val="262871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340768"/>
            <a:ext cx="9126832" cy="221424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 la CASA a las NACIONES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 EVANGELIO llevaré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2791E83-1679-4047-82BB-B1C48D06E22A}"/>
              </a:ext>
            </a:extLst>
          </p:cNvPr>
          <p:cNvSpPr txBox="1"/>
          <p:nvPr/>
        </p:nvSpPr>
        <p:spPr>
          <a:xfrm>
            <a:off x="2826640" y="116632"/>
            <a:ext cx="6300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DE LA CASA A LAS NACIONES</a:t>
            </a:r>
          </a:p>
        </p:txBody>
      </p:sp>
    </p:spTree>
    <p:extLst>
      <p:ext uri="{BB962C8B-B14F-4D97-AF65-F5344CB8AC3E}">
        <p14:creationId xmlns:p14="http://schemas.microsoft.com/office/powerpoint/2010/main" val="262871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34843" y="1214754"/>
            <a:ext cx="8474314" cy="221424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 la CASA a las NACIONES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 PALABRA enseñaré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0A8DA99-3DFC-402C-A026-3464BD3BB58F}"/>
              </a:ext>
            </a:extLst>
          </p:cNvPr>
          <p:cNvSpPr txBox="1"/>
          <p:nvPr/>
        </p:nvSpPr>
        <p:spPr>
          <a:xfrm>
            <a:off x="2826640" y="116632"/>
            <a:ext cx="6300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DE LA CASA A LAS NACIONES</a:t>
            </a:r>
          </a:p>
        </p:txBody>
      </p:sp>
    </p:spTree>
    <p:extLst>
      <p:ext uri="{BB962C8B-B14F-4D97-AF65-F5344CB8AC3E}">
        <p14:creationId xmlns:p14="http://schemas.microsoft.com/office/powerpoint/2010/main" val="262871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67544" y="1212894"/>
            <a:ext cx="8659288" cy="167418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 la casa a las naciones</a:t>
            </a:r>
          </a:p>
          <a:p>
            <a:pPr marL="0" indent="0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Llévame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2 Subtítulo">
            <a:extLst>
              <a:ext uri="{FF2B5EF4-FFF2-40B4-BE49-F238E27FC236}">
                <a16:creationId xmlns:a16="http://schemas.microsoft.com/office/drawing/2014/main" id="{3D38B3E5-1AD1-41B0-811F-0A4F5FC06CF2}"/>
              </a:ext>
            </a:extLst>
          </p:cNvPr>
          <p:cNvSpPr txBox="1">
            <a:spLocks/>
          </p:cNvSpPr>
          <p:nvPr/>
        </p:nvSpPr>
        <p:spPr>
          <a:xfrm>
            <a:off x="1619672" y="3573016"/>
            <a:ext cx="6858000" cy="221424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Donde quieras tú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2 Subtítulo">
            <a:extLst>
              <a:ext uri="{FF2B5EF4-FFF2-40B4-BE49-F238E27FC236}">
                <a16:creationId xmlns:a16="http://schemas.microsoft.com/office/drawing/2014/main" id="{011A73A7-BBB8-40B1-8E48-655EA336A8A9}"/>
              </a:ext>
            </a:extLst>
          </p:cNvPr>
          <p:cNvSpPr txBox="1">
            <a:spLocks/>
          </p:cNvSpPr>
          <p:nvPr/>
        </p:nvSpPr>
        <p:spPr>
          <a:xfrm>
            <a:off x="-176127" y="2873497"/>
            <a:ext cx="9126832" cy="167418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Llévame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6BC4A6B-0D59-4749-9241-F2D3F5D1937B}"/>
              </a:ext>
            </a:extLst>
          </p:cNvPr>
          <p:cNvSpPr txBox="1"/>
          <p:nvPr/>
        </p:nvSpPr>
        <p:spPr>
          <a:xfrm>
            <a:off x="2826640" y="116632"/>
            <a:ext cx="6300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DE LA CASA A LAS NACIONES</a:t>
            </a:r>
          </a:p>
        </p:txBody>
      </p:sp>
    </p:spTree>
    <p:extLst>
      <p:ext uri="{BB962C8B-B14F-4D97-AF65-F5344CB8AC3E}">
        <p14:creationId xmlns:p14="http://schemas.microsoft.com/office/powerpoint/2010/main" val="262871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/>
          <p:cNvSpPr txBox="1">
            <a:spLocks/>
          </p:cNvSpPr>
          <p:nvPr/>
        </p:nvSpPr>
        <p:spPr>
          <a:xfrm>
            <a:off x="1143000" y="1412776"/>
            <a:ext cx="6858000" cy="221424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SEÑOR nos diste</a:t>
            </a:r>
          </a:p>
          <a:p>
            <a:pPr marL="0" indent="0" algn="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La </a:t>
            </a:r>
            <a:r>
              <a:rPr lang="es-MX" sz="8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gran comisión</a:t>
            </a:r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  <a:cs typeface="Aharoni" panose="02010803020104030203" pitchFamily="2" charset="-79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0261249-D31C-4D42-B950-6DA5C7D98733}"/>
              </a:ext>
            </a:extLst>
          </p:cNvPr>
          <p:cNvSpPr txBox="1"/>
          <p:nvPr/>
        </p:nvSpPr>
        <p:spPr>
          <a:xfrm>
            <a:off x="2826640" y="116632"/>
            <a:ext cx="6300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DE LA CASA A LAS NACIONES</a:t>
            </a:r>
          </a:p>
        </p:txBody>
      </p:sp>
    </p:spTree>
    <p:extLst>
      <p:ext uri="{BB962C8B-B14F-4D97-AF65-F5344CB8AC3E}">
        <p14:creationId xmlns:p14="http://schemas.microsoft.com/office/powerpoint/2010/main" val="1599650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/>
          <p:cNvSpPr txBox="1">
            <a:spLocks/>
          </p:cNvSpPr>
          <p:nvPr/>
        </p:nvSpPr>
        <p:spPr>
          <a:xfrm>
            <a:off x="53752" y="1412776"/>
            <a:ext cx="9036496" cy="221424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Ir a todas las NACIONES 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llevar la </a:t>
            </a:r>
            <a:r>
              <a:rPr lang="es-MX" sz="8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salvación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  <a:cs typeface="Aharoni" panose="02010803020104030203" pitchFamily="2" charset="-79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D5498D0-CB23-423A-B10A-DF5E134808CE}"/>
              </a:ext>
            </a:extLst>
          </p:cNvPr>
          <p:cNvSpPr txBox="1"/>
          <p:nvPr/>
        </p:nvSpPr>
        <p:spPr>
          <a:xfrm>
            <a:off x="2826640" y="116632"/>
            <a:ext cx="6300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DE LA CASA A LAS NACIONES</a:t>
            </a:r>
          </a:p>
        </p:txBody>
      </p:sp>
    </p:spTree>
    <p:extLst>
      <p:ext uri="{BB962C8B-B14F-4D97-AF65-F5344CB8AC3E}">
        <p14:creationId xmlns:p14="http://schemas.microsoft.com/office/powerpoint/2010/main" val="3709145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84634" y="1340768"/>
            <a:ext cx="8374732" cy="221424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Hoy tu IGLESIA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No para de ENSEÑAR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BA49A35-AEE2-4201-8BCA-A1FB231ACB0F}"/>
              </a:ext>
            </a:extLst>
          </p:cNvPr>
          <p:cNvSpPr txBox="1"/>
          <p:nvPr/>
        </p:nvSpPr>
        <p:spPr>
          <a:xfrm>
            <a:off x="2826640" y="116632"/>
            <a:ext cx="6300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DE LA CASA A LAS NACIONES</a:t>
            </a:r>
          </a:p>
        </p:txBody>
      </p:sp>
    </p:spTree>
    <p:extLst>
      <p:ext uri="{BB962C8B-B14F-4D97-AF65-F5344CB8AC3E}">
        <p14:creationId xmlns:p14="http://schemas.microsoft.com/office/powerpoint/2010/main" val="2876809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51520" y="1254260"/>
            <a:ext cx="8352928" cy="2193145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 el TEMPLO y por </a:t>
            </a:r>
          </a:p>
          <a:p>
            <a:pPr marL="0" indent="0" algn="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las CASAS</a:t>
            </a:r>
          </a:p>
          <a:p>
            <a:pPr marL="0" indent="0" algn="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La PALABRA de VERDAD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7C7220D-9685-4F65-B32D-71CE2DA4928B}"/>
              </a:ext>
            </a:extLst>
          </p:cNvPr>
          <p:cNvSpPr txBox="1"/>
          <p:nvPr/>
        </p:nvSpPr>
        <p:spPr>
          <a:xfrm>
            <a:off x="2826640" y="116632"/>
            <a:ext cx="6300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DE LA CASA A LAS NACIONES</a:t>
            </a:r>
          </a:p>
        </p:txBody>
      </p:sp>
    </p:spTree>
    <p:extLst>
      <p:ext uri="{BB962C8B-B14F-4D97-AF65-F5344CB8AC3E}">
        <p14:creationId xmlns:p14="http://schemas.microsoft.com/office/powerpoint/2010/main" val="2795199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340768"/>
            <a:ext cx="9126832" cy="221424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 la CASA a las NACIONES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 EVANGELIO llevaré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09BAEF7-26A0-48EE-B2A1-72898060C038}"/>
              </a:ext>
            </a:extLst>
          </p:cNvPr>
          <p:cNvSpPr txBox="1"/>
          <p:nvPr/>
        </p:nvSpPr>
        <p:spPr>
          <a:xfrm>
            <a:off x="2826640" y="116632"/>
            <a:ext cx="6300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DE LA CASA A LAS NACIONES</a:t>
            </a:r>
          </a:p>
        </p:txBody>
      </p:sp>
    </p:spTree>
    <p:extLst>
      <p:ext uri="{BB962C8B-B14F-4D97-AF65-F5344CB8AC3E}">
        <p14:creationId xmlns:p14="http://schemas.microsoft.com/office/powerpoint/2010/main" val="184265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34843" y="1214754"/>
            <a:ext cx="8474314" cy="221424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 la CASA a las NACIONES</a:t>
            </a:r>
          </a:p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 PALABRA enseñaré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454948F-783A-4662-8458-D30A77941FCB}"/>
              </a:ext>
            </a:extLst>
          </p:cNvPr>
          <p:cNvSpPr txBox="1"/>
          <p:nvPr/>
        </p:nvSpPr>
        <p:spPr>
          <a:xfrm>
            <a:off x="2826640" y="116632"/>
            <a:ext cx="6300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DE LA CASA A LAS NACIONES</a:t>
            </a:r>
          </a:p>
        </p:txBody>
      </p:sp>
    </p:spTree>
    <p:extLst>
      <p:ext uri="{BB962C8B-B14F-4D97-AF65-F5344CB8AC3E}">
        <p14:creationId xmlns:p14="http://schemas.microsoft.com/office/powerpoint/2010/main" val="360895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67544" y="1212894"/>
            <a:ext cx="8659288" cy="167418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 la casa a las naciones</a:t>
            </a:r>
          </a:p>
          <a:p>
            <a:pPr marL="0" indent="0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Llévame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7" name="2 Subtítulo">
            <a:extLst>
              <a:ext uri="{FF2B5EF4-FFF2-40B4-BE49-F238E27FC236}">
                <a16:creationId xmlns:a16="http://schemas.microsoft.com/office/drawing/2014/main" id="{3D38B3E5-1AD1-41B0-811F-0A4F5FC06CF2}"/>
              </a:ext>
            </a:extLst>
          </p:cNvPr>
          <p:cNvSpPr txBox="1">
            <a:spLocks/>
          </p:cNvSpPr>
          <p:nvPr/>
        </p:nvSpPr>
        <p:spPr>
          <a:xfrm>
            <a:off x="1619672" y="3573016"/>
            <a:ext cx="6858000" cy="221424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Donde quieras tú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2 Subtítulo">
            <a:extLst>
              <a:ext uri="{FF2B5EF4-FFF2-40B4-BE49-F238E27FC236}">
                <a16:creationId xmlns:a16="http://schemas.microsoft.com/office/drawing/2014/main" id="{011A73A7-BBB8-40B1-8E48-655EA336A8A9}"/>
              </a:ext>
            </a:extLst>
          </p:cNvPr>
          <p:cNvSpPr txBox="1">
            <a:spLocks/>
          </p:cNvSpPr>
          <p:nvPr/>
        </p:nvSpPr>
        <p:spPr>
          <a:xfrm>
            <a:off x="-176127" y="2873497"/>
            <a:ext cx="9126832" cy="167418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54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Llévame</a:t>
            </a:r>
            <a:endParaRPr lang="es-CO" sz="54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02B0F95-224D-4706-B0D4-73C8D39E5E1F}"/>
              </a:ext>
            </a:extLst>
          </p:cNvPr>
          <p:cNvSpPr txBox="1"/>
          <p:nvPr/>
        </p:nvSpPr>
        <p:spPr>
          <a:xfrm>
            <a:off x="2826640" y="116632"/>
            <a:ext cx="6300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DE LA CASA A LAS NACIONES</a:t>
            </a:r>
          </a:p>
        </p:txBody>
      </p:sp>
    </p:spTree>
    <p:extLst>
      <p:ext uri="{BB962C8B-B14F-4D97-AF65-F5344CB8AC3E}">
        <p14:creationId xmlns:p14="http://schemas.microsoft.com/office/powerpoint/2010/main" val="6726208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 Subtítulo">
            <a:extLst>
              <a:ext uri="{FF2B5EF4-FFF2-40B4-BE49-F238E27FC236}">
                <a16:creationId xmlns:a16="http://schemas.microsoft.com/office/drawing/2014/main" id="{3D38B3E5-1AD1-41B0-811F-0A4F5FC06CF2}"/>
              </a:ext>
            </a:extLst>
          </p:cNvPr>
          <p:cNvSpPr txBox="1">
            <a:spLocks/>
          </p:cNvSpPr>
          <p:nvPr/>
        </p:nvSpPr>
        <p:spPr>
          <a:xfrm>
            <a:off x="575556" y="1916832"/>
            <a:ext cx="7992888" cy="221424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//Donde quieras tú//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34A0C21-4EA5-4FEB-BF83-564AA1281E86}"/>
              </a:ext>
            </a:extLst>
          </p:cNvPr>
          <p:cNvSpPr txBox="1"/>
          <p:nvPr/>
        </p:nvSpPr>
        <p:spPr>
          <a:xfrm>
            <a:off x="2826640" y="116632"/>
            <a:ext cx="6300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  <a:cs typeface="Aharoni" panose="02010803020104030203" pitchFamily="2" charset="-79"/>
              </a:rPr>
              <a:t>DE LA CASA A LAS NACIONES</a:t>
            </a:r>
          </a:p>
        </p:txBody>
      </p:sp>
    </p:spTree>
    <p:extLst>
      <p:ext uri="{BB962C8B-B14F-4D97-AF65-F5344CB8AC3E}">
        <p14:creationId xmlns:p14="http://schemas.microsoft.com/office/powerpoint/2010/main" val="31160721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219</Words>
  <Application>Microsoft Office PowerPoint</Application>
  <PresentationFormat>Presentación en pantalla (4:3)</PresentationFormat>
  <Paragraphs>50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1" baseType="lpstr">
      <vt:lpstr>Aharoni</vt:lpstr>
      <vt:lpstr>Arial</vt:lpstr>
      <vt:lpstr>Arial Rounded MT Bold</vt:lpstr>
      <vt:lpstr>Brush Script MT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 </dc:creator>
  <cp:lastModifiedBy>Familia Cañon Peña</cp:lastModifiedBy>
  <cp:revision>21</cp:revision>
  <dcterms:created xsi:type="dcterms:W3CDTF">2016-04-12T21:32:41Z</dcterms:created>
  <dcterms:modified xsi:type="dcterms:W3CDTF">2021-07-27T03:16:23Z</dcterms:modified>
</cp:coreProperties>
</file>