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70" r:id="rId5"/>
    <p:sldId id="278" r:id="rId6"/>
    <p:sldId id="271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</p:sldIdLst>
  <p:sldSz cx="9144000" cy="6858000" type="screen4x3"/>
  <p:notesSz cx="6858000" cy="9144000"/>
  <p:defaultTextStyle>
    <a:defPPr>
      <a:defRPr lang="es-CO"/>
    </a:defPPr>
    <a:lvl1pPr marL="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EA02C681-B355-44DA-94D8-DE76C1900098}"/>
    <pc:docChg chg="undo custSel addSld delSld modSld modMainMaster">
      <pc:chgData name="wilmar cañon" userId="7918cb078fdc7ad0" providerId="LiveId" clId="{EA02C681-B355-44DA-94D8-DE76C1900098}" dt="2020-08-13T03:08:51.206" v="241"/>
      <pc:docMkLst>
        <pc:docMk/>
      </pc:docMkLst>
      <pc:sldChg chg="addSp delSp modSp mod setBg">
        <pc:chgData name="wilmar cañon" userId="7918cb078fdc7ad0" providerId="LiveId" clId="{EA02C681-B355-44DA-94D8-DE76C1900098}" dt="2020-08-13T03:07:41.414" v="230"/>
        <pc:sldMkLst>
          <pc:docMk/>
          <pc:sldMk cId="1085138336" sldId="256"/>
        </pc:sldMkLst>
        <pc:spChg chg="add mod">
          <ac:chgData name="wilmar cañon" userId="7918cb078fdc7ad0" providerId="LiveId" clId="{EA02C681-B355-44DA-94D8-DE76C1900098}" dt="2020-08-13T03:02:40.225" v="44" actId="403"/>
          <ac:spMkLst>
            <pc:docMk/>
            <pc:sldMk cId="1085138336" sldId="256"/>
            <ac:spMk id="2" creationId="{78D7C1D1-B8DF-4D47-812C-D13C02FEDF8D}"/>
          </ac:spMkLst>
        </pc:spChg>
        <pc:spChg chg="mod">
          <ac:chgData name="wilmar cañon" userId="7918cb078fdc7ad0" providerId="LiveId" clId="{EA02C681-B355-44DA-94D8-DE76C1900098}" dt="2020-08-13T03:02:59.830" v="55" actId="1076"/>
          <ac:spMkLst>
            <pc:docMk/>
            <pc:sldMk cId="1085138336" sldId="256"/>
            <ac:spMk id="3" creationId="{00000000-0000-0000-0000-000000000000}"/>
          </ac:spMkLst>
        </pc:spChg>
        <pc:spChg chg="del mod">
          <ac:chgData name="wilmar cañon" userId="7918cb078fdc7ad0" providerId="LiveId" clId="{EA02C681-B355-44DA-94D8-DE76C1900098}" dt="2020-08-13T02:58:59.920" v="18" actId="478"/>
          <ac:spMkLst>
            <pc:docMk/>
            <pc:sldMk cId="1085138336" sldId="256"/>
            <ac:spMk id="4" creationId="{00000000-0000-0000-0000-000000000000}"/>
          </ac:spMkLst>
        </pc:spChg>
      </pc:sldChg>
      <pc:sldChg chg="addSp delSp modSp mod setBg">
        <pc:chgData name="wilmar cañon" userId="7918cb078fdc7ad0" providerId="LiveId" clId="{EA02C681-B355-44DA-94D8-DE76C1900098}" dt="2020-08-13T03:04:22.886" v="84" actId="1076"/>
        <pc:sldMkLst>
          <pc:docMk/>
          <pc:sldMk cId="4263906413" sldId="257"/>
        </pc:sldMkLst>
        <pc:spChg chg="mod">
          <ac:chgData name="wilmar cañon" userId="7918cb078fdc7ad0" providerId="LiveId" clId="{EA02C681-B355-44DA-94D8-DE76C1900098}" dt="2020-08-13T03:04:22.886" v="84" actId="1076"/>
          <ac:spMkLst>
            <pc:docMk/>
            <pc:sldMk cId="4263906413" sldId="257"/>
            <ac:spMk id="2" creationId="{00000000-0000-0000-0000-000000000000}"/>
          </ac:spMkLst>
        </pc:spChg>
        <pc:spChg chg="add del mod">
          <ac:chgData name="wilmar cañon" userId="7918cb078fdc7ad0" providerId="LiveId" clId="{EA02C681-B355-44DA-94D8-DE76C1900098}" dt="2020-08-13T03:03:04.979" v="57" actId="478"/>
          <ac:spMkLst>
            <pc:docMk/>
            <pc:sldMk cId="4263906413" sldId="257"/>
            <ac:spMk id="4" creationId="{62DC02F0-8135-49DD-8B51-C0372E974D50}"/>
          </ac:spMkLst>
        </pc:spChg>
        <pc:spChg chg="add">
          <ac:chgData name="wilmar cañon" userId="7918cb078fdc7ad0" providerId="LiveId" clId="{EA02C681-B355-44DA-94D8-DE76C1900098}" dt="2020-08-13T03:03:08.121" v="58" actId="22"/>
          <ac:spMkLst>
            <pc:docMk/>
            <pc:sldMk cId="4263906413" sldId="257"/>
            <ac:spMk id="6" creationId="{9D8BE375-A2BA-4506-92DD-F0716D6F40AA}"/>
          </ac:spMkLst>
        </pc:spChg>
        <pc:spChg chg="add mod">
          <ac:chgData name="wilmar cañon" userId="7918cb078fdc7ad0" providerId="LiveId" clId="{EA02C681-B355-44DA-94D8-DE76C1900098}" dt="2020-08-13T03:04:19.743" v="83" actId="14100"/>
          <ac:spMkLst>
            <pc:docMk/>
            <pc:sldMk cId="4263906413" sldId="257"/>
            <ac:spMk id="8" creationId="{5B87C3BA-CCE9-47DB-A148-E5952E6500CF}"/>
          </ac:spMkLst>
        </pc:spChg>
      </pc:sldChg>
      <pc:sldChg chg="addSp modSp del mod setBg">
        <pc:chgData name="wilmar cañon" userId="7918cb078fdc7ad0" providerId="LiveId" clId="{EA02C681-B355-44DA-94D8-DE76C1900098}" dt="2020-08-13T03:04:26.548" v="85" actId="47"/>
        <pc:sldMkLst>
          <pc:docMk/>
          <pc:sldMk cId="2259545060" sldId="258"/>
        </pc:sldMkLst>
        <pc:spChg chg="mod">
          <ac:chgData name="wilmar cañon" userId="7918cb078fdc7ad0" providerId="LiveId" clId="{EA02C681-B355-44DA-94D8-DE76C1900098}" dt="2020-08-13T02:58:12.245" v="1"/>
          <ac:spMkLst>
            <pc:docMk/>
            <pc:sldMk cId="2259545060" sldId="258"/>
            <ac:spMk id="2" creationId="{00000000-0000-0000-0000-000000000000}"/>
          </ac:spMkLst>
        </pc:spChg>
        <pc:spChg chg="add">
          <ac:chgData name="wilmar cañon" userId="7918cb078fdc7ad0" providerId="LiveId" clId="{EA02C681-B355-44DA-94D8-DE76C1900098}" dt="2020-08-13T02:58:18.399" v="3" actId="22"/>
          <ac:spMkLst>
            <pc:docMk/>
            <pc:sldMk cId="2259545060" sldId="258"/>
            <ac:spMk id="4" creationId="{38DF1B27-9176-4524-A20E-B7C9CACC005C}"/>
          </ac:spMkLst>
        </pc:spChg>
      </pc:sldChg>
      <pc:sldChg chg="addSp modSp del mod setBg">
        <pc:chgData name="wilmar cañon" userId="7918cb078fdc7ad0" providerId="LiveId" clId="{EA02C681-B355-44DA-94D8-DE76C1900098}" dt="2020-08-13T03:04:53.489" v="153" actId="47"/>
        <pc:sldMkLst>
          <pc:docMk/>
          <pc:sldMk cId="2259545060" sldId="259"/>
        </pc:sldMkLst>
        <pc:spChg chg="mod">
          <ac:chgData name="wilmar cañon" userId="7918cb078fdc7ad0" providerId="LiveId" clId="{EA02C681-B355-44DA-94D8-DE76C1900098}" dt="2020-08-13T02:58:12.245" v="1"/>
          <ac:spMkLst>
            <pc:docMk/>
            <pc:sldMk cId="2259545060" sldId="259"/>
            <ac:spMk id="2" creationId="{00000000-0000-0000-0000-000000000000}"/>
          </ac:spMkLst>
        </pc:spChg>
        <pc:spChg chg="add">
          <ac:chgData name="wilmar cañon" userId="7918cb078fdc7ad0" providerId="LiveId" clId="{EA02C681-B355-44DA-94D8-DE76C1900098}" dt="2020-08-13T02:58:19.732" v="4" actId="22"/>
          <ac:spMkLst>
            <pc:docMk/>
            <pc:sldMk cId="2259545060" sldId="259"/>
            <ac:spMk id="4" creationId="{062321DD-6102-4FC4-9842-8C37B224A590}"/>
          </ac:spMkLst>
        </pc:spChg>
      </pc:sldChg>
      <pc:sldChg chg="addSp modSp del mod setBg">
        <pc:chgData name="wilmar cañon" userId="7918cb078fdc7ad0" providerId="LiveId" clId="{EA02C681-B355-44DA-94D8-DE76C1900098}" dt="2020-08-13T03:04:59.988" v="157" actId="47"/>
        <pc:sldMkLst>
          <pc:docMk/>
          <pc:sldMk cId="2259545060" sldId="260"/>
        </pc:sldMkLst>
        <pc:spChg chg="mod">
          <ac:chgData name="wilmar cañon" userId="7918cb078fdc7ad0" providerId="LiveId" clId="{EA02C681-B355-44DA-94D8-DE76C1900098}" dt="2020-08-13T02:58:12.245" v="1"/>
          <ac:spMkLst>
            <pc:docMk/>
            <pc:sldMk cId="2259545060" sldId="260"/>
            <ac:spMk id="2" creationId="{00000000-0000-0000-0000-000000000000}"/>
          </ac:spMkLst>
        </pc:spChg>
        <pc:spChg chg="add">
          <ac:chgData name="wilmar cañon" userId="7918cb078fdc7ad0" providerId="LiveId" clId="{EA02C681-B355-44DA-94D8-DE76C1900098}" dt="2020-08-13T02:58:21.358" v="5" actId="22"/>
          <ac:spMkLst>
            <pc:docMk/>
            <pc:sldMk cId="2259545060" sldId="260"/>
            <ac:spMk id="4" creationId="{3D67F90E-4F72-4B57-A9A7-3BD6FA150548}"/>
          </ac:spMkLst>
        </pc:spChg>
      </pc:sldChg>
      <pc:sldChg chg="addSp delSp modSp del mod setBg">
        <pc:chgData name="wilmar cañon" userId="7918cb078fdc7ad0" providerId="LiveId" clId="{EA02C681-B355-44DA-94D8-DE76C1900098}" dt="2020-08-13T03:06:13.740" v="215" actId="47"/>
        <pc:sldMkLst>
          <pc:docMk/>
          <pc:sldMk cId="2259545060" sldId="261"/>
        </pc:sldMkLst>
        <pc:spChg chg="mod">
          <ac:chgData name="wilmar cañon" userId="7918cb078fdc7ad0" providerId="LiveId" clId="{EA02C681-B355-44DA-94D8-DE76C1900098}" dt="2020-08-13T02:58:12.245" v="1"/>
          <ac:spMkLst>
            <pc:docMk/>
            <pc:sldMk cId="2259545060" sldId="261"/>
            <ac:spMk id="2" creationId="{00000000-0000-0000-0000-000000000000}"/>
          </ac:spMkLst>
        </pc:spChg>
        <pc:spChg chg="add del">
          <ac:chgData name="wilmar cañon" userId="7918cb078fdc7ad0" providerId="LiveId" clId="{EA02C681-B355-44DA-94D8-DE76C1900098}" dt="2020-08-13T03:05:24.573" v="158" actId="478"/>
          <ac:spMkLst>
            <pc:docMk/>
            <pc:sldMk cId="2259545060" sldId="261"/>
            <ac:spMk id="4" creationId="{9F3F0878-6A3E-4CBD-833C-5AF47669EEDB}"/>
          </ac:spMkLst>
        </pc:spChg>
        <pc:spChg chg="add">
          <ac:chgData name="wilmar cañon" userId="7918cb078fdc7ad0" providerId="LiveId" clId="{EA02C681-B355-44DA-94D8-DE76C1900098}" dt="2020-08-13T03:05:28.251" v="159" actId="22"/>
          <ac:spMkLst>
            <pc:docMk/>
            <pc:sldMk cId="2259545060" sldId="261"/>
            <ac:spMk id="6" creationId="{74E6477C-9358-43A6-8C5E-2CD9BAFC5974}"/>
          </ac:spMkLst>
        </pc:spChg>
      </pc:sldChg>
      <pc:sldChg chg="addSp modSp del mod setBg">
        <pc:chgData name="wilmar cañon" userId="7918cb078fdc7ad0" providerId="LiveId" clId="{EA02C681-B355-44DA-94D8-DE76C1900098}" dt="2020-08-13T03:06:14.773" v="216" actId="47"/>
        <pc:sldMkLst>
          <pc:docMk/>
          <pc:sldMk cId="2259545060" sldId="262"/>
        </pc:sldMkLst>
        <pc:spChg chg="mod">
          <ac:chgData name="wilmar cañon" userId="7918cb078fdc7ad0" providerId="LiveId" clId="{EA02C681-B355-44DA-94D8-DE76C1900098}" dt="2020-08-13T02:58:12.245" v="1"/>
          <ac:spMkLst>
            <pc:docMk/>
            <pc:sldMk cId="2259545060" sldId="262"/>
            <ac:spMk id="2" creationId="{00000000-0000-0000-0000-000000000000}"/>
          </ac:spMkLst>
        </pc:spChg>
        <pc:spChg chg="add">
          <ac:chgData name="wilmar cañon" userId="7918cb078fdc7ad0" providerId="LiveId" clId="{EA02C681-B355-44DA-94D8-DE76C1900098}" dt="2020-08-13T02:58:25.469" v="7" actId="22"/>
          <ac:spMkLst>
            <pc:docMk/>
            <pc:sldMk cId="2259545060" sldId="262"/>
            <ac:spMk id="4" creationId="{16CE0354-6878-4682-AF02-97F00A4E6C93}"/>
          </ac:spMkLst>
        </pc:spChg>
      </pc:sldChg>
      <pc:sldChg chg="addSp modSp del mod setBg">
        <pc:chgData name="wilmar cañon" userId="7918cb078fdc7ad0" providerId="LiveId" clId="{EA02C681-B355-44DA-94D8-DE76C1900098}" dt="2020-08-13T03:06:15.272" v="217" actId="47"/>
        <pc:sldMkLst>
          <pc:docMk/>
          <pc:sldMk cId="2259545060" sldId="263"/>
        </pc:sldMkLst>
        <pc:spChg chg="mod">
          <ac:chgData name="wilmar cañon" userId="7918cb078fdc7ad0" providerId="LiveId" clId="{EA02C681-B355-44DA-94D8-DE76C1900098}" dt="2020-08-13T02:58:12.245" v="1"/>
          <ac:spMkLst>
            <pc:docMk/>
            <pc:sldMk cId="2259545060" sldId="263"/>
            <ac:spMk id="2" creationId="{00000000-0000-0000-0000-000000000000}"/>
          </ac:spMkLst>
        </pc:spChg>
        <pc:spChg chg="add">
          <ac:chgData name="wilmar cañon" userId="7918cb078fdc7ad0" providerId="LiveId" clId="{EA02C681-B355-44DA-94D8-DE76C1900098}" dt="2020-08-13T02:58:26.899" v="8" actId="22"/>
          <ac:spMkLst>
            <pc:docMk/>
            <pc:sldMk cId="2259545060" sldId="263"/>
            <ac:spMk id="4" creationId="{5A4E827F-E2AA-46DE-A587-981B4FF771D6}"/>
          </ac:spMkLst>
        </pc:spChg>
      </pc:sldChg>
      <pc:sldChg chg="addSp modSp del mod setBg">
        <pc:chgData name="wilmar cañon" userId="7918cb078fdc7ad0" providerId="LiveId" clId="{EA02C681-B355-44DA-94D8-DE76C1900098}" dt="2020-08-13T03:06:16.097" v="218" actId="47"/>
        <pc:sldMkLst>
          <pc:docMk/>
          <pc:sldMk cId="2259545060" sldId="264"/>
        </pc:sldMkLst>
        <pc:spChg chg="mod">
          <ac:chgData name="wilmar cañon" userId="7918cb078fdc7ad0" providerId="LiveId" clId="{EA02C681-B355-44DA-94D8-DE76C1900098}" dt="2020-08-13T02:58:12.245" v="1"/>
          <ac:spMkLst>
            <pc:docMk/>
            <pc:sldMk cId="2259545060" sldId="264"/>
            <ac:spMk id="2" creationId="{00000000-0000-0000-0000-000000000000}"/>
          </ac:spMkLst>
        </pc:spChg>
        <pc:spChg chg="add">
          <ac:chgData name="wilmar cañon" userId="7918cb078fdc7ad0" providerId="LiveId" clId="{EA02C681-B355-44DA-94D8-DE76C1900098}" dt="2020-08-13T02:58:27.942" v="9" actId="22"/>
          <ac:spMkLst>
            <pc:docMk/>
            <pc:sldMk cId="2259545060" sldId="264"/>
            <ac:spMk id="4" creationId="{8A3DDBFC-0757-4AA8-B4C7-7855E284F2B4}"/>
          </ac:spMkLst>
        </pc:spChg>
      </pc:sldChg>
      <pc:sldChg chg="addSp modSp del mod setBg">
        <pc:chgData name="wilmar cañon" userId="7918cb078fdc7ad0" providerId="LiveId" clId="{EA02C681-B355-44DA-94D8-DE76C1900098}" dt="2020-08-13T03:06:21.545" v="219" actId="47"/>
        <pc:sldMkLst>
          <pc:docMk/>
          <pc:sldMk cId="2259545060" sldId="265"/>
        </pc:sldMkLst>
        <pc:spChg chg="mod">
          <ac:chgData name="wilmar cañon" userId="7918cb078fdc7ad0" providerId="LiveId" clId="{EA02C681-B355-44DA-94D8-DE76C1900098}" dt="2020-08-13T02:58:12.245" v="1"/>
          <ac:spMkLst>
            <pc:docMk/>
            <pc:sldMk cId="2259545060" sldId="265"/>
            <ac:spMk id="2" creationId="{00000000-0000-0000-0000-000000000000}"/>
          </ac:spMkLst>
        </pc:spChg>
        <pc:spChg chg="add">
          <ac:chgData name="wilmar cañon" userId="7918cb078fdc7ad0" providerId="LiveId" clId="{EA02C681-B355-44DA-94D8-DE76C1900098}" dt="2020-08-13T02:58:28.859" v="10" actId="22"/>
          <ac:spMkLst>
            <pc:docMk/>
            <pc:sldMk cId="2259545060" sldId="265"/>
            <ac:spMk id="4" creationId="{F895BF9A-04D8-4325-973B-96679A2BE1F6}"/>
          </ac:spMkLst>
        </pc:spChg>
      </pc:sldChg>
      <pc:sldChg chg="addSp modSp del mod setBg">
        <pc:chgData name="wilmar cañon" userId="7918cb078fdc7ad0" providerId="LiveId" clId="{EA02C681-B355-44DA-94D8-DE76C1900098}" dt="2020-08-13T03:06:22.201" v="220" actId="47"/>
        <pc:sldMkLst>
          <pc:docMk/>
          <pc:sldMk cId="2259545060" sldId="266"/>
        </pc:sldMkLst>
        <pc:spChg chg="mod">
          <ac:chgData name="wilmar cañon" userId="7918cb078fdc7ad0" providerId="LiveId" clId="{EA02C681-B355-44DA-94D8-DE76C1900098}" dt="2020-08-13T02:58:12.245" v="1"/>
          <ac:spMkLst>
            <pc:docMk/>
            <pc:sldMk cId="2259545060" sldId="266"/>
            <ac:spMk id="2" creationId="{00000000-0000-0000-0000-000000000000}"/>
          </ac:spMkLst>
        </pc:spChg>
        <pc:spChg chg="add">
          <ac:chgData name="wilmar cañon" userId="7918cb078fdc7ad0" providerId="LiveId" clId="{EA02C681-B355-44DA-94D8-DE76C1900098}" dt="2020-08-13T02:58:29.620" v="11" actId="22"/>
          <ac:spMkLst>
            <pc:docMk/>
            <pc:sldMk cId="2259545060" sldId="266"/>
            <ac:spMk id="4" creationId="{FB5E60CC-5AA0-4295-B730-4EBDF7AD0001}"/>
          </ac:spMkLst>
        </pc:spChg>
      </pc:sldChg>
      <pc:sldChg chg="addSp modSp del mod setBg">
        <pc:chgData name="wilmar cañon" userId="7918cb078fdc7ad0" providerId="LiveId" clId="{EA02C681-B355-44DA-94D8-DE76C1900098}" dt="2020-08-13T03:06:22.700" v="221" actId="47"/>
        <pc:sldMkLst>
          <pc:docMk/>
          <pc:sldMk cId="2259545060" sldId="267"/>
        </pc:sldMkLst>
        <pc:spChg chg="mod">
          <ac:chgData name="wilmar cañon" userId="7918cb078fdc7ad0" providerId="LiveId" clId="{EA02C681-B355-44DA-94D8-DE76C1900098}" dt="2020-08-13T02:58:12.245" v="1"/>
          <ac:spMkLst>
            <pc:docMk/>
            <pc:sldMk cId="2259545060" sldId="267"/>
            <ac:spMk id="2" creationId="{00000000-0000-0000-0000-000000000000}"/>
          </ac:spMkLst>
        </pc:spChg>
        <pc:spChg chg="add">
          <ac:chgData name="wilmar cañon" userId="7918cb078fdc7ad0" providerId="LiveId" clId="{EA02C681-B355-44DA-94D8-DE76C1900098}" dt="2020-08-13T02:58:30.563" v="12" actId="22"/>
          <ac:spMkLst>
            <pc:docMk/>
            <pc:sldMk cId="2259545060" sldId="267"/>
            <ac:spMk id="4" creationId="{7109A6AB-BA6F-48AA-BCC1-113F65829068}"/>
          </ac:spMkLst>
        </pc:spChg>
      </pc:sldChg>
      <pc:sldChg chg="addSp modSp del mod setBg">
        <pc:chgData name="wilmar cañon" userId="7918cb078fdc7ad0" providerId="LiveId" clId="{EA02C681-B355-44DA-94D8-DE76C1900098}" dt="2020-08-13T03:06:23.287" v="222" actId="47"/>
        <pc:sldMkLst>
          <pc:docMk/>
          <pc:sldMk cId="2259545060" sldId="268"/>
        </pc:sldMkLst>
        <pc:spChg chg="mod">
          <ac:chgData name="wilmar cañon" userId="7918cb078fdc7ad0" providerId="LiveId" clId="{EA02C681-B355-44DA-94D8-DE76C1900098}" dt="2020-08-13T02:58:12.245" v="1"/>
          <ac:spMkLst>
            <pc:docMk/>
            <pc:sldMk cId="2259545060" sldId="268"/>
            <ac:spMk id="2" creationId="{00000000-0000-0000-0000-000000000000}"/>
          </ac:spMkLst>
        </pc:spChg>
        <pc:spChg chg="add">
          <ac:chgData name="wilmar cañon" userId="7918cb078fdc7ad0" providerId="LiveId" clId="{EA02C681-B355-44DA-94D8-DE76C1900098}" dt="2020-08-13T02:58:31.411" v="13" actId="22"/>
          <ac:spMkLst>
            <pc:docMk/>
            <pc:sldMk cId="2259545060" sldId="268"/>
            <ac:spMk id="4" creationId="{5DD08FDD-67ED-4F21-834E-C76BBD2AAC96}"/>
          </ac:spMkLst>
        </pc:spChg>
      </pc:sldChg>
      <pc:sldChg chg="addSp modSp del mod setBg">
        <pc:chgData name="wilmar cañon" userId="7918cb078fdc7ad0" providerId="LiveId" clId="{EA02C681-B355-44DA-94D8-DE76C1900098}" dt="2020-08-13T03:06:23.979" v="223" actId="47"/>
        <pc:sldMkLst>
          <pc:docMk/>
          <pc:sldMk cId="2259545060" sldId="269"/>
        </pc:sldMkLst>
        <pc:spChg chg="mod">
          <ac:chgData name="wilmar cañon" userId="7918cb078fdc7ad0" providerId="LiveId" clId="{EA02C681-B355-44DA-94D8-DE76C1900098}" dt="2020-08-13T02:58:12.245" v="1"/>
          <ac:spMkLst>
            <pc:docMk/>
            <pc:sldMk cId="2259545060" sldId="269"/>
            <ac:spMk id="2" creationId="{00000000-0000-0000-0000-000000000000}"/>
          </ac:spMkLst>
        </pc:spChg>
        <pc:spChg chg="add">
          <ac:chgData name="wilmar cañon" userId="7918cb078fdc7ad0" providerId="LiveId" clId="{EA02C681-B355-44DA-94D8-DE76C1900098}" dt="2020-08-13T02:58:32.108" v="14" actId="22"/>
          <ac:spMkLst>
            <pc:docMk/>
            <pc:sldMk cId="2259545060" sldId="269"/>
            <ac:spMk id="4" creationId="{32C87524-495C-4B69-A277-A2775AD75876}"/>
          </ac:spMkLst>
        </pc:spChg>
      </pc:sldChg>
      <pc:sldChg chg="modSp add mod">
        <pc:chgData name="wilmar cañon" userId="7918cb078fdc7ad0" providerId="LiveId" clId="{EA02C681-B355-44DA-94D8-DE76C1900098}" dt="2020-08-13T03:08:39.355" v="240" actId="20577"/>
        <pc:sldMkLst>
          <pc:docMk/>
          <pc:sldMk cId="1396758136" sldId="270"/>
        </pc:sldMkLst>
        <pc:spChg chg="mod">
          <ac:chgData name="wilmar cañon" userId="7918cb078fdc7ad0" providerId="LiveId" clId="{EA02C681-B355-44DA-94D8-DE76C1900098}" dt="2020-08-13T03:08:39.355" v="240" actId="20577"/>
          <ac:spMkLst>
            <pc:docMk/>
            <pc:sldMk cId="1396758136" sldId="270"/>
            <ac:spMk id="2" creationId="{00000000-0000-0000-0000-000000000000}"/>
          </ac:spMkLst>
        </pc:spChg>
        <pc:spChg chg="mod">
          <ac:chgData name="wilmar cañon" userId="7918cb078fdc7ad0" providerId="LiveId" clId="{EA02C681-B355-44DA-94D8-DE76C1900098}" dt="2020-08-13T03:04:49.881" v="152" actId="20577"/>
          <ac:spMkLst>
            <pc:docMk/>
            <pc:sldMk cId="1396758136" sldId="270"/>
            <ac:spMk id="8" creationId="{5B87C3BA-CCE9-47DB-A148-E5952E6500CF}"/>
          </ac:spMkLst>
        </pc:spChg>
      </pc:sldChg>
      <pc:sldChg chg="addSp modSp del mod setBg">
        <pc:chgData name="wilmar cañon" userId="7918cb078fdc7ad0" providerId="LiveId" clId="{EA02C681-B355-44DA-94D8-DE76C1900098}" dt="2020-08-13T03:03:02.960" v="56" actId="47"/>
        <pc:sldMkLst>
          <pc:docMk/>
          <pc:sldMk cId="2129207136" sldId="270"/>
        </pc:sldMkLst>
        <pc:spChg chg="mod">
          <ac:chgData name="wilmar cañon" userId="7918cb078fdc7ad0" providerId="LiveId" clId="{EA02C681-B355-44DA-94D8-DE76C1900098}" dt="2020-08-13T02:58:12.245" v="1"/>
          <ac:spMkLst>
            <pc:docMk/>
            <pc:sldMk cId="2129207136" sldId="270"/>
            <ac:spMk id="2" creationId="{00000000-0000-0000-0000-000000000000}"/>
          </ac:spMkLst>
        </pc:spChg>
        <pc:spChg chg="add">
          <ac:chgData name="wilmar cañon" userId="7918cb078fdc7ad0" providerId="LiveId" clId="{EA02C681-B355-44DA-94D8-DE76C1900098}" dt="2020-08-13T02:59:05.754" v="20" actId="22"/>
          <ac:spMkLst>
            <pc:docMk/>
            <pc:sldMk cId="2129207136" sldId="270"/>
            <ac:spMk id="4" creationId="{F4DE4E9A-AC29-453C-B15D-794812FD7D8D}"/>
          </ac:spMkLst>
        </pc:spChg>
      </pc:sldChg>
      <pc:sldChg chg="modSp add mod">
        <pc:chgData name="wilmar cañon" userId="7918cb078fdc7ad0" providerId="LiveId" clId="{EA02C681-B355-44DA-94D8-DE76C1900098}" dt="2020-08-13T03:08:08.477" v="232" actId="1076"/>
        <pc:sldMkLst>
          <pc:docMk/>
          <pc:sldMk cId="890442151" sldId="271"/>
        </pc:sldMkLst>
        <pc:spChg chg="mod">
          <ac:chgData name="wilmar cañon" userId="7918cb078fdc7ad0" providerId="LiveId" clId="{EA02C681-B355-44DA-94D8-DE76C1900098}" dt="2020-08-13T03:08:06.245" v="231" actId="1076"/>
          <ac:spMkLst>
            <pc:docMk/>
            <pc:sldMk cId="890442151" sldId="271"/>
            <ac:spMk id="2" creationId="{00000000-0000-0000-0000-000000000000}"/>
          </ac:spMkLst>
        </pc:spChg>
        <pc:spChg chg="mod">
          <ac:chgData name="wilmar cañon" userId="7918cb078fdc7ad0" providerId="LiveId" clId="{EA02C681-B355-44DA-94D8-DE76C1900098}" dt="2020-08-13T03:08:08.477" v="232" actId="1076"/>
          <ac:spMkLst>
            <pc:docMk/>
            <pc:sldMk cId="890442151" sldId="271"/>
            <ac:spMk id="8" creationId="{5B87C3BA-CCE9-47DB-A148-E5952E6500CF}"/>
          </ac:spMkLst>
        </pc:spChg>
      </pc:sldChg>
      <pc:sldChg chg="modSp add mod">
        <pc:chgData name="wilmar cañon" userId="7918cb078fdc7ad0" providerId="LiveId" clId="{EA02C681-B355-44DA-94D8-DE76C1900098}" dt="2020-08-13T03:08:14.989" v="234" actId="1076"/>
        <pc:sldMkLst>
          <pc:docMk/>
          <pc:sldMk cId="199636554" sldId="272"/>
        </pc:sldMkLst>
        <pc:spChg chg="mod">
          <ac:chgData name="wilmar cañon" userId="7918cb078fdc7ad0" providerId="LiveId" clId="{EA02C681-B355-44DA-94D8-DE76C1900098}" dt="2020-08-13T03:08:11.365" v="233" actId="1076"/>
          <ac:spMkLst>
            <pc:docMk/>
            <pc:sldMk cId="199636554" sldId="272"/>
            <ac:spMk id="2" creationId="{00000000-0000-0000-0000-000000000000}"/>
          </ac:spMkLst>
        </pc:spChg>
        <pc:spChg chg="mod">
          <ac:chgData name="wilmar cañon" userId="7918cb078fdc7ad0" providerId="LiveId" clId="{EA02C681-B355-44DA-94D8-DE76C1900098}" dt="2020-08-13T03:08:14.989" v="234" actId="1076"/>
          <ac:spMkLst>
            <pc:docMk/>
            <pc:sldMk cId="199636554" sldId="272"/>
            <ac:spMk id="8" creationId="{5B87C3BA-CCE9-47DB-A148-E5952E6500CF}"/>
          </ac:spMkLst>
        </pc:spChg>
      </pc:sldChg>
      <pc:sldChg chg="add">
        <pc:chgData name="wilmar cañon" userId="7918cb078fdc7ad0" providerId="LiveId" clId="{EA02C681-B355-44DA-94D8-DE76C1900098}" dt="2020-08-13T03:08:25.699" v="235"/>
        <pc:sldMkLst>
          <pc:docMk/>
          <pc:sldMk cId="3833781568" sldId="273"/>
        </pc:sldMkLst>
      </pc:sldChg>
      <pc:sldChg chg="modSp add mod">
        <pc:chgData name="wilmar cañon" userId="7918cb078fdc7ad0" providerId="LiveId" clId="{EA02C681-B355-44DA-94D8-DE76C1900098}" dt="2020-08-13T03:08:36.279" v="238" actId="20577"/>
        <pc:sldMkLst>
          <pc:docMk/>
          <pc:sldMk cId="1574138499" sldId="274"/>
        </pc:sldMkLst>
        <pc:spChg chg="mod">
          <ac:chgData name="wilmar cañon" userId="7918cb078fdc7ad0" providerId="LiveId" clId="{EA02C681-B355-44DA-94D8-DE76C1900098}" dt="2020-08-13T03:08:36.279" v="238" actId="20577"/>
          <ac:spMkLst>
            <pc:docMk/>
            <pc:sldMk cId="1574138499" sldId="274"/>
            <ac:spMk id="2" creationId="{00000000-0000-0000-0000-000000000000}"/>
          </ac:spMkLst>
        </pc:spChg>
      </pc:sldChg>
      <pc:sldChg chg="add">
        <pc:chgData name="wilmar cañon" userId="7918cb078fdc7ad0" providerId="LiveId" clId="{EA02C681-B355-44DA-94D8-DE76C1900098}" dt="2020-08-13T03:08:51.206" v="241"/>
        <pc:sldMkLst>
          <pc:docMk/>
          <pc:sldMk cId="3433506989" sldId="275"/>
        </pc:sldMkLst>
      </pc:sldChg>
      <pc:sldChg chg="add">
        <pc:chgData name="wilmar cañon" userId="7918cb078fdc7ad0" providerId="LiveId" clId="{EA02C681-B355-44DA-94D8-DE76C1900098}" dt="2020-08-13T03:08:51.206" v="241"/>
        <pc:sldMkLst>
          <pc:docMk/>
          <pc:sldMk cId="582471711" sldId="276"/>
        </pc:sldMkLst>
      </pc:sldChg>
      <pc:sldMasterChg chg="modSp setBg modSldLayout">
        <pc:chgData name="wilmar cañon" userId="7918cb078fdc7ad0" providerId="LiveId" clId="{EA02C681-B355-44DA-94D8-DE76C1900098}" dt="2020-08-13T03:07:41.414" v="230"/>
        <pc:sldMasterMkLst>
          <pc:docMk/>
          <pc:sldMasterMk cId="2028823003" sldId="2147483648"/>
        </pc:sldMasterMkLst>
        <pc:spChg chg="mod">
          <ac:chgData name="wilmar cañon" userId="7918cb078fdc7ad0" providerId="LiveId" clId="{EA02C681-B355-44DA-94D8-DE76C1900098}" dt="2020-08-13T02:58:12.245" v="1"/>
          <ac:spMkLst>
            <pc:docMk/>
            <pc:sldMasterMk cId="2028823003" sldId="2147483648"/>
            <ac:spMk id="2" creationId="{00000000-0000-0000-0000-000000000000}"/>
          </ac:spMkLst>
        </pc:spChg>
        <pc:spChg chg="mod">
          <ac:chgData name="wilmar cañon" userId="7918cb078fdc7ad0" providerId="LiveId" clId="{EA02C681-B355-44DA-94D8-DE76C1900098}" dt="2020-08-13T02:58:12.245" v="1"/>
          <ac:spMkLst>
            <pc:docMk/>
            <pc:sldMasterMk cId="2028823003" sldId="2147483648"/>
            <ac:spMk id="3" creationId="{00000000-0000-0000-0000-000000000000}"/>
          </ac:spMkLst>
        </pc:spChg>
        <pc:spChg chg="mod">
          <ac:chgData name="wilmar cañon" userId="7918cb078fdc7ad0" providerId="LiveId" clId="{EA02C681-B355-44DA-94D8-DE76C1900098}" dt="2020-08-13T02:58:12.245" v="1"/>
          <ac:spMkLst>
            <pc:docMk/>
            <pc:sldMasterMk cId="2028823003" sldId="2147483648"/>
            <ac:spMk id="4" creationId="{00000000-0000-0000-0000-000000000000}"/>
          </ac:spMkLst>
        </pc:spChg>
        <pc:spChg chg="mod">
          <ac:chgData name="wilmar cañon" userId="7918cb078fdc7ad0" providerId="LiveId" clId="{EA02C681-B355-44DA-94D8-DE76C1900098}" dt="2020-08-13T02:58:12.245" v="1"/>
          <ac:spMkLst>
            <pc:docMk/>
            <pc:sldMasterMk cId="2028823003" sldId="2147483648"/>
            <ac:spMk id="5" creationId="{00000000-0000-0000-0000-000000000000}"/>
          </ac:spMkLst>
        </pc:spChg>
        <pc:spChg chg="mod">
          <ac:chgData name="wilmar cañon" userId="7918cb078fdc7ad0" providerId="LiveId" clId="{EA02C681-B355-44DA-94D8-DE76C1900098}" dt="2020-08-13T02:58:12.245" v="1"/>
          <ac:spMkLst>
            <pc:docMk/>
            <pc:sldMasterMk cId="2028823003" sldId="2147483648"/>
            <ac:spMk id="6" creationId="{00000000-0000-0000-0000-000000000000}"/>
          </ac:spMkLst>
        </pc:spChg>
        <pc:sldLayoutChg chg="modSp setBg">
          <pc:chgData name="wilmar cañon" userId="7918cb078fdc7ad0" providerId="LiveId" clId="{EA02C681-B355-44DA-94D8-DE76C1900098}" dt="2020-08-13T03:07:41.414" v="230"/>
          <pc:sldLayoutMkLst>
            <pc:docMk/>
            <pc:sldMasterMk cId="2028823003" sldId="2147483648"/>
            <pc:sldLayoutMk cId="3339866856" sldId="2147483649"/>
          </pc:sldLayoutMkLst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3339866856" sldId="2147483649"/>
              <ac:spMk id="2" creationId="{00000000-0000-0000-0000-000000000000}"/>
            </ac:spMkLst>
          </pc:spChg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3339866856" sldId="2147483649"/>
              <ac:spMk id="3" creationId="{00000000-0000-0000-0000-000000000000}"/>
            </ac:spMkLst>
          </pc:spChg>
        </pc:sldLayoutChg>
        <pc:sldLayoutChg chg="setBg">
          <pc:chgData name="wilmar cañon" userId="7918cb078fdc7ad0" providerId="LiveId" clId="{EA02C681-B355-44DA-94D8-DE76C1900098}" dt="2020-08-13T03:07:41.414" v="230"/>
          <pc:sldLayoutMkLst>
            <pc:docMk/>
            <pc:sldMasterMk cId="2028823003" sldId="2147483648"/>
            <pc:sldLayoutMk cId="3590511141" sldId="2147483650"/>
          </pc:sldLayoutMkLst>
        </pc:sldLayoutChg>
        <pc:sldLayoutChg chg="modSp setBg">
          <pc:chgData name="wilmar cañon" userId="7918cb078fdc7ad0" providerId="LiveId" clId="{EA02C681-B355-44DA-94D8-DE76C1900098}" dt="2020-08-13T03:07:41.414" v="230"/>
          <pc:sldLayoutMkLst>
            <pc:docMk/>
            <pc:sldMasterMk cId="2028823003" sldId="2147483648"/>
            <pc:sldLayoutMk cId="155805220" sldId="2147483651"/>
          </pc:sldLayoutMkLst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155805220" sldId="2147483651"/>
              <ac:spMk id="2" creationId="{00000000-0000-0000-0000-000000000000}"/>
            </ac:spMkLst>
          </pc:spChg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155805220" sldId="2147483651"/>
              <ac:spMk id="3" creationId="{00000000-0000-0000-0000-000000000000}"/>
            </ac:spMkLst>
          </pc:spChg>
        </pc:sldLayoutChg>
        <pc:sldLayoutChg chg="modSp setBg">
          <pc:chgData name="wilmar cañon" userId="7918cb078fdc7ad0" providerId="LiveId" clId="{EA02C681-B355-44DA-94D8-DE76C1900098}" dt="2020-08-13T03:07:41.414" v="230"/>
          <pc:sldLayoutMkLst>
            <pc:docMk/>
            <pc:sldMasterMk cId="2028823003" sldId="2147483648"/>
            <pc:sldLayoutMk cId="3010271118" sldId="2147483652"/>
          </pc:sldLayoutMkLst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3010271118" sldId="2147483652"/>
              <ac:spMk id="3" creationId="{00000000-0000-0000-0000-000000000000}"/>
            </ac:spMkLst>
          </pc:spChg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3010271118" sldId="2147483652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EA02C681-B355-44DA-94D8-DE76C1900098}" dt="2020-08-13T03:07:41.414" v="230"/>
          <pc:sldLayoutMkLst>
            <pc:docMk/>
            <pc:sldMasterMk cId="2028823003" sldId="2147483648"/>
            <pc:sldLayoutMk cId="2062079078" sldId="2147483653"/>
          </pc:sldLayoutMkLst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2062079078" sldId="2147483653"/>
              <ac:spMk id="3" creationId="{00000000-0000-0000-0000-000000000000}"/>
            </ac:spMkLst>
          </pc:spChg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2062079078" sldId="2147483653"/>
              <ac:spMk id="4" creationId="{00000000-0000-0000-0000-000000000000}"/>
            </ac:spMkLst>
          </pc:spChg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2062079078" sldId="2147483653"/>
              <ac:spMk id="5" creationId="{00000000-0000-0000-0000-000000000000}"/>
            </ac:spMkLst>
          </pc:spChg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2062079078" sldId="2147483653"/>
              <ac:spMk id="6" creationId="{00000000-0000-0000-0000-000000000000}"/>
            </ac:spMkLst>
          </pc:spChg>
        </pc:sldLayoutChg>
        <pc:sldLayoutChg chg="setBg">
          <pc:chgData name="wilmar cañon" userId="7918cb078fdc7ad0" providerId="LiveId" clId="{EA02C681-B355-44DA-94D8-DE76C1900098}" dt="2020-08-13T03:07:41.414" v="230"/>
          <pc:sldLayoutMkLst>
            <pc:docMk/>
            <pc:sldMasterMk cId="2028823003" sldId="2147483648"/>
            <pc:sldLayoutMk cId="1640315123" sldId="2147483654"/>
          </pc:sldLayoutMkLst>
        </pc:sldLayoutChg>
        <pc:sldLayoutChg chg="setBg">
          <pc:chgData name="wilmar cañon" userId="7918cb078fdc7ad0" providerId="LiveId" clId="{EA02C681-B355-44DA-94D8-DE76C1900098}" dt="2020-08-13T03:07:41.414" v="230"/>
          <pc:sldLayoutMkLst>
            <pc:docMk/>
            <pc:sldMasterMk cId="2028823003" sldId="2147483648"/>
            <pc:sldLayoutMk cId="2693538270" sldId="2147483655"/>
          </pc:sldLayoutMkLst>
        </pc:sldLayoutChg>
        <pc:sldLayoutChg chg="modSp setBg">
          <pc:chgData name="wilmar cañon" userId="7918cb078fdc7ad0" providerId="LiveId" clId="{EA02C681-B355-44DA-94D8-DE76C1900098}" dt="2020-08-13T03:07:41.414" v="230"/>
          <pc:sldLayoutMkLst>
            <pc:docMk/>
            <pc:sldMasterMk cId="2028823003" sldId="2147483648"/>
            <pc:sldLayoutMk cId="2030814130" sldId="2147483656"/>
          </pc:sldLayoutMkLst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2030814130" sldId="2147483656"/>
              <ac:spMk id="2" creationId="{00000000-0000-0000-0000-000000000000}"/>
            </ac:spMkLst>
          </pc:spChg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2030814130" sldId="2147483656"/>
              <ac:spMk id="3" creationId="{00000000-0000-0000-0000-000000000000}"/>
            </ac:spMkLst>
          </pc:spChg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2030814130" sldId="2147483656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EA02C681-B355-44DA-94D8-DE76C1900098}" dt="2020-08-13T03:07:41.414" v="230"/>
          <pc:sldLayoutMkLst>
            <pc:docMk/>
            <pc:sldMasterMk cId="2028823003" sldId="2147483648"/>
            <pc:sldLayoutMk cId="78777879" sldId="2147483657"/>
          </pc:sldLayoutMkLst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78777879" sldId="2147483657"/>
              <ac:spMk id="2" creationId="{00000000-0000-0000-0000-000000000000}"/>
            </ac:spMkLst>
          </pc:spChg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78777879" sldId="2147483657"/>
              <ac:spMk id="3" creationId="{00000000-0000-0000-0000-000000000000}"/>
            </ac:spMkLst>
          </pc:spChg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78777879" sldId="2147483657"/>
              <ac:spMk id="4" creationId="{00000000-0000-0000-0000-000000000000}"/>
            </ac:spMkLst>
          </pc:spChg>
        </pc:sldLayoutChg>
        <pc:sldLayoutChg chg="setBg">
          <pc:chgData name="wilmar cañon" userId="7918cb078fdc7ad0" providerId="LiveId" clId="{EA02C681-B355-44DA-94D8-DE76C1900098}" dt="2020-08-13T03:07:41.414" v="230"/>
          <pc:sldLayoutMkLst>
            <pc:docMk/>
            <pc:sldMasterMk cId="2028823003" sldId="2147483648"/>
            <pc:sldLayoutMk cId="130938610" sldId="2147483658"/>
          </pc:sldLayoutMkLst>
        </pc:sldLayoutChg>
        <pc:sldLayoutChg chg="modSp setBg">
          <pc:chgData name="wilmar cañon" userId="7918cb078fdc7ad0" providerId="LiveId" clId="{EA02C681-B355-44DA-94D8-DE76C1900098}" dt="2020-08-13T03:07:41.414" v="230"/>
          <pc:sldLayoutMkLst>
            <pc:docMk/>
            <pc:sldMasterMk cId="2028823003" sldId="2147483648"/>
            <pc:sldLayoutMk cId="2399062424" sldId="2147483659"/>
          </pc:sldLayoutMkLst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2399062424" sldId="2147483659"/>
              <ac:spMk id="2" creationId="{00000000-0000-0000-0000-000000000000}"/>
            </ac:spMkLst>
          </pc:spChg>
          <pc:spChg chg="mod">
            <ac:chgData name="wilmar cañon" userId="7918cb078fdc7ad0" providerId="LiveId" clId="{EA02C681-B355-44DA-94D8-DE76C1900098}" dt="2020-08-13T02:58:12.245" v="1"/>
            <ac:spMkLst>
              <pc:docMk/>
              <pc:sldMasterMk cId="2028823003" sldId="2147483648"/>
              <pc:sldLayoutMk cId="2399062424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EF23E-E37E-4D48-9A51-237DFFEA852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8920-1516-470A-BD78-BC0CB46BF2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9866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EF23E-E37E-4D48-9A51-237DFFEA852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8920-1516-470A-BD78-BC0CB46BF2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051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6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EF23E-E37E-4D48-9A51-237DFFEA852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8920-1516-470A-BD78-BC0CB46BF2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805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EF23E-E37E-4D48-9A51-237DFFEA852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8920-1516-470A-BD78-BC0CB46BF2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027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EF23E-E37E-4D48-9A51-237DFFEA852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8920-1516-470A-BD78-BC0CB46BF2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207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EF23E-E37E-4D48-9A51-237DFFEA852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8920-1516-470A-BD78-BC0CB46BF2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0315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EF23E-E37E-4D48-9A51-237DFFEA852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8920-1516-470A-BD78-BC0CB46BF2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3538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EF23E-E37E-4D48-9A51-237DFFEA852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8920-1516-470A-BD78-BC0CB46BF2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081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EF23E-E37E-4D48-9A51-237DFFEA852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8920-1516-470A-BD78-BC0CB46BF2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777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EF23E-E37E-4D48-9A51-237DFFEA852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8920-1516-470A-BD78-BC0CB46BF2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93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EF23E-E37E-4D48-9A51-237DFFEA852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08920-1516-470A-BD78-BC0CB46BF2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9062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7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EF23E-E37E-4D48-9A51-237DFFEA852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08920-1516-470A-BD78-BC0CB46BF2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8823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14350" rtl="0" eaLnBrk="1" latinLnBrk="0" hangingPunct="1"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81" indent="-192881" algn="l" defTabSz="51435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7910" indent="-160735" algn="l" defTabSz="514350" rtl="0" eaLnBrk="1" latinLnBrk="0" hangingPunct="1">
        <a:spcBef>
          <a:spcPct val="20000"/>
        </a:spcBef>
        <a:buFont typeface="Arial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spcBef>
          <a:spcPct val="20000"/>
        </a:spcBef>
        <a:buFont typeface="Arial" pitchFamily="34" charset="0"/>
        <a:buChar char="–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spcBef>
          <a:spcPct val="20000"/>
        </a:spcBef>
        <a:buFont typeface="Arial" pitchFamily="34" charset="0"/>
        <a:buChar char="»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57808" y="1628800"/>
            <a:ext cx="8028384" cy="2835315"/>
          </a:xfrm>
        </p:spPr>
        <p:txBody>
          <a:bodyPr>
            <a:noAutofit/>
          </a:bodyPr>
          <a:lstStyle/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Guárdame Señor en ti</a:t>
            </a:r>
          </a:p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Cúbreme con tus manos Señor</a:t>
            </a:r>
          </a:p>
          <a:p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614063-B817-40D5-9944-AD5F118E82F2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</p:spTree>
    <p:extLst>
      <p:ext uri="{BB962C8B-B14F-4D97-AF65-F5344CB8AC3E}">
        <p14:creationId xmlns:p14="http://schemas.microsoft.com/office/powerpoint/2010/main" val="108513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00708" y="1772816"/>
            <a:ext cx="7542584" cy="69249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Cuando el mar arrecia en su furor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21AA50-FF34-421F-8D0E-E91E8B0F0D62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</p:spTree>
    <p:extLst>
      <p:ext uri="{BB962C8B-B14F-4D97-AF65-F5344CB8AC3E}">
        <p14:creationId xmlns:p14="http://schemas.microsoft.com/office/powerpoint/2010/main" val="4263906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B87C3BA-CCE9-47DB-A148-E5952E6500CF}"/>
              </a:ext>
            </a:extLst>
          </p:cNvPr>
          <p:cNvSpPr txBox="1"/>
          <p:nvPr/>
        </p:nvSpPr>
        <p:spPr>
          <a:xfrm>
            <a:off x="1143000" y="1772816"/>
            <a:ext cx="6858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Sobre la tormenta me guiarás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21AA50-FF34-421F-8D0E-E91E8B0F0D62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</p:spTree>
    <p:extLst>
      <p:ext uri="{BB962C8B-B14F-4D97-AF65-F5344CB8AC3E}">
        <p14:creationId xmlns:p14="http://schemas.microsoft.com/office/powerpoint/2010/main" val="74261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18583" y="1772816"/>
            <a:ext cx="7506834" cy="69249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Padre tú eres Rey sobre el temor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78B32-E7C8-4372-B71D-9BE2FBDE25E6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</p:spTree>
    <p:extLst>
      <p:ext uri="{BB962C8B-B14F-4D97-AF65-F5344CB8AC3E}">
        <p14:creationId xmlns:p14="http://schemas.microsoft.com/office/powerpoint/2010/main" val="1396758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B87C3BA-CCE9-47DB-A148-E5952E6500CF}"/>
              </a:ext>
            </a:extLst>
          </p:cNvPr>
          <p:cNvSpPr txBox="1"/>
          <p:nvPr/>
        </p:nvSpPr>
        <p:spPr>
          <a:xfrm>
            <a:off x="670257" y="1988840"/>
            <a:ext cx="78034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Estaré en PAZ pues tú eres DIOS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78B32-E7C8-4372-B71D-9BE2FBDE25E6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</p:spTree>
    <p:extLst>
      <p:ext uri="{BB962C8B-B14F-4D97-AF65-F5344CB8AC3E}">
        <p14:creationId xmlns:p14="http://schemas.microsoft.com/office/powerpoint/2010/main" val="1886935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07504" y="1525960"/>
            <a:ext cx="9036496" cy="69249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Descanso hoy en ti oh Dios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8166BD3-2B08-472F-88E6-A043E0AE8DE0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3E2476B4-72F9-4DF4-8324-F525C0E50F0E}"/>
              </a:ext>
            </a:extLst>
          </p:cNvPr>
          <p:cNvSpPr txBox="1">
            <a:spLocks/>
          </p:cNvSpPr>
          <p:nvPr/>
        </p:nvSpPr>
        <p:spPr>
          <a:xfrm>
            <a:off x="1434179" y="2650323"/>
            <a:ext cx="5562618" cy="69249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En tu poder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FCCE1F9-3A9D-4F70-A2C0-E017F7F2BD3E}"/>
              </a:ext>
            </a:extLst>
          </p:cNvPr>
          <p:cNvSpPr txBox="1"/>
          <p:nvPr/>
        </p:nvSpPr>
        <p:spPr>
          <a:xfrm>
            <a:off x="2309620" y="3789040"/>
            <a:ext cx="685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Esperaré Señor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442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00708" y="1772816"/>
            <a:ext cx="7542584" cy="69249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Cuando el mar arrecia en su furor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21AA50-FF34-421F-8D0E-E91E8B0F0D62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</p:spTree>
    <p:extLst>
      <p:ext uri="{BB962C8B-B14F-4D97-AF65-F5344CB8AC3E}">
        <p14:creationId xmlns:p14="http://schemas.microsoft.com/office/powerpoint/2010/main" val="3761842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B87C3BA-CCE9-47DB-A148-E5952E6500CF}"/>
              </a:ext>
            </a:extLst>
          </p:cNvPr>
          <p:cNvSpPr txBox="1"/>
          <p:nvPr/>
        </p:nvSpPr>
        <p:spPr>
          <a:xfrm>
            <a:off x="1143000" y="1772816"/>
            <a:ext cx="6858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Sobre la tormenta me guiarás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21AA50-FF34-421F-8D0E-E91E8B0F0D62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</p:spTree>
    <p:extLst>
      <p:ext uri="{BB962C8B-B14F-4D97-AF65-F5344CB8AC3E}">
        <p14:creationId xmlns:p14="http://schemas.microsoft.com/office/powerpoint/2010/main" val="360999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18583" y="1772816"/>
            <a:ext cx="7506834" cy="69249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Padre tú eres Rey sobre el temor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78B32-E7C8-4372-B71D-9BE2FBDE25E6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</p:spTree>
    <p:extLst>
      <p:ext uri="{BB962C8B-B14F-4D97-AF65-F5344CB8AC3E}">
        <p14:creationId xmlns:p14="http://schemas.microsoft.com/office/powerpoint/2010/main" val="453591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B87C3BA-CCE9-47DB-A148-E5952E6500CF}"/>
              </a:ext>
            </a:extLst>
          </p:cNvPr>
          <p:cNvSpPr txBox="1"/>
          <p:nvPr/>
        </p:nvSpPr>
        <p:spPr>
          <a:xfrm>
            <a:off x="670257" y="1988840"/>
            <a:ext cx="78034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Estaré en PAZ pues tú eres DIOS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78B32-E7C8-4372-B71D-9BE2FBDE25E6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</p:spTree>
    <p:extLst>
      <p:ext uri="{BB962C8B-B14F-4D97-AF65-F5344CB8AC3E}">
        <p14:creationId xmlns:p14="http://schemas.microsoft.com/office/powerpoint/2010/main" val="3602935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00708" y="1772816"/>
            <a:ext cx="7542584" cy="69249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Cuando el mar arrecia en su furor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21AA50-FF34-421F-8D0E-E91E8B0F0D62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</p:spTree>
    <p:extLst>
      <p:ext uri="{BB962C8B-B14F-4D97-AF65-F5344CB8AC3E}">
        <p14:creationId xmlns:p14="http://schemas.microsoft.com/office/powerpoint/2010/main" val="3546204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B87C3BA-CCE9-47DB-A148-E5952E6500CF}"/>
              </a:ext>
            </a:extLst>
          </p:cNvPr>
          <p:cNvSpPr txBox="1"/>
          <p:nvPr/>
        </p:nvSpPr>
        <p:spPr>
          <a:xfrm>
            <a:off x="1143000" y="1772816"/>
            <a:ext cx="6858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Sobre la tormenta me guiarás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21AA50-FF34-421F-8D0E-E91E8B0F0D62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</p:spTree>
    <p:extLst>
      <p:ext uri="{BB962C8B-B14F-4D97-AF65-F5344CB8AC3E}">
        <p14:creationId xmlns:p14="http://schemas.microsoft.com/office/powerpoint/2010/main" val="1488856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18583" y="1772816"/>
            <a:ext cx="7506834" cy="69249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Padre tú eres Rey sobre el temor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78B32-E7C8-4372-B71D-9BE2FBDE25E6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</p:spTree>
    <p:extLst>
      <p:ext uri="{BB962C8B-B14F-4D97-AF65-F5344CB8AC3E}">
        <p14:creationId xmlns:p14="http://schemas.microsoft.com/office/powerpoint/2010/main" val="3951374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B87C3BA-CCE9-47DB-A148-E5952E6500CF}"/>
              </a:ext>
            </a:extLst>
          </p:cNvPr>
          <p:cNvSpPr txBox="1"/>
          <p:nvPr/>
        </p:nvSpPr>
        <p:spPr>
          <a:xfrm>
            <a:off x="670257" y="1988840"/>
            <a:ext cx="78034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Estaré en PAZ pues tú eres DIOS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378B32-E7C8-4372-B71D-9BE2FBDE25E6}"/>
              </a:ext>
            </a:extLst>
          </p:cNvPr>
          <p:cNvSpPr txBox="1"/>
          <p:nvPr/>
        </p:nvSpPr>
        <p:spPr>
          <a:xfrm>
            <a:off x="3476259" y="116632"/>
            <a:ext cx="563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PAZ EN LA TORMENTA</a:t>
            </a:r>
          </a:p>
        </p:txBody>
      </p:sp>
    </p:spTree>
    <p:extLst>
      <p:ext uri="{BB962C8B-B14F-4D97-AF65-F5344CB8AC3E}">
        <p14:creationId xmlns:p14="http://schemas.microsoft.com/office/powerpoint/2010/main" val="29408100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154</Words>
  <Application>Microsoft Office PowerPoint</Application>
  <PresentationFormat>Presentación en pantalla (4:3)</PresentationFormat>
  <Paragraphs>31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Agency FB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12</cp:revision>
  <dcterms:created xsi:type="dcterms:W3CDTF">2017-03-31T17:57:54Z</dcterms:created>
  <dcterms:modified xsi:type="dcterms:W3CDTF">2021-07-27T04:07:18Z</dcterms:modified>
</cp:coreProperties>
</file>