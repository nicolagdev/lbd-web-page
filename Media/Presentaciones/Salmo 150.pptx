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4" r:id="rId7"/>
    <p:sldId id="271" r:id="rId8"/>
    <p:sldId id="266" r:id="rId9"/>
    <p:sldId id="267" r:id="rId10"/>
    <p:sldId id="272" r:id="rId11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301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726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46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842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9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40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802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683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583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9282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13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5A690-7063-4D7A-9615-19D7C6E08FF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CEE8D-5B51-45B2-AA5A-D948AE271E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992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4294967295"/>
          </p:nvPr>
        </p:nvSpPr>
        <p:spPr>
          <a:xfrm>
            <a:off x="395790" y="1844824"/>
            <a:ext cx="8352420" cy="291703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/Lo que respira </a:t>
            </a:r>
          </a:p>
          <a:p>
            <a:pPr marL="0" indent="0" algn="ctr">
              <a:buNone/>
            </a:pPr>
            <a:r>
              <a:rPr lang="es-CO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alabe al Señor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DB5ED3C-B047-40A6-BBBB-58D35CAE2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8184" y="260648"/>
            <a:ext cx="2656638" cy="367549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SALMO 150</a:t>
            </a:r>
          </a:p>
        </p:txBody>
      </p:sp>
    </p:spTree>
    <p:extLst>
      <p:ext uri="{BB962C8B-B14F-4D97-AF65-F5344CB8AC3E}">
        <p14:creationId xmlns:p14="http://schemas.microsoft.com/office/powerpoint/2010/main" val="2922372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61386" y="1484784"/>
            <a:ext cx="7621228" cy="29163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Alabad a nuestro Dios en su santuario</a:t>
            </a: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47451F07-D9AB-4EAE-A420-264B2D30048D}"/>
              </a:ext>
            </a:extLst>
          </p:cNvPr>
          <p:cNvSpPr txBox="1">
            <a:spLocks/>
          </p:cNvSpPr>
          <p:nvPr/>
        </p:nvSpPr>
        <p:spPr>
          <a:xfrm>
            <a:off x="6228184" y="260648"/>
            <a:ext cx="2656638" cy="3675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800" b="1">
                <a:latin typeface="Arial Rounded MT Bold" panose="020F0704030504030204" pitchFamily="34" charset="0"/>
              </a:rPr>
              <a:t>SALMO 150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2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628197"/>
            <a:ext cx="8748464" cy="291632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la hermosura </a:t>
            </a:r>
          </a:p>
          <a:p>
            <a:pPr marL="0" indent="0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su cielo</a:t>
            </a: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0D4E193B-7488-4F4C-B87E-4C2385DFAE10}"/>
              </a:ext>
            </a:extLst>
          </p:cNvPr>
          <p:cNvSpPr txBox="1">
            <a:spLocks/>
          </p:cNvSpPr>
          <p:nvPr/>
        </p:nvSpPr>
        <p:spPr>
          <a:xfrm>
            <a:off x="6228184" y="260648"/>
            <a:ext cx="2656638" cy="3675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800" b="1">
                <a:latin typeface="Arial Rounded MT Bold" panose="020F0704030504030204" pitchFamily="34" charset="0"/>
              </a:rPr>
              <a:t>SALMO 150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381279DF-BEBE-45C4-921E-D8CA1973E70C}"/>
              </a:ext>
            </a:extLst>
          </p:cNvPr>
          <p:cNvSpPr txBox="1">
            <a:spLocks/>
          </p:cNvSpPr>
          <p:nvPr/>
        </p:nvSpPr>
        <p:spPr>
          <a:xfrm>
            <a:off x="-259178" y="2420888"/>
            <a:ext cx="9144000" cy="291632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sus proezas </a:t>
            </a:r>
          </a:p>
          <a:p>
            <a:pPr marL="0" indent="0" algn="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alabadle a él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2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94603" y="1052736"/>
            <a:ext cx="7354794" cy="291632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Alabadle por la grandeza de su nombre</a:t>
            </a: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56E13A76-0869-44D0-9746-2DEFE08AE2C1}"/>
              </a:ext>
            </a:extLst>
          </p:cNvPr>
          <p:cNvSpPr txBox="1">
            <a:spLocks/>
          </p:cNvSpPr>
          <p:nvPr/>
        </p:nvSpPr>
        <p:spPr>
          <a:xfrm>
            <a:off x="6228184" y="260648"/>
            <a:ext cx="2656638" cy="3675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800" b="1">
                <a:latin typeface="Arial Rounded MT Bold" panose="020F0704030504030204" pitchFamily="34" charset="0"/>
              </a:rPr>
              <a:t>SALMO 150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2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33772" y="1268760"/>
            <a:ext cx="8676456" cy="291632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Con el sonido de bocina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Salterio y arpa 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 la vez cantad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8BB8DE1B-4694-4B0F-B4AC-8C6271CA3DD0}"/>
              </a:ext>
            </a:extLst>
          </p:cNvPr>
          <p:cNvSpPr txBox="1">
            <a:spLocks/>
          </p:cNvSpPr>
          <p:nvPr/>
        </p:nvSpPr>
        <p:spPr>
          <a:xfrm>
            <a:off x="6228184" y="260648"/>
            <a:ext cx="2656638" cy="3675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800" b="1">
                <a:latin typeface="Arial Rounded MT Bold" panose="020F0704030504030204" pitchFamily="34" charset="0"/>
              </a:rPr>
              <a:t>SALMO 150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2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052736"/>
            <a:ext cx="9144000" cy="291632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Alabadle con el alegre pandero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Con el ritmo de la danza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BC013888-D883-496E-AA69-811BAA3AD24C}"/>
              </a:ext>
            </a:extLst>
          </p:cNvPr>
          <p:cNvSpPr txBox="1">
            <a:spLocks/>
          </p:cNvSpPr>
          <p:nvPr/>
        </p:nvSpPr>
        <p:spPr>
          <a:xfrm>
            <a:off x="6228184" y="260648"/>
            <a:ext cx="2656638" cy="3675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800" b="1">
                <a:latin typeface="Arial Rounded MT Bold" panose="020F0704030504030204" pitchFamily="34" charset="0"/>
              </a:rPr>
              <a:t>SALMO 150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2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29163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Cantad con GOZO AL SEÑOR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CAE1AA2-9278-4085-8C71-9D6D2CE3E7BC}"/>
              </a:ext>
            </a:extLst>
          </p:cNvPr>
          <p:cNvSpPr txBox="1">
            <a:spLocks/>
          </p:cNvSpPr>
          <p:nvPr/>
        </p:nvSpPr>
        <p:spPr>
          <a:xfrm>
            <a:off x="6228184" y="260648"/>
            <a:ext cx="2656638" cy="3675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800" b="1">
                <a:latin typeface="Arial Rounded MT Bold" panose="020F0704030504030204" pitchFamily="34" charset="0"/>
              </a:rPr>
              <a:t>SALMO 150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144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12776"/>
            <a:ext cx="9144000" cy="291632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Alabadle con cuerdas, flautas y címbalos de júbilo resonante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E7B7064B-9792-459A-9883-B00B98B1837C}"/>
              </a:ext>
            </a:extLst>
          </p:cNvPr>
          <p:cNvSpPr txBox="1">
            <a:spLocks/>
          </p:cNvSpPr>
          <p:nvPr/>
        </p:nvSpPr>
        <p:spPr>
          <a:xfrm>
            <a:off x="6228184" y="260648"/>
            <a:ext cx="2656638" cy="3675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800" b="1">
                <a:latin typeface="Arial Rounded MT Bold" panose="020F0704030504030204" pitchFamily="34" charset="0"/>
              </a:rPr>
              <a:t>SALMO 150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2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7768" y="1556792"/>
            <a:ext cx="8748464" cy="291632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su lenguaje todo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/Lo que respira alabe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 Señor/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00FFBB57-3C00-4D5A-B963-69FCEEDECA32}"/>
              </a:ext>
            </a:extLst>
          </p:cNvPr>
          <p:cNvSpPr txBox="1">
            <a:spLocks/>
          </p:cNvSpPr>
          <p:nvPr/>
        </p:nvSpPr>
        <p:spPr>
          <a:xfrm>
            <a:off x="6228184" y="260648"/>
            <a:ext cx="2656638" cy="3675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800" b="1">
                <a:latin typeface="Arial Rounded MT Bold" panose="020F0704030504030204" pitchFamily="34" charset="0"/>
              </a:rPr>
              <a:t>SALMO 150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2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4294967295"/>
          </p:nvPr>
        </p:nvSpPr>
        <p:spPr>
          <a:xfrm>
            <a:off x="395790" y="2294875"/>
            <a:ext cx="8352420" cy="29170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Amén 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C5CE9B97-C174-4C08-BFD8-1311087D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8184" y="260648"/>
            <a:ext cx="2656638" cy="367549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SALMO 150</a:t>
            </a:r>
          </a:p>
        </p:txBody>
      </p:sp>
    </p:spTree>
    <p:extLst>
      <p:ext uri="{BB962C8B-B14F-4D97-AF65-F5344CB8AC3E}">
        <p14:creationId xmlns:p14="http://schemas.microsoft.com/office/powerpoint/2010/main" val="8477700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105</Words>
  <Application>Microsoft Office PowerPoint</Application>
  <PresentationFormat>Presentación en pantalla (4:3)</PresentationFormat>
  <Paragraphs>29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Berlin Sans FB Demi</vt:lpstr>
      <vt:lpstr>Brush Script MT</vt:lpstr>
      <vt:lpstr>Calibri</vt:lpstr>
      <vt:lpstr>Tema de Office</vt:lpstr>
      <vt:lpstr>SALMO 150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SALMO 150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32</cp:revision>
  <dcterms:created xsi:type="dcterms:W3CDTF">2017-08-26T20:28:55Z</dcterms:created>
  <dcterms:modified xsi:type="dcterms:W3CDTF">2021-07-27T04:17:41Z</dcterms:modified>
</cp:coreProperties>
</file>