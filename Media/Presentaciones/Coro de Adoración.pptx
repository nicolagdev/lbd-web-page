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4" r:id="rId2"/>
    <p:sldId id="277" r:id="rId3"/>
    <p:sldId id="274" r:id="rId4"/>
    <p:sldId id="278" r:id="rId5"/>
    <p:sldId id="267" r:id="rId6"/>
    <p:sldId id="268" r:id="rId7"/>
    <p:sldId id="279" r:id="rId8"/>
    <p:sldId id="276" r:id="rId9"/>
    <p:sldId id="280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146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1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092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963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667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465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8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234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089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0068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77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3758C-49F1-41B4-A6B1-6DB5A7DD014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44E4B-161B-4B25-8A76-A15F702DA04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6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39756" y="1339083"/>
            <a:ext cx="9144000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congregamos hoy aquí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Buscándote a ti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148499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-39756" y="1339083"/>
            <a:ext cx="9144000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congregamos hoy aquí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Buscándote a ti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174407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478843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342900">
              <a:defRPr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congregamos hoy aquí</a:t>
            </a:r>
          </a:p>
          <a:p>
            <a:pPr algn="ctr" defTabSz="342900">
              <a:defRPr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Buscándote a ti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0D8021-EDC5-420F-9F4D-1BABB705CE38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157099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704130"/>
            <a:ext cx="9144000" cy="99257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342900">
              <a:defRPr/>
            </a:pP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nuestro JESÚS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0D8021-EDC5-420F-9F4D-1BABB705CE38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348741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-92765" y="1472470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Adorándote 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SEÑOR 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B0D6A4-4408-4680-94FF-D56E4E329E7F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3587920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38539" y="1104385"/>
            <a:ext cx="8666922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humillamos en amor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Esperando tu calor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657279-6AA0-4040-BC77-675E554FEAC4}"/>
              </a:ext>
            </a:extLst>
          </p:cNvPr>
          <p:cNvSpPr/>
          <p:nvPr/>
        </p:nvSpPr>
        <p:spPr>
          <a:xfrm>
            <a:off x="4837044" y="125425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115432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238539" y="1104385"/>
            <a:ext cx="8666922" cy="256224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humillamos en amor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Esperando tu calor </a:t>
            </a:r>
          </a:p>
          <a:p>
            <a:pPr algn="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657279-6AA0-4040-BC77-675E554FEAC4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2698427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563991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humillamos en amor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Esperando tu calor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6739E3-AAB1-4097-BA15-FF39113D9248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9600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704130"/>
            <a:ext cx="9144000" cy="900246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defTabSz="342900">
              <a:defRPr/>
            </a:pPr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nuestro JESÚS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0D8021-EDC5-420F-9F4D-1BABB705CE38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56422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19809"/>
            <a:ext cx="9143999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Alabándote 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SEÑOR JESÚS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0307DC-A7B6-4F37-914B-DACBDED8F275}"/>
              </a:ext>
            </a:extLst>
          </p:cNvPr>
          <p:cNvSpPr/>
          <p:nvPr/>
        </p:nvSpPr>
        <p:spPr>
          <a:xfrm>
            <a:off x="4876800" y="138677"/>
            <a:ext cx="4174435" cy="500137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ES" sz="2800" b="1" dirty="0">
                <a:ln w="0">
                  <a:noFill/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CORO DE ADORACIÓN</a:t>
            </a:r>
          </a:p>
        </p:txBody>
      </p:sp>
    </p:spTree>
    <p:extLst>
      <p:ext uri="{BB962C8B-B14F-4D97-AF65-F5344CB8AC3E}">
        <p14:creationId xmlns:p14="http://schemas.microsoft.com/office/powerpoint/2010/main" val="42941684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94</Words>
  <Application>Microsoft Office PowerPoint</Application>
  <PresentationFormat>Presentación en pantalla (4:3)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Aharoni</vt:lpstr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Familia Cañon Peña</cp:lastModifiedBy>
  <cp:revision>17</cp:revision>
  <dcterms:created xsi:type="dcterms:W3CDTF">2016-02-29T23:01:01Z</dcterms:created>
  <dcterms:modified xsi:type="dcterms:W3CDTF">2021-07-27T03:08:34Z</dcterms:modified>
</cp:coreProperties>
</file>