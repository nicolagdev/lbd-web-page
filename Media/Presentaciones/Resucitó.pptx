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sldIdLst>
    <p:sldId id="26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s-MX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s-MX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76FE5E1-861D-4B5A-86F9-467DC8A61B8C}" type="slidenum">
              <a:rPr lang="es-MX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es-MX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55292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MX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MX"/>
              <a:t>Haga clic para modificar el estilo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6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MX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6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MX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6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8B7F2A-9FD1-4F0D-A189-57911DFE9C4D}" type="slidenum">
              <a:rPr lang="es-MX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es-MX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337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915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6660232" y="188640"/>
            <a:ext cx="2355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75000"/>
              </a:lnSpc>
              <a:buClr>
                <a:schemeClr val="tx1"/>
              </a:buClr>
              <a:buSzPct val="65000"/>
              <a:defRPr/>
            </a:pPr>
            <a:r>
              <a:rPr lang="es-ES_tradnl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RESUCITÓ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047182-6835-4A53-98AC-1402FB328674}"/>
              </a:ext>
            </a:extLst>
          </p:cNvPr>
          <p:cNvSpPr txBox="1"/>
          <p:nvPr/>
        </p:nvSpPr>
        <p:spPr>
          <a:xfrm>
            <a:off x="395536" y="1268760"/>
            <a:ext cx="83529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Resucitó</a:t>
            </a: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Resucitó </a:t>
            </a: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     Resucitó </a:t>
            </a:r>
          </a:p>
          <a:p>
            <a:pPr algn="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Aleluya</a:t>
            </a:r>
          </a:p>
        </p:txBody>
      </p:sp>
    </p:spTree>
    <p:extLst>
      <p:ext uri="{BB962C8B-B14F-4D97-AF65-F5344CB8AC3E}">
        <p14:creationId xmlns:p14="http://schemas.microsoft.com/office/powerpoint/2010/main" val="285915425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047182-6835-4A53-98AC-1402FB328674}"/>
              </a:ext>
            </a:extLst>
          </p:cNvPr>
          <p:cNvSpPr txBox="1"/>
          <p:nvPr/>
        </p:nvSpPr>
        <p:spPr>
          <a:xfrm>
            <a:off x="323528" y="1412776"/>
            <a:ext cx="84969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Aleluya</a:t>
            </a: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Aleluya </a:t>
            </a: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     Aleluya </a:t>
            </a:r>
          </a:p>
          <a:p>
            <a:pPr algn="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Resucitó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C84E5935-F7BF-44C6-99C6-A22DFC046B0E}"/>
              </a:ext>
            </a:extLst>
          </p:cNvPr>
          <p:cNvSpPr/>
          <p:nvPr/>
        </p:nvSpPr>
        <p:spPr>
          <a:xfrm>
            <a:off x="6660232" y="188640"/>
            <a:ext cx="2355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75000"/>
              </a:lnSpc>
              <a:buClr>
                <a:schemeClr val="tx1"/>
              </a:buClr>
              <a:buSzPct val="65000"/>
              <a:defRPr/>
            </a:pPr>
            <a:r>
              <a:rPr lang="es-ES_tradnl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RESUCITÓ</a:t>
            </a:r>
          </a:p>
        </p:txBody>
      </p:sp>
    </p:spTree>
    <p:extLst>
      <p:ext uri="{BB962C8B-B14F-4D97-AF65-F5344CB8AC3E}">
        <p14:creationId xmlns:p14="http://schemas.microsoft.com/office/powerpoint/2010/main" val="321108409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047182-6835-4A53-98AC-1402FB328674}"/>
              </a:ext>
            </a:extLst>
          </p:cNvPr>
          <p:cNvSpPr txBox="1"/>
          <p:nvPr/>
        </p:nvSpPr>
        <p:spPr>
          <a:xfrm>
            <a:off x="656565" y="1556792"/>
            <a:ext cx="78308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muerte </a:t>
            </a:r>
          </a:p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¿Dónde está la muerte?</a:t>
            </a:r>
          </a:p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¿Dónde está la muerte?</a:t>
            </a:r>
          </a:p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¿Dónde su victoria?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90B93B88-49AE-412C-91E7-4944BCF141A3}"/>
              </a:ext>
            </a:extLst>
          </p:cNvPr>
          <p:cNvSpPr/>
          <p:nvPr/>
        </p:nvSpPr>
        <p:spPr>
          <a:xfrm>
            <a:off x="6660232" y="188640"/>
            <a:ext cx="2355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75000"/>
              </a:lnSpc>
              <a:buClr>
                <a:schemeClr val="tx1"/>
              </a:buClr>
              <a:buSzPct val="65000"/>
              <a:defRPr/>
            </a:pPr>
            <a:r>
              <a:rPr lang="es-ES_tradnl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RESUCITÓ</a:t>
            </a:r>
          </a:p>
        </p:txBody>
      </p:sp>
    </p:spTree>
    <p:extLst>
      <p:ext uri="{BB962C8B-B14F-4D97-AF65-F5344CB8AC3E}">
        <p14:creationId xmlns:p14="http://schemas.microsoft.com/office/powerpoint/2010/main" val="322731747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047182-6835-4A53-98AC-1402FB328674}"/>
              </a:ext>
            </a:extLst>
          </p:cNvPr>
          <p:cNvSpPr txBox="1"/>
          <p:nvPr/>
        </p:nvSpPr>
        <p:spPr>
          <a:xfrm>
            <a:off x="1466654" y="1893964"/>
            <a:ext cx="67057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Resucitó</a:t>
            </a:r>
          </a:p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Resucitó </a:t>
            </a:r>
          </a:p>
          <a:p>
            <a:pPr algn="ct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     Resucitó </a:t>
            </a:r>
          </a:p>
          <a:p>
            <a:pPr algn="r"/>
            <a:r>
              <a:rPr lang="es-CO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Aleluya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BB6E6139-5D57-410F-961A-554E355D0813}"/>
              </a:ext>
            </a:extLst>
          </p:cNvPr>
          <p:cNvSpPr/>
          <p:nvPr/>
        </p:nvSpPr>
        <p:spPr>
          <a:xfrm>
            <a:off x="6660232" y="188640"/>
            <a:ext cx="2355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75000"/>
              </a:lnSpc>
              <a:buClr>
                <a:schemeClr val="tx1"/>
              </a:buClr>
              <a:buSzPct val="65000"/>
              <a:defRPr/>
            </a:pPr>
            <a:r>
              <a:rPr lang="es-ES_tradnl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RESUCITÓ</a:t>
            </a:r>
          </a:p>
        </p:txBody>
      </p:sp>
    </p:spTree>
    <p:extLst>
      <p:ext uri="{BB962C8B-B14F-4D97-AF65-F5344CB8AC3E}">
        <p14:creationId xmlns:p14="http://schemas.microsoft.com/office/powerpoint/2010/main" val="221985306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047182-6835-4A53-98AC-1402FB328674}"/>
              </a:ext>
            </a:extLst>
          </p:cNvPr>
          <p:cNvSpPr txBox="1"/>
          <p:nvPr/>
        </p:nvSpPr>
        <p:spPr>
          <a:xfrm>
            <a:off x="755576" y="1893964"/>
            <a:ext cx="74888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Aleluya</a:t>
            </a: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Aleluya </a:t>
            </a: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     Aleluya </a:t>
            </a:r>
          </a:p>
          <a:p>
            <a:pPr algn="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Resucitó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87BA46F3-3430-4555-9AD5-365A2E2F5BCD}"/>
              </a:ext>
            </a:extLst>
          </p:cNvPr>
          <p:cNvSpPr/>
          <p:nvPr/>
        </p:nvSpPr>
        <p:spPr>
          <a:xfrm>
            <a:off x="6660232" y="188640"/>
            <a:ext cx="2355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75000"/>
              </a:lnSpc>
              <a:buClr>
                <a:schemeClr val="tx1"/>
              </a:buClr>
              <a:buSzPct val="65000"/>
              <a:defRPr/>
            </a:pPr>
            <a:r>
              <a:rPr lang="es-ES_tradnl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RESUCITÓ</a:t>
            </a:r>
          </a:p>
        </p:txBody>
      </p:sp>
    </p:spTree>
    <p:extLst>
      <p:ext uri="{BB962C8B-B14F-4D97-AF65-F5344CB8AC3E}">
        <p14:creationId xmlns:p14="http://schemas.microsoft.com/office/powerpoint/2010/main" val="5233721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047182-6835-4A53-98AC-1402FB328674}"/>
              </a:ext>
            </a:extLst>
          </p:cNvPr>
          <p:cNvSpPr txBox="1"/>
          <p:nvPr/>
        </p:nvSpPr>
        <p:spPr>
          <a:xfrm>
            <a:off x="328282" y="1997839"/>
            <a:ext cx="84874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Alegría hermanos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 tenemos victoria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porque él RESUCITÓ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2E9B0AB1-4328-48B8-8AA6-B5437A6CBBF4}"/>
              </a:ext>
            </a:extLst>
          </p:cNvPr>
          <p:cNvSpPr/>
          <p:nvPr/>
        </p:nvSpPr>
        <p:spPr>
          <a:xfrm>
            <a:off x="6660232" y="188640"/>
            <a:ext cx="2355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75000"/>
              </a:lnSpc>
              <a:buClr>
                <a:schemeClr val="tx1"/>
              </a:buClr>
              <a:buSzPct val="65000"/>
              <a:defRPr/>
            </a:pPr>
            <a:r>
              <a:rPr lang="es-ES_tradnl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RESUCITÓ</a:t>
            </a:r>
          </a:p>
        </p:txBody>
      </p:sp>
    </p:spTree>
    <p:extLst>
      <p:ext uri="{BB962C8B-B14F-4D97-AF65-F5344CB8AC3E}">
        <p14:creationId xmlns:p14="http://schemas.microsoft.com/office/powerpoint/2010/main" val="43871340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047182-6835-4A53-98AC-1402FB328674}"/>
              </a:ext>
            </a:extLst>
          </p:cNvPr>
          <p:cNvSpPr txBox="1"/>
          <p:nvPr/>
        </p:nvSpPr>
        <p:spPr>
          <a:xfrm>
            <a:off x="395536" y="1893964"/>
            <a:ext cx="79928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Resucitó</a:t>
            </a: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Resucitó </a:t>
            </a: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     Resucitó </a:t>
            </a:r>
          </a:p>
          <a:p>
            <a:pPr algn="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Aleluya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BF0E0EEF-AF5B-4276-BB9A-DBB9DD59D9C6}"/>
              </a:ext>
            </a:extLst>
          </p:cNvPr>
          <p:cNvSpPr/>
          <p:nvPr/>
        </p:nvSpPr>
        <p:spPr>
          <a:xfrm>
            <a:off x="6660232" y="188640"/>
            <a:ext cx="2355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75000"/>
              </a:lnSpc>
              <a:buClr>
                <a:schemeClr val="tx1"/>
              </a:buClr>
              <a:buSzPct val="65000"/>
              <a:defRPr/>
            </a:pPr>
            <a:r>
              <a:rPr lang="es-ES_tradnl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RESUCITÓ</a:t>
            </a:r>
          </a:p>
        </p:txBody>
      </p:sp>
    </p:spTree>
    <p:extLst>
      <p:ext uri="{BB962C8B-B14F-4D97-AF65-F5344CB8AC3E}">
        <p14:creationId xmlns:p14="http://schemas.microsoft.com/office/powerpoint/2010/main" val="328377698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047182-6835-4A53-98AC-1402FB328674}"/>
              </a:ext>
            </a:extLst>
          </p:cNvPr>
          <p:cNvSpPr txBox="1"/>
          <p:nvPr/>
        </p:nvSpPr>
        <p:spPr>
          <a:xfrm>
            <a:off x="323528" y="1893964"/>
            <a:ext cx="83529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Aleluya</a:t>
            </a: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Aleluya </a:t>
            </a: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     Aleluya </a:t>
            </a:r>
          </a:p>
          <a:p>
            <a:pPr algn="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Resucitó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7A764049-0D96-4209-923C-374E74BB272F}"/>
              </a:ext>
            </a:extLst>
          </p:cNvPr>
          <p:cNvSpPr/>
          <p:nvPr/>
        </p:nvSpPr>
        <p:spPr>
          <a:xfrm>
            <a:off x="6660232" y="188640"/>
            <a:ext cx="2355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75000"/>
              </a:lnSpc>
              <a:buClr>
                <a:schemeClr val="tx1"/>
              </a:buClr>
              <a:buSzPct val="65000"/>
              <a:defRPr/>
            </a:pPr>
            <a:r>
              <a:rPr lang="es-ES_tradnl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RESUCITÓ</a:t>
            </a:r>
          </a:p>
        </p:txBody>
      </p:sp>
    </p:spTree>
    <p:extLst>
      <p:ext uri="{BB962C8B-B14F-4D97-AF65-F5344CB8AC3E}">
        <p14:creationId xmlns:p14="http://schemas.microsoft.com/office/powerpoint/2010/main" val="273714875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047182-6835-4A53-98AC-1402FB328674}"/>
              </a:ext>
            </a:extLst>
          </p:cNvPr>
          <p:cNvSpPr txBox="1"/>
          <p:nvPr/>
        </p:nvSpPr>
        <p:spPr>
          <a:xfrm>
            <a:off x="0" y="1700808"/>
            <a:ext cx="88204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 con él morimos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él vivimos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Para él cantamos</a:t>
            </a:r>
          </a:p>
          <a:p>
            <a:pPr algn="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Aleluya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653DAB57-A2C7-4A4B-8690-0AD7F368FA38}"/>
              </a:ext>
            </a:extLst>
          </p:cNvPr>
          <p:cNvSpPr/>
          <p:nvPr/>
        </p:nvSpPr>
        <p:spPr>
          <a:xfrm>
            <a:off x="6660232" y="188640"/>
            <a:ext cx="2355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75000"/>
              </a:lnSpc>
              <a:buClr>
                <a:schemeClr val="tx1"/>
              </a:buClr>
              <a:buSzPct val="65000"/>
              <a:defRPr/>
            </a:pPr>
            <a:r>
              <a:rPr lang="es-ES_tradnl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RESUCITÓ</a:t>
            </a:r>
          </a:p>
        </p:txBody>
      </p:sp>
    </p:spTree>
    <p:extLst>
      <p:ext uri="{BB962C8B-B14F-4D97-AF65-F5344CB8AC3E}">
        <p14:creationId xmlns:p14="http://schemas.microsoft.com/office/powerpoint/2010/main" val="77869704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047182-6835-4A53-98AC-1402FB328674}"/>
              </a:ext>
            </a:extLst>
          </p:cNvPr>
          <p:cNvSpPr txBox="1"/>
          <p:nvPr/>
        </p:nvSpPr>
        <p:spPr>
          <a:xfrm>
            <a:off x="611560" y="1893964"/>
            <a:ext cx="78488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Resucitó</a:t>
            </a: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Resucitó </a:t>
            </a: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     Resucitó </a:t>
            </a:r>
          </a:p>
          <a:p>
            <a:pPr algn="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Aleluya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77814FCE-3C38-45EC-B01B-DDA96D9AAFA8}"/>
              </a:ext>
            </a:extLst>
          </p:cNvPr>
          <p:cNvSpPr/>
          <p:nvPr/>
        </p:nvSpPr>
        <p:spPr>
          <a:xfrm>
            <a:off x="6660232" y="188640"/>
            <a:ext cx="2355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75000"/>
              </a:lnSpc>
              <a:buClr>
                <a:schemeClr val="tx1"/>
              </a:buClr>
              <a:buSzPct val="65000"/>
              <a:defRPr/>
            </a:pPr>
            <a:r>
              <a:rPr lang="es-ES_tradnl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RESUCITÓ</a:t>
            </a:r>
          </a:p>
        </p:txBody>
      </p:sp>
    </p:spTree>
    <p:extLst>
      <p:ext uri="{BB962C8B-B14F-4D97-AF65-F5344CB8AC3E}">
        <p14:creationId xmlns:p14="http://schemas.microsoft.com/office/powerpoint/2010/main" val="152817482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047182-6835-4A53-98AC-1402FB328674}"/>
              </a:ext>
            </a:extLst>
          </p:cNvPr>
          <p:cNvSpPr txBox="1"/>
          <p:nvPr/>
        </p:nvSpPr>
        <p:spPr>
          <a:xfrm>
            <a:off x="179512" y="1893964"/>
            <a:ext cx="85689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Aleluya</a:t>
            </a: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Aleluya </a:t>
            </a: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     Aleluya </a:t>
            </a:r>
          </a:p>
          <a:p>
            <a:pPr algn="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Resucitó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0619D928-9AD8-4F62-8555-686DE99B73A8}"/>
              </a:ext>
            </a:extLst>
          </p:cNvPr>
          <p:cNvSpPr/>
          <p:nvPr/>
        </p:nvSpPr>
        <p:spPr>
          <a:xfrm>
            <a:off x="6660232" y="188640"/>
            <a:ext cx="2355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75000"/>
              </a:lnSpc>
              <a:buClr>
                <a:schemeClr val="tx1"/>
              </a:buClr>
              <a:buSzPct val="65000"/>
              <a:defRPr/>
            </a:pPr>
            <a:r>
              <a:rPr lang="es-ES_tradnl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RESUCITÓ</a:t>
            </a:r>
          </a:p>
        </p:txBody>
      </p:sp>
    </p:spTree>
    <p:extLst>
      <p:ext uri="{BB962C8B-B14F-4D97-AF65-F5344CB8AC3E}">
        <p14:creationId xmlns:p14="http://schemas.microsoft.com/office/powerpoint/2010/main" val="231592338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F047182-6835-4A53-98AC-1402FB328674}"/>
              </a:ext>
            </a:extLst>
          </p:cNvPr>
          <p:cNvSpPr txBox="1"/>
          <p:nvPr/>
        </p:nvSpPr>
        <p:spPr>
          <a:xfrm>
            <a:off x="1466655" y="1893965"/>
            <a:ext cx="6210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s-CO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Aleluya</a:t>
            </a: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A35A7B30-4C2D-4C78-AF9C-16306995C937}"/>
              </a:ext>
            </a:extLst>
          </p:cNvPr>
          <p:cNvSpPr/>
          <p:nvPr/>
        </p:nvSpPr>
        <p:spPr>
          <a:xfrm>
            <a:off x="6660232" y="188640"/>
            <a:ext cx="2355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75000"/>
              </a:lnSpc>
              <a:buClr>
                <a:schemeClr val="tx1"/>
              </a:buClr>
              <a:buSzPct val="65000"/>
              <a:defRPr/>
            </a:pPr>
            <a:r>
              <a:rPr lang="es-ES_tradnl" sz="3200" b="1" dirty="0">
                <a:solidFill>
                  <a:schemeClr val="bg1"/>
                </a:solidFill>
                <a:latin typeface="Arial Rounded MT Bold" panose="020F0704030504030204" pitchFamily="34" charset="0"/>
                <a:ea typeface="Batang" pitchFamily="18" charset="-127"/>
              </a:rPr>
              <a:t>RESUCITÓ</a:t>
            </a:r>
          </a:p>
        </p:txBody>
      </p:sp>
    </p:spTree>
    <p:extLst>
      <p:ext uri="{BB962C8B-B14F-4D97-AF65-F5344CB8AC3E}">
        <p14:creationId xmlns:p14="http://schemas.microsoft.com/office/powerpoint/2010/main" val="387529475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101</Words>
  <Application>Microsoft Office PowerPoint</Application>
  <PresentationFormat>Presentación en pantalla (4:3)</PresentationFormat>
  <Paragraphs>57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Aharoni</vt:lpstr>
      <vt:lpstr>Arial</vt:lpstr>
      <vt:lpstr>Arial Rounded MT Bold</vt:lpstr>
      <vt:lpstr>Diseño predeterminado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DAVID RUIZ</dc:creator>
  <cp:lastModifiedBy>Familia Cañon Peña</cp:lastModifiedBy>
  <cp:revision>27</cp:revision>
  <dcterms:created xsi:type="dcterms:W3CDTF">2016-04-23T21:08:24Z</dcterms:created>
  <dcterms:modified xsi:type="dcterms:W3CDTF">2021-07-27T04:09:42Z</dcterms:modified>
</cp:coreProperties>
</file>