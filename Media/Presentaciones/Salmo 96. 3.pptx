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58" r:id="rId4"/>
    <p:sldId id="259" r:id="rId5"/>
    <p:sldId id="260" r:id="rId6"/>
    <p:sldId id="288" r:id="rId7"/>
    <p:sldId id="261" r:id="rId8"/>
    <p:sldId id="262" r:id="rId9"/>
    <p:sldId id="263" r:id="rId10"/>
    <p:sldId id="264" r:id="rId11"/>
    <p:sldId id="265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8895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311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13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000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7479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532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3922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996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614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356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006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78AC7-4BAA-4403-A43B-DB051D3AD5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9B5E8-BD84-461F-AF51-805976B029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956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7504" y="1484784"/>
            <a:ext cx="8893130" cy="2862318"/>
          </a:xfrm>
        </p:spPr>
        <p:txBody>
          <a:bodyPr>
            <a:norm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Cantad al SEÑOR</a:t>
            </a:r>
          </a:p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 toda la tierra</a:t>
            </a:r>
          </a:p>
          <a:p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F11681E-4C8B-456E-9214-4998548AB457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769537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69776" y="1052736"/>
            <a:ext cx="8604448" cy="331236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s-MX" sz="93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Cantad a Jesús bendecid su </a:t>
            </a:r>
          </a:p>
          <a:p>
            <a:pPr algn="r"/>
            <a:r>
              <a:rPr lang="es-MX" sz="93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SANTO NOMBRE</a:t>
            </a:r>
            <a:endParaRPr lang="es-MX" sz="11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Vijaya" panose="020B0604020202020204" pitchFamily="34" charset="0"/>
            </a:endParaRPr>
          </a:p>
          <a:p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91287A-F5CF-4D0D-9E45-286964A9462D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84432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92795" y="1052736"/>
            <a:ext cx="7758409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Anunciad su EVANGELIO y</a:t>
            </a:r>
          </a:p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su SALVACIÓN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C43E39-E3CD-45BE-BD7B-F53A6172B9C7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20232" y="1052736"/>
            <a:ext cx="7503536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Testificando de CRISTO a todos los hombres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093621-C224-4D44-A9AE-E63FA900A82C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a Jesús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 su gloria a las naciones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29303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597485"/>
            <a:ext cx="8748464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</a:t>
            </a:r>
          </a:p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al Señor </a:t>
            </a:r>
          </a:p>
          <a:p>
            <a:pPr marL="0" indent="0" algn="ctr">
              <a:buNone/>
            </a:pPr>
            <a:r>
              <a:rPr lang="es-MX" sz="69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 sus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Vijaya" panose="020B0604020202020204" pitchFamily="34" charset="0"/>
              </a:rPr>
              <a:t>maravillas</a:t>
            </a:r>
            <a:r>
              <a:rPr lang="es-MX" sz="69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 hoy</a:t>
            </a:r>
            <a:endParaRPr lang="es-CO" sz="69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743873-1015-4847-BF18-F8766430B0A8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2" y="1340768"/>
            <a:ext cx="8784976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Dad al SEÑOR la GLORIA y el PODER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964554A-DD39-4653-A25B-C031E311BDFD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268760"/>
            <a:ext cx="9144000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Dad a JESÚS la HONRA a su nombre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5C5E6DC-9BB5-4507-9933-9BB5D0EB6D5C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81665" y="1556792"/>
            <a:ext cx="7580669" cy="286231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Temed delante de Él toda la tierra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027696-AD72-4BFE-AECA-83FDB4C9906F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1683" y="1268760"/>
            <a:ext cx="9000634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Decid en la naciones JESÚS REINA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E17564-96E6-46B5-B0E9-C9CD0DD78640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1707783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a Jesús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2111222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 su gloria a las naciones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310749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597485"/>
            <a:ext cx="8748464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</a:t>
            </a:r>
          </a:p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al Señor </a:t>
            </a:r>
          </a:p>
          <a:p>
            <a:pPr marL="0" indent="0" algn="ctr">
              <a:buNone/>
            </a:pPr>
            <a:r>
              <a:rPr lang="es-MX" sz="69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 sus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Vijaya" panose="020B0604020202020204" pitchFamily="34" charset="0"/>
              </a:rPr>
              <a:t>maravillas</a:t>
            </a:r>
            <a:r>
              <a:rPr lang="es-MX" sz="69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 hoy</a:t>
            </a:r>
            <a:endParaRPr lang="es-CO" sz="69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743873-1015-4847-BF18-F8766430B0A8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3495679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a Jesús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2331019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 su gloria a las naciones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2214990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597485"/>
            <a:ext cx="8748464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</a:t>
            </a:r>
          </a:p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al Señor </a:t>
            </a:r>
          </a:p>
          <a:p>
            <a:pPr marL="0" indent="0" algn="ctr">
              <a:buNone/>
            </a:pPr>
            <a:r>
              <a:rPr lang="es-MX" sz="69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 sus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Vijaya" panose="020B0604020202020204" pitchFamily="34" charset="0"/>
              </a:rPr>
              <a:t>maravillas</a:t>
            </a:r>
            <a:r>
              <a:rPr lang="es-MX" sz="69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 hoy</a:t>
            </a:r>
            <a:endParaRPr lang="es-CO" sz="69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743873-1015-4847-BF18-F8766430B0A8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3208677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a Jesús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2866098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6792"/>
            <a:ext cx="9112665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 su gloria a las naciones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B33414-5D6D-4AF3-8788-DD9E8F68949E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3605964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3366" y="584775"/>
            <a:ext cx="8748464" cy="286231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Yo proclamaré </a:t>
            </a:r>
          </a:p>
          <a:p>
            <a:pPr marL="0" indent="0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al Señor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//Y sus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Vijaya" panose="020B0604020202020204" pitchFamily="34" charset="0"/>
              </a:rPr>
              <a:t>maravillas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Vijaya" panose="020B0604020202020204" pitchFamily="34" charset="0"/>
              </a:rPr>
              <a:t> hoy//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Vijaya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743873-1015-4847-BF18-F8766430B0A8}"/>
              </a:ext>
            </a:extLst>
          </p:cNvPr>
          <p:cNvSpPr txBox="1"/>
          <p:nvPr/>
        </p:nvSpPr>
        <p:spPr>
          <a:xfrm>
            <a:off x="6084168" y="0"/>
            <a:ext cx="2916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SALMO 96:3</a:t>
            </a:r>
          </a:p>
        </p:txBody>
      </p:sp>
    </p:spTree>
    <p:extLst>
      <p:ext uri="{BB962C8B-B14F-4D97-AF65-F5344CB8AC3E}">
        <p14:creationId xmlns:p14="http://schemas.microsoft.com/office/powerpoint/2010/main" val="28162326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170</Words>
  <Application>Microsoft Office PowerPoint</Application>
  <PresentationFormat>Presentación en pantalla (4:3)</PresentationFormat>
  <Paragraphs>51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Arial Rounded MT Bold</vt:lpstr>
      <vt:lpstr>Bahnschrift</vt:lpstr>
      <vt:lpstr>Brush Script MT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39</cp:revision>
  <dcterms:created xsi:type="dcterms:W3CDTF">2016-05-24T22:07:19Z</dcterms:created>
  <dcterms:modified xsi:type="dcterms:W3CDTF">2021-07-27T04:17:34Z</dcterms:modified>
</cp:coreProperties>
</file>