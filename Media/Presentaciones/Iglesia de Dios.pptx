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75" r:id="rId3"/>
    <p:sldId id="258" r:id="rId4"/>
    <p:sldId id="276" r:id="rId5"/>
    <p:sldId id="260" r:id="rId6"/>
    <p:sldId id="262" r:id="rId7"/>
    <p:sldId id="271" r:id="rId8"/>
    <p:sldId id="270" r:id="rId9"/>
    <p:sldId id="277" r:id="rId10"/>
    <p:sldId id="278" r:id="rId11"/>
    <p:sldId id="279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13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0D5-5772-497B-8EA7-018701A7270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6926-22A4-4980-9AC2-55271418D9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825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0D5-5772-497B-8EA7-018701A7270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6926-22A4-4980-9AC2-55271418D9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591677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0D5-5772-497B-8EA7-018701A7270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6926-22A4-4980-9AC2-55271418D9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9336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0D5-5772-497B-8EA7-018701A7270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6926-22A4-4980-9AC2-55271418D9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20698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0D5-5772-497B-8EA7-018701A7270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6926-22A4-4980-9AC2-55271418D9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69901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0D5-5772-497B-8EA7-018701A7270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6926-22A4-4980-9AC2-55271418D9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75072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0D5-5772-497B-8EA7-018701A7270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6926-22A4-4980-9AC2-55271418D9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7973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0D5-5772-497B-8EA7-018701A7270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6926-22A4-4980-9AC2-55271418D9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80307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0D5-5772-497B-8EA7-018701A7270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6926-22A4-4980-9AC2-55271418D9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3266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0D5-5772-497B-8EA7-018701A7270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6926-22A4-4980-9AC2-55271418D9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785572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170D5-5772-497B-8EA7-018701A7270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D46926-22A4-4980-9AC2-55271418D9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99037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6170D5-5772-497B-8EA7-018701A72700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46926-22A4-4980-9AC2-55271418D95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0043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39148" y="1490008"/>
            <a:ext cx="886570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Nuestros labios proclaman </a:t>
            </a:r>
          </a:p>
          <a:p>
            <a:pPr algn="ctr"/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tu nombre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ADB56FF-56C9-486A-9F78-CC12F7201F8F}"/>
              </a:ext>
            </a:extLst>
          </p:cNvPr>
          <p:cNvSpPr txBox="1"/>
          <p:nvPr/>
        </p:nvSpPr>
        <p:spPr>
          <a:xfrm>
            <a:off x="5406886" y="63274"/>
            <a:ext cx="3737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IGLESIA DE DIOS</a:t>
            </a:r>
          </a:p>
        </p:txBody>
      </p:sp>
    </p:spTree>
    <p:extLst>
      <p:ext uri="{BB962C8B-B14F-4D97-AF65-F5344CB8AC3E}">
        <p14:creationId xmlns:p14="http://schemas.microsoft.com/office/powerpoint/2010/main" val="3533429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768626" y="1176456"/>
            <a:ext cx="7606747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Nuestra iglesia una </a:t>
            </a:r>
          </a:p>
          <a:p>
            <a:pPr algn="ctr"/>
            <a:r>
              <a:rPr lang="es-MX" sz="72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ETERNA VERDAD </a:t>
            </a:r>
            <a:endParaRPr lang="es-MX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  <a:p>
            <a:pPr algn="ctr"/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ADB56FF-56C9-486A-9F78-CC12F7201F8F}"/>
              </a:ext>
            </a:extLst>
          </p:cNvPr>
          <p:cNvSpPr txBox="1"/>
          <p:nvPr/>
        </p:nvSpPr>
        <p:spPr>
          <a:xfrm>
            <a:off x="5201478" y="197956"/>
            <a:ext cx="3737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IGLESIA DE DIOS</a:t>
            </a:r>
          </a:p>
        </p:txBody>
      </p:sp>
    </p:spTree>
    <p:extLst>
      <p:ext uri="{BB962C8B-B14F-4D97-AF65-F5344CB8AC3E}">
        <p14:creationId xmlns:p14="http://schemas.microsoft.com/office/powerpoint/2010/main" val="1159447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506895" y="1360024"/>
            <a:ext cx="8130209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Tú viniste a este mundo </a:t>
            </a:r>
          </a:p>
          <a:p>
            <a:pPr algn="ctr"/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a SALVARNOS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8DE961-5822-45C6-A838-E9B294EA3FBF}"/>
              </a:ext>
            </a:extLst>
          </p:cNvPr>
          <p:cNvSpPr txBox="1"/>
          <p:nvPr/>
        </p:nvSpPr>
        <p:spPr>
          <a:xfrm>
            <a:off x="5214731" y="317226"/>
            <a:ext cx="3737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IGLESIA DE DIOS</a:t>
            </a:r>
          </a:p>
        </p:txBody>
      </p:sp>
    </p:spTree>
    <p:extLst>
      <p:ext uri="{BB962C8B-B14F-4D97-AF65-F5344CB8AC3E}">
        <p14:creationId xmlns:p14="http://schemas.microsoft.com/office/powerpoint/2010/main" val="4240603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506895" y="1386527"/>
            <a:ext cx="81302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tu GRACIA e infinito AMOR</a:t>
            </a:r>
          </a:p>
          <a:p>
            <a:pPr algn="ctr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CORDERO de DIOS </a:t>
            </a:r>
          </a:p>
          <a:p>
            <a:pPr algn="ctr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8DE961-5822-45C6-A838-E9B294EA3FBF}"/>
              </a:ext>
            </a:extLst>
          </p:cNvPr>
          <p:cNvSpPr txBox="1"/>
          <p:nvPr/>
        </p:nvSpPr>
        <p:spPr>
          <a:xfrm>
            <a:off x="5214731" y="317226"/>
            <a:ext cx="3737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IGLESIA DE DIOS</a:t>
            </a:r>
          </a:p>
        </p:txBody>
      </p:sp>
    </p:spTree>
    <p:extLst>
      <p:ext uri="{BB962C8B-B14F-4D97-AF65-F5344CB8AC3E}">
        <p14:creationId xmlns:p14="http://schemas.microsoft.com/office/powerpoint/2010/main" val="415395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546862" y="1343167"/>
            <a:ext cx="805027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Iglesia de DIOS él nos llamó Para cumplir su comisión 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6B8F0DC-5752-42F5-B025-932DE86516A0}"/>
              </a:ext>
            </a:extLst>
          </p:cNvPr>
          <p:cNvSpPr txBox="1"/>
          <p:nvPr/>
        </p:nvSpPr>
        <p:spPr>
          <a:xfrm>
            <a:off x="5214731" y="317226"/>
            <a:ext cx="3737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IGLESIA DE DIOS</a:t>
            </a:r>
          </a:p>
        </p:txBody>
      </p:sp>
    </p:spTree>
    <p:extLst>
      <p:ext uri="{BB962C8B-B14F-4D97-AF65-F5344CB8AC3E}">
        <p14:creationId xmlns:p14="http://schemas.microsoft.com/office/powerpoint/2010/main" val="4165062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51791" y="1244058"/>
            <a:ext cx="889220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Cuerpo que DIOS santificó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la sangre de CRISTO</a:t>
            </a:r>
          </a:p>
          <a:p>
            <a:pPr algn="ctr"/>
            <a:r>
              <a:rPr lang="es-CO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HIJO de DIOS 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9657ACD-B700-4A51-BB62-791674C087B9}"/>
              </a:ext>
            </a:extLst>
          </p:cNvPr>
          <p:cNvSpPr txBox="1"/>
          <p:nvPr/>
        </p:nvSpPr>
        <p:spPr>
          <a:xfrm>
            <a:off x="5214731" y="317226"/>
            <a:ext cx="3737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IGLESIA DE DIOS</a:t>
            </a:r>
          </a:p>
        </p:txBody>
      </p:sp>
    </p:spTree>
    <p:extLst>
      <p:ext uri="{BB962C8B-B14F-4D97-AF65-F5344CB8AC3E}">
        <p14:creationId xmlns:p14="http://schemas.microsoft.com/office/powerpoint/2010/main" val="1163831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318053" y="955541"/>
            <a:ext cx="8825948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Gracias te damos por </a:t>
            </a:r>
          </a:p>
          <a:p>
            <a:r>
              <a:rPr lang="es-ES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N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UESTRA IGLESIA </a:t>
            </a:r>
          </a:p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Tu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palabra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Modern Love" panose="04090805081005020601" pitchFamily="82" charset="0"/>
              </a:rPr>
              <a:t> 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y tu </a:t>
            </a:r>
            <a:r>
              <a:rPr lang="es-MX" sz="8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rush Script MT" panose="03060802040406070304" pitchFamily="66" charset="0"/>
              </a:rPr>
              <a:t>protección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rush Script MT" panose="03060802040406070304" pitchFamily="66" charset="0"/>
            </a:endParaRPr>
          </a:p>
          <a:p>
            <a:pPr algn="ctr"/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72B36EE-2D5F-4ABD-9237-E08EBEDE74F2}"/>
              </a:ext>
            </a:extLst>
          </p:cNvPr>
          <p:cNvSpPr txBox="1"/>
          <p:nvPr/>
        </p:nvSpPr>
        <p:spPr>
          <a:xfrm>
            <a:off x="5214731" y="317226"/>
            <a:ext cx="3737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IGLESIA DE DIOS</a:t>
            </a:r>
          </a:p>
        </p:txBody>
      </p:sp>
    </p:spTree>
    <p:extLst>
      <p:ext uri="{BB962C8B-B14F-4D97-AF65-F5344CB8AC3E}">
        <p14:creationId xmlns:p14="http://schemas.microsoft.com/office/powerpoint/2010/main" val="2263766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0" y="1220586"/>
            <a:ext cx="91439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Has abierto las puertas del mundo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Prepara nuestro corazón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para ir SEÑOR</a:t>
            </a:r>
          </a:p>
          <a:p>
            <a:pPr algn="ctr"/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2D0F6FB-1DE6-4B7A-B5BF-89209C846703}"/>
              </a:ext>
            </a:extLst>
          </p:cNvPr>
          <p:cNvSpPr txBox="1"/>
          <p:nvPr/>
        </p:nvSpPr>
        <p:spPr>
          <a:xfrm>
            <a:off x="5214731" y="317226"/>
            <a:ext cx="3737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IGLESIA DE DIOS</a:t>
            </a:r>
          </a:p>
        </p:txBody>
      </p:sp>
    </p:spTree>
    <p:extLst>
      <p:ext uri="{BB962C8B-B14F-4D97-AF65-F5344CB8AC3E}">
        <p14:creationId xmlns:p14="http://schemas.microsoft.com/office/powerpoint/2010/main" val="35555661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546862" y="1343167"/>
            <a:ext cx="805027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Iglesia de DIOS él nos llamó Para cumplir su comisión  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6B8F0DC-5752-42F5-B025-932DE86516A0}"/>
              </a:ext>
            </a:extLst>
          </p:cNvPr>
          <p:cNvSpPr txBox="1"/>
          <p:nvPr/>
        </p:nvSpPr>
        <p:spPr>
          <a:xfrm>
            <a:off x="5214731" y="317226"/>
            <a:ext cx="3737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IGLESIA DE DIOS</a:t>
            </a:r>
          </a:p>
        </p:txBody>
      </p:sp>
    </p:spTree>
    <p:extLst>
      <p:ext uri="{BB962C8B-B14F-4D97-AF65-F5344CB8AC3E}">
        <p14:creationId xmlns:p14="http://schemas.microsoft.com/office/powerpoint/2010/main" val="3713971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251791" y="1244058"/>
            <a:ext cx="889220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Cuerpo que DIOS santificó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Por la sangre de CRISTO</a:t>
            </a:r>
          </a:p>
          <a:p>
            <a:pPr algn="ctr"/>
            <a:r>
              <a:rPr lang="es-CO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 </a:t>
            </a:r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HIJO de DIOS 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9657ACD-B700-4A51-BB62-791674C087B9}"/>
              </a:ext>
            </a:extLst>
          </p:cNvPr>
          <p:cNvSpPr txBox="1"/>
          <p:nvPr/>
        </p:nvSpPr>
        <p:spPr>
          <a:xfrm>
            <a:off x="5214731" y="317226"/>
            <a:ext cx="3737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IGLESIA DE DIOS</a:t>
            </a:r>
          </a:p>
        </p:txBody>
      </p:sp>
    </p:spTree>
    <p:extLst>
      <p:ext uri="{BB962C8B-B14F-4D97-AF65-F5344CB8AC3E}">
        <p14:creationId xmlns:p14="http://schemas.microsoft.com/office/powerpoint/2010/main" val="4133409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/>
          <p:cNvSpPr txBox="1"/>
          <p:nvPr/>
        </p:nvSpPr>
        <p:spPr>
          <a:xfrm>
            <a:off x="139148" y="1490008"/>
            <a:ext cx="886570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Nuestros </a:t>
            </a:r>
            <a:r>
              <a:rPr lang="es-ES" sz="6600" b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labios proclaman</a:t>
            </a:r>
          </a:p>
          <a:p>
            <a:pPr algn="ctr"/>
            <a:r>
              <a:rPr lang="es-ES" sz="6600" b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tu </a:t>
            </a:r>
            <a:r>
              <a:rPr lang="es-ES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Agency FB" panose="020B0503020202020204" pitchFamily="34" charset="0"/>
              </a:rPr>
              <a:t>nombre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Agency FB" panose="020B0503020202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ADB56FF-56C9-486A-9F78-CC12F7201F8F}"/>
              </a:ext>
            </a:extLst>
          </p:cNvPr>
          <p:cNvSpPr txBox="1"/>
          <p:nvPr/>
        </p:nvSpPr>
        <p:spPr>
          <a:xfrm>
            <a:off x="5406886" y="63274"/>
            <a:ext cx="373711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sz="2400" b="1" dirty="0">
                <a:solidFill>
                  <a:schemeClr val="bg1"/>
                </a:solidFill>
                <a:latin typeface="Arial Rounded MT Bold" panose="020F0704030504030204" pitchFamily="34" charset="0"/>
              </a:rPr>
              <a:t>IGLESIA DE DIOS</a:t>
            </a:r>
          </a:p>
        </p:txBody>
      </p:sp>
    </p:spTree>
    <p:extLst>
      <p:ext uri="{BB962C8B-B14F-4D97-AF65-F5344CB8AC3E}">
        <p14:creationId xmlns:p14="http://schemas.microsoft.com/office/powerpoint/2010/main" val="32998326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</TotalTime>
  <Words>135</Words>
  <Application>Microsoft Office PowerPoint</Application>
  <PresentationFormat>Presentación en pantalla (4:3)</PresentationFormat>
  <Paragraphs>36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9" baseType="lpstr">
      <vt:lpstr>Agency FB</vt:lpstr>
      <vt:lpstr>Arial</vt:lpstr>
      <vt:lpstr>Arial Rounded MT Bold</vt:lpstr>
      <vt:lpstr>Brush Script MT</vt:lpstr>
      <vt:lpstr>Calibri</vt:lpstr>
      <vt:lpstr>Calibri Light</vt:lpstr>
      <vt:lpstr>Modern Love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Lorena</dc:creator>
  <cp:lastModifiedBy>Familia Cañon Peña</cp:lastModifiedBy>
  <cp:revision>16</cp:revision>
  <dcterms:created xsi:type="dcterms:W3CDTF">2020-08-15T02:21:02Z</dcterms:created>
  <dcterms:modified xsi:type="dcterms:W3CDTF">2021-07-27T03:53:26Z</dcterms:modified>
</cp:coreProperties>
</file>