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52B4-5454-4FE3-A276-F8E651CA8AD1}" type="datetimeFigureOut">
              <a:rPr lang="es-CO" smtClean="0"/>
              <a:t>28/09/2024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C9DD-C036-4B00-A526-FE25C39282F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520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52B4-5454-4FE3-A276-F8E651CA8AD1}" type="datetimeFigureOut">
              <a:rPr lang="es-CO" smtClean="0"/>
              <a:t>28/09/2024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C9DD-C036-4B00-A526-FE25C39282F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989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52B4-5454-4FE3-A276-F8E651CA8AD1}" type="datetimeFigureOut">
              <a:rPr lang="es-CO" smtClean="0"/>
              <a:t>28/09/2024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C9DD-C036-4B00-A526-FE25C39282F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7473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52B4-5454-4FE3-A276-F8E651CA8AD1}" type="datetimeFigureOut">
              <a:rPr lang="es-CO" smtClean="0"/>
              <a:t>28/09/2024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C9DD-C036-4B00-A526-FE25C39282F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4966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52B4-5454-4FE3-A276-F8E651CA8AD1}" type="datetimeFigureOut">
              <a:rPr lang="es-CO" smtClean="0"/>
              <a:t>28/09/2024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C9DD-C036-4B00-A526-FE25C39282F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1027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52B4-5454-4FE3-A276-F8E651CA8AD1}" type="datetimeFigureOut">
              <a:rPr lang="es-CO" smtClean="0"/>
              <a:t>28/09/2024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C9DD-C036-4B00-A526-FE25C39282F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30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52B4-5454-4FE3-A276-F8E651CA8AD1}" type="datetimeFigureOut">
              <a:rPr lang="es-CO" smtClean="0"/>
              <a:t>28/09/2024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C9DD-C036-4B00-A526-FE25C39282F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634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52B4-5454-4FE3-A276-F8E651CA8AD1}" type="datetimeFigureOut">
              <a:rPr lang="es-CO" smtClean="0"/>
              <a:t>28/09/2024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C9DD-C036-4B00-A526-FE25C39282F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8631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52B4-5454-4FE3-A276-F8E651CA8AD1}" type="datetimeFigureOut">
              <a:rPr lang="es-CO" smtClean="0"/>
              <a:t>28/09/2024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C9DD-C036-4B00-A526-FE25C39282F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815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52B4-5454-4FE3-A276-F8E651CA8AD1}" type="datetimeFigureOut">
              <a:rPr lang="es-CO" smtClean="0"/>
              <a:t>28/09/2024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C9DD-C036-4B00-A526-FE25C39282F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0369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52B4-5454-4FE3-A276-F8E651CA8AD1}" type="datetimeFigureOut">
              <a:rPr lang="es-CO" smtClean="0"/>
              <a:t>28/09/2024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3C9DD-C036-4B00-A526-FE25C39282F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580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A52B4-5454-4FE3-A276-F8E651CA8AD1}" type="datetimeFigureOut">
              <a:rPr lang="es-CO" smtClean="0"/>
              <a:t>28/09/2024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3C9DD-C036-4B00-A526-FE25C39282F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7391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8FF76-2691-4213-8D2C-004469ED9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6566" y="1577787"/>
            <a:ext cx="8625738" cy="2994211"/>
          </a:xfrm>
        </p:spPr>
        <p:txBody>
          <a:bodyPr>
            <a:noAutofit/>
          </a:bodyPr>
          <a:lstStyle/>
          <a:p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Me pregunto cómo fue</a:t>
            </a: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Que llegaste a amarnos tú mi buen Señor        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3D2080-B8F9-4827-92AD-46F7DC6C40EA}"/>
              </a:ext>
            </a:extLst>
          </p:cNvPr>
          <p:cNvSpPr txBox="1"/>
          <p:nvPr/>
        </p:nvSpPr>
        <p:spPr>
          <a:xfrm>
            <a:off x="7064189" y="281709"/>
            <a:ext cx="437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Labremos nuestra casa</a:t>
            </a:r>
          </a:p>
        </p:txBody>
      </p:sp>
    </p:spTree>
    <p:extLst>
      <p:ext uri="{BB962C8B-B14F-4D97-AF65-F5344CB8AC3E}">
        <p14:creationId xmlns:p14="http://schemas.microsoft.com/office/powerpoint/2010/main" val="2206180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8FF76-2691-4213-8D2C-004469ED9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4907" y="1556258"/>
            <a:ext cx="8625738" cy="3168141"/>
          </a:xfrm>
        </p:spPr>
        <p:txBody>
          <a:bodyPr>
            <a:noAutofit/>
          </a:bodyPr>
          <a:lstStyle/>
          <a:p>
            <a:pPr marL="187325">
              <a:lnSpc>
                <a:spcPts val="1380"/>
              </a:lnSpc>
              <a:spcBef>
                <a:spcPts val="20"/>
              </a:spcBef>
              <a:spcAft>
                <a:spcPts val="0"/>
              </a:spcAft>
            </a:pP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Tu amor en la cruz </a:t>
            </a: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mostró</a:t>
            </a: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Algo incomparable</a:t>
            </a:r>
            <a:br>
              <a:rPr lang="es-CO" sz="1800" dirty="0">
                <a:effectLst/>
                <a:latin typeface="Arial MT"/>
                <a:ea typeface="Arial MT"/>
                <a:cs typeface="Arial MT"/>
              </a:rPr>
            </a:b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                  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3D2080-B8F9-4827-92AD-46F7DC6C40EA}"/>
              </a:ext>
            </a:extLst>
          </p:cNvPr>
          <p:cNvSpPr txBox="1"/>
          <p:nvPr/>
        </p:nvSpPr>
        <p:spPr>
          <a:xfrm>
            <a:off x="7064189" y="281709"/>
            <a:ext cx="437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Labremos nuestra casa</a:t>
            </a:r>
          </a:p>
        </p:txBody>
      </p:sp>
    </p:spTree>
    <p:extLst>
      <p:ext uri="{BB962C8B-B14F-4D97-AF65-F5344CB8AC3E}">
        <p14:creationId xmlns:p14="http://schemas.microsoft.com/office/powerpoint/2010/main" val="3147587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8FF76-2691-4213-8D2C-004469ED9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5908" y="2850777"/>
            <a:ext cx="8625738" cy="1623092"/>
          </a:xfrm>
        </p:spPr>
        <p:txBody>
          <a:bodyPr>
            <a:noAutofit/>
          </a:bodyPr>
          <a:lstStyle/>
          <a:p>
            <a:pPr marL="187325">
              <a:lnSpc>
                <a:spcPct val="100000"/>
              </a:lnSpc>
            </a:pP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Debo proclamarlo hoy</a:t>
            </a: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A este mundo sin amor sin esperanza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3D2080-B8F9-4827-92AD-46F7DC6C40EA}"/>
              </a:ext>
            </a:extLst>
          </p:cNvPr>
          <p:cNvSpPr txBox="1"/>
          <p:nvPr/>
        </p:nvSpPr>
        <p:spPr>
          <a:xfrm>
            <a:off x="7064189" y="281709"/>
            <a:ext cx="437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Labremos nuestra casa</a:t>
            </a:r>
          </a:p>
        </p:txBody>
      </p:sp>
    </p:spTree>
    <p:extLst>
      <p:ext uri="{BB962C8B-B14F-4D97-AF65-F5344CB8AC3E}">
        <p14:creationId xmlns:p14="http://schemas.microsoft.com/office/powerpoint/2010/main" val="3094432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8FF76-2691-4213-8D2C-004469ED9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0378" y="2398941"/>
            <a:ext cx="8625738" cy="1931492"/>
          </a:xfrm>
        </p:spPr>
        <p:txBody>
          <a:bodyPr>
            <a:noAutofit/>
          </a:bodyPr>
          <a:lstStyle/>
          <a:p>
            <a:pPr marL="187325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</a:pP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Edifiquemos juntos hoy</a:t>
            </a: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Un hogar para Dios               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3D2080-B8F9-4827-92AD-46F7DC6C40EA}"/>
              </a:ext>
            </a:extLst>
          </p:cNvPr>
          <p:cNvSpPr txBox="1"/>
          <p:nvPr/>
        </p:nvSpPr>
        <p:spPr>
          <a:xfrm>
            <a:off x="7064189" y="281709"/>
            <a:ext cx="437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Labremos nuestra casa</a:t>
            </a:r>
          </a:p>
        </p:txBody>
      </p:sp>
    </p:spTree>
    <p:extLst>
      <p:ext uri="{BB962C8B-B14F-4D97-AF65-F5344CB8AC3E}">
        <p14:creationId xmlns:p14="http://schemas.microsoft.com/office/powerpoint/2010/main" val="1145164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8FF76-2691-4213-8D2C-004469ED9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3131" y="2463254"/>
            <a:ext cx="8625738" cy="1931492"/>
          </a:xfrm>
        </p:spPr>
        <p:txBody>
          <a:bodyPr>
            <a:noAutofit/>
          </a:bodyPr>
          <a:lstStyle/>
          <a:p>
            <a:r>
              <a:rPr lang="es-ES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Oh </a:t>
            </a:r>
            <a:r>
              <a:rPr lang="es-ES" sz="48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Oh</a:t>
            </a:r>
            <a:r>
              <a:rPr lang="es-ES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 </a:t>
            </a:r>
            <a:r>
              <a:rPr lang="es-ES" sz="48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Oh</a:t>
            </a:r>
            <a:br>
              <a:rPr lang="es-CO" sz="1600" dirty="0">
                <a:effectLst/>
                <a:latin typeface="Arial MT"/>
                <a:ea typeface="Arial MT"/>
                <a:cs typeface="Arial MT"/>
              </a:rPr>
            </a:b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3D2080-B8F9-4827-92AD-46F7DC6C40EA}"/>
              </a:ext>
            </a:extLst>
          </p:cNvPr>
          <p:cNvSpPr txBox="1"/>
          <p:nvPr/>
        </p:nvSpPr>
        <p:spPr>
          <a:xfrm>
            <a:off x="7064189" y="281709"/>
            <a:ext cx="437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Labremos nuestra casa</a:t>
            </a:r>
          </a:p>
        </p:txBody>
      </p:sp>
    </p:spTree>
    <p:extLst>
      <p:ext uri="{BB962C8B-B14F-4D97-AF65-F5344CB8AC3E}">
        <p14:creationId xmlns:p14="http://schemas.microsoft.com/office/powerpoint/2010/main" val="2112666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8FF76-2691-4213-8D2C-004469ED9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836" y="1039905"/>
            <a:ext cx="10310258" cy="1623092"/>
          </a:xfrm>
        </p:spPr>
        <p:txBody>
          <a:bodyPr>
            <a:noAutofit/>
          </a:bodyPr>
          <a:lstStyle/>
          <a:p>
            <a:pPr marL="63500" algn="l">
              <a:lnSpc>
                <a:spcPct val="100000"/>
              </a:lnSpc>
            </a:pPr>
            <a:r>
              <a:rPr lang="es-ES" sz="5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Compartamos el amor de Dios</a:t>
            </a:r>
            <a:br>
              <a:rPr lang="es-CO" sz="5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r>
              <a:rPr lang="es-ES" sz="5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Labremos nuestra casa</a:t>
            </a:r>
            <a:endParaRPr lang="es-CO" sz="5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3D2080-B8F9-4827-92AD-46F7DC6C40EA}"/>
              </a:ext>
            </a:extLst>
          </p:cNvPr>
          <p:cNvSpPr txBox="1"/>
          <p:nvPr/>
        </p:nvSpPr>
        <p:spPr>
          <a:xfrm>
            <a:off x="7064189" y="281709"/>
            <a:ext cx="437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Labremos nuestra casa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78EC39E-640F-4896-950F-9BB72D7CC2B8}"/>
              </a:ext>
            </a:extLst>
          </p:cNvPr>
          <p:cNvSpPr txBox="1"/>
          <p:nvPr/>
        </p:nvSpPr>
        <p:spPr>
          <a:xfrm>
            <a:off x="2545977" y="3952957"/>
            <a:ext cx="903642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5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Lucida Sans Unicode" panose="020B0602030504020204" pitchFamily="34" charset="0"/>
              </a:rPr>
              <a:t>Trabajemos en familia</a:t>
            </a:r>
            <a:br>
              <a:rPr lang="es-CO" sz="5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Lucida Sans Unicode" panose="020B0602030504020204" pitchFamily="34" charset="0"/>
              </a:rPr>
            </a:br>
            <a:r>
              <a:rPr lang="es-ES" sz="5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Lucida Sans Unicode" panose="020B0602030504020204" pitchFamily="34" charset="0"/>
              </a:rPr>
              <a:t>Plantemos hoy la salvación </a:t>
            </a:r>
            <a:endParaRPr lang="es-MX" sz="5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+mj-ea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36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8FF76-2691-4213-8D2C-004469ED9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3131" y="2900965"/>
            <a:ext cx="8625738" cy="1931492"/>
          </a:xfrm>
        </p:spPr>
        <p:txBody>
          <a:bodyPr>
            <a:noAutofit/>
          </a:bodyPr>
          <a:lstStyle/>
          <a:p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Aunque habrá dificultad</a:t>
            </a: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Seguiremos juntos en esta batalla                  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3D2080-B8F9-4827-92AD-46F7DC6C40EA}"/>
              </a:ext>
            </a:extLst>
          </p:cNvPr>
          <p:cNvSpPr txBox="1"/>
          <p:nvPr/>
        </p:nvSpPr>
        <p:spPr>
          <a:xfrm>
            <a:off x="7064189" y="281709"/>
            <a:ext cx="437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Labremos nuestra casa</a:t>
            </a:r>
          </a:p>
        </p:txBody>
      </p:sp>
    </p:spTree>
    <p:extLst>
      <p:ext uri="{BB962C8B-B14F-4D97-AF65-F5344CB8AC3E}">
        <p14:creationId xmlns:p14="http://schemas.microsoft.com/office/powerpoint/2010/main" val="1435008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8FF76-2691-4213-8D2C-004469ED9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3131" y="2734235"/>
            <a:ext cx="8625738" cy="1623092"/>
          </a:xfrm>
        </p:spPr>
        <p:txBody>
          <a:bodyPr>
            <a:noAutofit/>
          </a:bodyPr>
          <a:lstStyle/>
          <a:p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Publiquemos su verdad</a:t>
            </a: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Sin temor al mundo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3D2080-B8F9-4827-92AD-46F7DC6C40EA}"/>
              </a:ext>
            </a:extLst>
          </p:cNvPr>
          <p:cNvSpPr txBox="1"/>
          <p:nvPr/>
        </p:nvSpPr>
        <p:spPr>
          <a:xfrm>
            <a:off x="7064189" y="281709"/>
            <a:ext cx="437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Labremos nuestra casa</a:t>
            </a:r>
          </a:p>
        </p:txBody>
      </p:sp>
    </p:spTree>
    <p:extLst>
      <p:ext uri="{BB962C8B-B14F-4D97-AF65-F5344CB8AC3E}">
        <p14:creationId xmlns:p14="http://schemas.microsoft.com/office/powerpoint/2010/main" val="3318443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8FF76-2691-4213-8D2C-004469ED9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048" y="2883035"/>
            <a:ext cx="8625738" cy="1931492"/>
          </a:xfrm>
        </p:spPr>
        <p:txBody>
          <a:bodyPr>
            <a:noAutofit/>
          </a:bodyPr>
          <a:lstStyle/>
          <a:p>
            <a:pPr marL="187325">
              <a:lnSpc>
                <a:spcPct val="100000"/>
              </a:lnSpc>
            </a:pP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Tu palabra es salvación</a:t>
            </a: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Mi refugio firme en tiempos de tormenta                  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3D2080-B8F9-4827-92AD-46F7DC6C40EA}"/>
              </a:ext>
            </a:extLst>
          </p:cNvPr>
          <p:cNvSpPr txBox="1"/>
          <p:nvPr/>
        </p:nvSpPr>
        <p:spPr>
          <a:xfrm>
            <a:off x="7064189" y="281709"/>
            <a:ext cx="437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Labremos nuestra casa</a:t>
            </a:r>
          </a:p>
        </p:txBody>
      </p:sp>
    </p:spTree>
    <p:extLst>
      <p:ext uri="{BB962C8B-B14F-4D97-AF65-F5344CB8AC3E}">
        <p14:creationId xmlns:p14="http://schemas.microsoft.com/office/powerpoint/2010/main" val="1984786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8FF76-2691-4213-8D2C-004469ED9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3131" y="3236259"/>
            <a:ext cx="8625738" cy="1623092"/>
          </a:xfrm>
        </p:spPr>
        <p:txBody>
          <a:bodyPr>
            <a:noAutofit/>
          </a:bodyPr>
          <a:lstStyle/>
          <a:p>
            <a:pPr marL="187325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</a:pP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Esforcémonos en él</a:t>
            </a: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b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Descansando en su poder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3D2080-B8F9-4827-92AD-46F7DC6C40EA}"/>
              </a:ext>
            </a:extLst>
          </p:cNvPr>
          <p:cNvSpPr txBox="1"/>
          <p:nvPr/>
        </p:nvSpPr>
        <p:spPr>
          <a:xfrm>
            <a:off x="7064189" y="281709"/>
            <a:ext cx="437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Labremos nuestra casa</a:t>
            </a:r>
          </a:p>
        </p:txBody>
      </p:sp>
    </p:spTree>
    <p:extLst>
      <p:ext uri="{BB962C8B-B14F-4D97-AF65-F5344CB8AC3E}">
        <p14:creationId xmlns:p14="http://schemas.microsoft.com/office/powerpoint/2010/main" val="457918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8FF76-2691-4213-8D2C-004469ED9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3131" y="2463254"/>
            <a:ext cx="8625738" cy="1931492"/>
          </a:xfrm>
        </p:spPr>
        <p:txBody>
          <a:bodyPr>
            <a:noAutofit/>
          </a:bodyPr>
          <a:lstStyle/>
          <a:p>
            <a:r>
              <a:rPr lang="es-ES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Oh </a:t>
            </a:r>
            <a:r>
              <a:rPr lang="es-ES" sz="48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Oh</a:t>
            </a:r>
            <a:r>
              <a:rPr lang="es-ES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 </a:t>
            </a:r>
            <a:r>
              <a:rPr lang="es-ES" sz="48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Oh</a:t>
            </a:r>
            <a:br>
              <a:rPr lang="es-CO" sz="1600" dirty="0">
                <a:effectLst/>
                <a:latin typeface="Arial MT"/>
                <a:ea typeface="Arial MT"/>
                <a:cs typeface="Arial MT"/>
              </a:rPr>
            </a:b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3D2080-B8F9-4827-92AD-46F7DC6C40EA}"/>
              </a:ext>
            </a:extLst>
          </p:cNvPr>
          <p:cNvSpPr txBox="1"/>
          <p:nvPr/>
        </p:nvSpPr>
        <p:spPr>
          <a:xfrm>
            <a:off x="7064189" y="281709"/>
            <a:ext cx="437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Labremos nuestra casa</a:t>
            </a:r>
          </a:p>
        </p:txBody>
      </p:sp>
    </p:spTree>
    <p:extLst>
      <p:ext uri="{BB962C8B-B14F-4D97-AF65-F5344CB8AC3E}">
        <p14:creationId xmlns:p14="http://schemas.microsoft.com/office/powerpoint/2010/main" val="1830753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8FF76-2691-4213-8D2C-004469ED9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836" y="1039905"/>
            <a:ext cx="10310258" cy="1623092"/>
          </a:xfrm>
        </p:spPr>
        <p:txBody>
          <a:bodyPr>
            <a:noAutofit/>
          </a:bodyPr>
          <a:lstStyle/>
          <a:p>
            <a:pPr marL="63500" algn="l">
              <a:lnSpc>
                <a:spcPct val="100000"/>
              </a:lnSpc>
            </a:pPr>
            <a:r>
              <a:rPr lang="es-ES" sz="5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/Compartamos el amor de Dios</a:t>
            </a:r>
            <a:br>
              <a:rPr lang="es-CO" sz="5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</a:br>
            <a:r>
              <a:rPr lang="es-ES" sz="5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Lucida Sans Unicode" panose="020B0602030504020204" pitchFamily="34" charset="0"/>
              </a:rPr>
              <a:t>Labremos nuestra casa</a:t>
            </a:r>
            <a:endParaRPr lang="es-CO" sz="5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3D2080-B8F9-4827-92AD-46F7DC6C40EA}"/>
              </a:ext>
            </a:extLst>
          </p:cNvPr>
          <p:cNvSpPr txBox="1"/>
          <p:nvPr/>
        </p:nvSpPr>
        <p:spPr>
          <a:xfrm>
            <a:off x="7064189" y="281709"/>
            <a:ext cx="437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Labremos nuestra casa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78EC39E-640F-4896-950F-9BB72D7CC2B8}"/>
              </a:ext>
            </a:extLst>
          </p:cNvPr>
          <p:cNvSpPr txBox="1"/>
          <p:nvPr/>
        </p:nvSpPr>
        <p:spPr>
          <a:xfrm>
            <a:off x="2545977" y="3952957"/>
            <a:ext cx="903642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5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Lucida Sans Unicode" panose="020B0602030504020204" pitchFamily="34" charset="0"/>
              </a:rPr>
              <a:t>Trabajemos en familia</a:t>
            </a:r>
            <a:br>
              <a:rPr lang="es-CO" sz="5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Lucida Sans Unicode" panose="020B0602030504020204" pitchFamily="34" charset="0"/>
              </a:rPr>
            </a:br>
            <a:r>
              <a:rPr lang="es-ES" sz="5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Lucida Sans Unicode" panose="020B0602030504020204" pitchFamily="34" charset="0"/>
              </a:rPr>
              <a:t>Plantemos hoy la salvación/ </a:t>
            </a:r>
            <a:endParaRPr lang="es-MX" sz="5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+mj-ea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260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03D2080-B8F9-4827-92AD-46F7DC6C40EA}"/>
              </a:ext>
            </a:extLst>
          </p:cNvPr>
          <p:cNvSpPr txBox="1"/>
          <p:nvPr/>
        </p:nvSpPr>
        <p:spPr>
          <a:xfrm>
            <a:off x="7064189" y="281709"/>
            <a:ext cx="437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Labremos nuestra casa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78EC39E-640F-4896-950F-9BB72D7CC2B8}"/>
              </a:ext>
            </a:extLst>
          </p:cNvPr>
          <p:cNvSpPr txBox="1"/>
          <p:nvPr/>
        </p:nvSpPr>
        <p:spPr>
          <a:xfrm>
            <a:off x="1389530" y="2274838"/>
            <a:ext cx="90364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Lucida Sans Unicode" panose="020B0602030504020204" pitchFamily="34" charset="0"/>
              </a:rPr>
              <a:t>//Plantemos hoy</a:t>
            </a:r>
          </a:p>
          <a:p>
            <a:pPr algn="ctr"/>
            <a:r>
              <a:rPr lang="es-ES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Lucida Sans Unicode" panose="020B0602030504020204" pitchFamily="34" charset="0"/>
              </a:rPr>
              <a:t> la salvación//</a:t>
            </a:r>
            <a:endParaRPr lang="es-MX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+mj-ea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3689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186</Words>
  <Application>Microsoft Office PowerPoint</Application>
  <PresentationFormat>Panorámica</PresentationFormat>
  <Paragraphs>29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Arial MT</vt:lpstr>
      <vt:lpstr>Arial Rounded MT Bold</vt:lpstr>
      <vt:lpstr>Calibri</vt:lpstr>
      <vt:lpstr>Calibri Light</vt:lpstr>
      <vt:lpstr>Tema de Office</vt:lpstr>
      <vt:lpstr>Me pregunto cómo fue  Que llegaste a amarnos tú mi buen Señor        </vt:lpstr>
      <vt:lpstr>Tu amor en la cruz     mostró     Algo incomparable                    </vt:lpstr>
      <vt:lpstr>Debo proclamarlo hoy  A este mundo sin amor sin esperanza</vt:lpstr>
      <vt:lpstr>Edifiquemos juntos hoy  Un hogar para Dios               </vt:lpstr>
      <vt:lpstr>Oh Oh Oh </vt:lpstr>
      <vt:lpstr>Compartamos el amor de Dios Labremos nuestra casa</vt:lpstr>
      <vt:lpstr>Aunque habrá dificultad  Seguiremos juntos en esta batalla                  </vt:lpstr>
      <vt:lpstr>Publiquemos su verdad  Sin temor al mundo</vt:lpstr>
      <vt:lpstr>Tu palabra es salvación  Mi refugio firme en tiempos de tormenta                  </vt:lpstr>
      <vt:lpstr>Esforcémonos en él  Descansando en su poder</vt:lpstr>
      <vt:lpstr>Oh Oh Oh </vt:lpstr>
      <vt:lpstr>/Compartamos el amor de Dios Labremos nuestra casa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 estar en la presencia de tu divinidad                    Y al contemplar la hermosura de tu santidad</dc:title>
  <dc:creator>wilmar cañon</dc:creator>
  <cp:lastModifiedBy>Camilo Ruiz Niño</cp:lastModifiedBy>
  <cp:revision>22</cp:revision>
  <dcterms:created xsi:type="dcterms:W3CDTF">2020-04-05T19:46:33Z</dcterms:created>
  <dcterms:modified xsi:type="dcterms:W3CDTF">2024-09-29T03:27:38Z</dcterms:modified>
</cp:coreProperties>
</file>