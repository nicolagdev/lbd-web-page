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686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853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936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177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6551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1289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733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707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618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686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204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B4478-3EFE-4DA8-97E3-885AFDD456B5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F09FE-E3B3-4B24-BA46-B7688CBCB6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59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934" y="2321615"/>
            <a:ext cx="8796131" cy="1790700"/>
          </a:xfrm>
        </p:spPr>
        <p:txBody>
          <a:bodyPr>
            <a:noAutofit/>
          </a:bodyPr>
          <a:lstStyle/>
          <a:p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Si en verdad </a:t>
            </a: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rPr>
              <a:t>TE AMO </a:t>
            </a: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sé</a:t>
            </a:r>
            <a:b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rPr>
            </a:b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rPr>
              <a:t>Que estoy dispuesto a cambiar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7EC5E6-1B8A-4652-A5F3-7578BC5E6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02626" y="106018"/>
            <a:ext cx="3041374" cy="349784"/>
          </a:xfrm>
        </p:spPr>
        <p:txBody>
          <a:bodyPr>
            <a:noAutofit/>
          </a:bodyPr>
          <a:lstStyle/>
          <a:p>
            <a:r>
              <a:rPr lang="es-CO" sz="2800" b="1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</a:p>
        </p:txBody>
      </p:sp>
    </p:spTree>
    <p:extLst>
      <p:ext uri="{BB962C8B-B14F-4D97-AF65-F5344CB8AC3E}">
        <p14:creationId xmlns:p14="http://schemas.microsoft.com/office/powerpoint/2010/main" val="1452773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054" y="2638008"/>
            <a:ext cx="7579895" cy="1790700"/>
          </a:xfrm>
        </p:spPr>
        <p:txBody>
          <a:bodyPr>
            <a:noAutofit/>
          </a:bodyPr>
          <a:lstStyle/>
          <a:p>
            <a:br>
              <a:rPr lang="es-CO" dirty="0"/>
            </a:br>
            <a:br>
              <a:rPr lang="es-CO" dirty="0"/>
            </a:br>
            <a:r>
              <a:rPr lang="es-ES" b="1" dirty="0"/>
              <a:t> </a:t>
            </a:r>
            <a:br>
              <a:rPr lang="es-CO" dirty="0"/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Todo lo que en mi vida sé</a:t>
            </a:r>
            <a:br>
              <a:rPr lang="es-CO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está mal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39F2852C-CF8E-4791-AF40-E76D70E51BBE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64684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504" y="2329771"/>
            <a:ext cx="7864991" cy="2503264"/>
          </a:xfrm>
        </p:spPr>
        <p:txBody>
          <a:bodyPr>
            <a:noAutofit/>
          </a:bodyPr>
          <a:lstStyle/>
          <a:p>
            <a:br>
              <a:rPr lang="es-CO" dirty="0"/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Sin fachadas sin disfraces</a:t>
            </a:r>
            <a:br>
              <a:rPr lang="es-CO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SIN DISIMULAR</a:t>
            </a:r>
            <a:br>
              <a:rPr lang="es-CO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00BAFF4-0815-4390-97B3-853EA97D9E67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1798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582" y="2177368"/>
            <a:ext cx="8388626" cy="2503264"/>
          </a:xfrm>
        </p:spPr>
        <p:txBody>
          <a:bodyPr>
            <a:noAutofit/>
          </a:bodyPr>
          <a:lstStyle/>
          <a:p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Guiado por tu PALABRA</a:t>
            </a:r>
            <a:b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Siempre quiero andar</a:t>
            </a:r>
            <a:b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F607AD8-C173-4392-9EE4-6B6EB352BD7E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80485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878" y="2575893"/>
            <a:ext cx="6818244" cy="1997765"/>
          </a:xfrm>
        </p:spPr>
        <p:txBody>
          <a:bodyPr>
            <a:noAutofit/>
          </a:bodyPr>
          <a:lstStyle/>
          <a:p>
            <a:br>
              <a:rPr lang="es-CO" dirty="0"/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Basta ya de fingir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Quiero llegar a ti</a:t>
            </a:r>
            <a:b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BE751E1-564C-4CBE-865C-984BC6AD0961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515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817" y="1156999"/>
            <a:ext cx="5353879" cy="2503264"/>
          </a:xfrm>
        </p:spPr>
        <p:txBody>
          <a:bodyPr>
            <a:noAutofit/>
          </a:bodyPr>
          <a:lstStyle/>
          <a:p>
            <a:pPr algn="l"/>
            <a:br>
              <a:rPr lang="es-CO" dirty="0"/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mi rostro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descubierto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4C0635B3-A267-421D-B78D-4F74FA35B18D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36392B9-7F1E-4E0A-9BF5-781EAADCB95D}"/>
              </a:ext>
            </a:extLst>
          </p:cNvPr>
          <p:cNvSpPr txBox="1">
            <a:spLocks/>
          </p:cNvSpPr>
          <p:nvPr/>
        </p:nvSpPr>
        <p:spPr>
          <a:xfrm>
            <a:off x="99391" y="2177368"/>
            <a:ext cx="8633792" cy="2503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CO" dirty="0"/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Es lo que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rPr>
              <a:t>TÚ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quieres de mí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5930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25457"/>
            <a:ext cx="9144000" cy="2503264"/>
          </a:xfrm>
        </p:spPr>
        <p:txBody>
          <a:bodyPr>
            <a:noAutofit/>
          </a:bodyPr>
          <a:lstStyle/>
          <a:p>
            <a:br>
              <a:rPr lang="es-CO" dirty="0"/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Quiero mostrar a JESUCRISTO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Vivir siempre en tu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VERDAD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3E90AF9-4985-46DA-9660-6FFAD08BB51F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1303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88499"/>
            <a:ext cx="9144000" cy="2503264"/>
          </a:xfrm>
        </p:spPr>
        <p:txBody>
          <a:bodyPr>
            <a:noAutofit/>
          </a:bodyPr>
          <a:lstStyle/>
          <a:p>
            <a:br>
              <a:rPr lang="es-CO" dirty="0"/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Quiero que tomes TÚ mi vida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Quiero que la uses ya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4BBC4B17-C16F-4937-AEC3-C01932B8A786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8865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4375" y="1663154"/>
            <a:ext cx="7035249" cy="2503264"/>
          </a:xfrm>
        </p:spPr>
        <p:txBody>
          <a:bodyPr>
            <a:noAutofit/>
          </a:bodyPr>
          <a:lstStyle/>
          <a:p>
            <a:br>
              <a:rPr lang="es-CO" dirty="0"/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Quiero dejar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rendida a ti toda mi vida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451C101E-7291-4BC9-8CF0-6C03FB0172DA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63794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2376767"/>
            <a:ext cx="8001000" cy="2503264"/>
          </a:xfrm>
        </p:spPr>
        <p:txBody>
          <a:bodyPr>
            <a:noAutofit/>
          </a:bodyPr>
          <a:lstStyle/>
          <a:p>
            <a:br>
              <a:rPr lang="es-CO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presentarme a ti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SEÑOR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Con la cara limpia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1B41E525-15C2-4E09-8EEA-355D13792622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51863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878" y="2430117"/>
            <a:ext cx="6818244" cy="1997765"/>
          </a:xfrm>
        </p:spPr>
        <p:txBody>
          <a:bodyPr>
            <a:noAutofit/>
          </a:bodyPr>
          <a:lstStyle/>
          <a:p>
            <a:br>
              <a:rPr lang="es-CO" dirty="0"/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Basta ya de fingir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Quiero llegar a ti</a:t>
            </a:r>
            <a:b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B7E89EC2-1D95-4744-A2C6-340FC658142F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52872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04" y="2177368"/>
            <a:ext cx="8083391" cy="2503264"/>
          </a:xfrm>
        </p:spPr>
        <p:txBody>
          <a:bodyPr>
            <a:noAutofit/>
          </a:bodyPr>
          <a:lstStyle/>
          <a:p>
            <a:br>
              <a:rPr lang="es-CO" dirty="0"/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mi rostro descubierto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Es lo que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rPr>
              <a:t>TÚ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 quieres de mí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40668B56-A13A-4424-8980-4403848B685E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58180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878" y="2430117"/>
            <a:ext cx="6818244" cy="1997765"/>
          </a:xfrm>
        </p:spPr>
        <p:txBody>
          <a:bodyPr>
            <a:noAutofit/>
          </a:bodyPr>
          <a:lstStyle/>
          <a:p>
            <a:br>
              <a:rPr lang="es-CO" dirty="0"/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Basta ya de fingir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Quiero llegar a ti</a:t>
            </a:r>
            <a:br>
              <a:rPr lang="es-ES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C61EB19A-CF6B-4D8B-92CC-AD1FFF35B7C2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52143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F470-9B4C-4E14-969D-1AA3CE729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04" y="2790330"/>
            <a:ext cx="8083391" cy="2503264"/>
          </a:xfrm>
        </p:spPr>
        <p:txBody>
          <a:bodyPr>
            <a:noAutofit/>
          </a:bodyPr>
          <a:lstStyle/>
          <a:p>
            <a:br>
              <a:rPr lang="es-CO" dirty="0"/>
            </a:b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mi rostro descubierto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Es lo que 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cs typeface="Aharoni" panose="02010803020104030203" pitchFamily="2" charset="-79"/>
              </a:rPr>
              <a:t>TÚ</a:t>
            </a: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Kristen ITC" panose="03050502040202030202" pitchFamily="66" charset="0"/>
                <a:cs typeface="Aharoni" panose="02010803020104030203" pitchFamily="2" charset="-79"/>
              </a:rPr>
              <a:t> quieres de mí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50B96A19-68A1-4DD9-9E7D-97668CC49A2D}"/>
              </a:ext>
            </a:extLst>
          </p:cNvPr>
          <p:cNvSpPr txBox="1">
            <a:spLocks/>
          </p:cNvSpPr>
          <p:nvPr/>
        </p:nvSpPr>
        <p:spPr>
          <a:xfrm>
            <a:off x="6102626" y="106018"/>
            <a:ext cx="3041374" cy="349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800" b="1">
                <a:ln w="0"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  <a:cs typeface="Aharoni" panose="02010803020104030203" pitchFamily="2" charset="-79"/>
              </a:rPr>
              <a:t>SIN DISIMULAR</a:t>
            </a:r>
            <a:endParaRPr lang="es-CO" sz="2800" b="1" dirty="0">
              <a:ln w="0"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31136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351</TotalTime>
  <Words>218</Words>
  <Application>Microsoft Office PowerPoint</Application>
  <PresentationFormat>Presentación en pantalla (4:3)</PresentationFormat>
  <Paragraphs>29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Aharoni</vt:lpstr>
      <vt:lpstr>Arial</vt:lpstr>
      <vt:lpstr>Arial Rounded MT Bold</vt:lpstr>
      <vt:lpstr>Calibri</vt:lpstr>
      <vt:lpstr>Calibri Light</vt:lpstr>
      <vt:lpstr>Century Gothic</vt:lpstr>
      <vt:lpstr>Kristen ITC</vt:lpstr>
      <vt:lpstr>Tema de Office</vt:lpstr>
      <vt:lpstr>Si en verdad TE AMO sé Que estoy dispuesto a cambiar</vt:lpstr>
      <vt:lpstr>    Todo lo que en mi vida sé Que está mal</vt:lpstr>
      <vt:lpstr> Sin fachadas sin disfraces SIN DISIMULAR </vt:lpstr>
      <vt:lpstr>Guiado por tu PALABRA Siempre quiero andar </vt:lpstr>
      <vt:lpstr> Basta ya de fingir Quiero llegar a ti </vt:lpstr>
      <vt:lpstr>  Con mi rostro  descubierto   </vt:lpstr>
      <vt:lpstr>  Quiero mostrar a JESUCRISTO  Vivir siempre en tu VERDAD    </vt:lpstr>
      <vt:lpstr>      Quiero que tomes TÚ mi vida Quiero que la uses ya </vt:lpstr>
      <vt:lpstr>      Quiero dejar  rendida a ti toda mi vida</vt:lpstr>
      <vt:lpstr>       Y presentarme a ti SEÑOR  Con la cara limpia </vt:lpstr>
      <vt:lpstr> Basta ya de fingir Quiero llegar a ti </vt:lpstr>
      <vt:lpstr>  Con mi rostro descubierto   Es lo que TÚ quieres de mí</vt:lpstr>
      <vt:lpstr> Basta ya de fingir Quiero llegar a ti </vt:lpstr>
      <vt:lpstr>  Con mi rostro descubierto   Es lo que TÚ quieres de mí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 en verdad TE AMO sé              que estoy dispuesto a cambiar</dc:title>
  <dc:creator>wilmar cañon</dc:creator>
  <cp:lastModifiedBy>Familia Cañon Peña</cp:lastModifiedBy>
  <cp:revision>18</cp:revision>
  <dcterms:created xsi:type="dcterms:W3CDTF">2020-04-19T22:47:44Z</dcterms:created>
  <dcterms:modified xsi:type="dcterms:W3CDTF">2021-07-27T04:17:48Z</dcterms:modified>
</cp:coreProperties>
</file>