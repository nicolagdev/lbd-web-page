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0" r:id="rId4"/>
    <p:sldId id="271" r:id="rId5"/>
    <p:sldId id="262" r:id="rId6"/>
    <p:sldId id="266" r:id="rId7"/>
    <p:sldId id="267" r:id="rId8"/>
    <p:sldId id="272" r:id="rId9"/>
    <p:sldId id="273" r:id="rId10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382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03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041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841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926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886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44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0215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526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495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191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9F641-7F59-4DF0-BC06-478874031579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19AC1-BA5A-4B26-B6C0-5C4221D1AD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02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87524" y="1412776"/>
            <a:ext cx="8568952" cy="2268252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todo a Cristo</a:t>
            </a:r>
          </a:p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que soy</a:t>
            </a:r>
          </a:p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quiero ser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1E7BBC2-E83E-4D8A-BB8C-1FE9E006D2CB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34994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87524" y="1173433"/>
            <a:ext cx="8568952" cy="226825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todo a Cristo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que soy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quiero ser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2D5B5B-6472-4687-91B7-C8A6B2E2736D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128389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289048" y="1412776"/>
            <a:ext cx="9433048" cy="226825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tus pies entrego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Todas mis esperanzas y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deseos mi Señor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3CB2D7-5CCA-4963-B571-83157634C901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4218406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289048" y="1412776"/>
            <a:ext cx="9433048" cy="226825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tus pies entrego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Todas mis esperanzas y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deseos mi Señor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3CB2D7-5CCA-4963-B571-83157634C901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93141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45586" y="1735713"/>
            <a:ext cx="7974378" cy="1674186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/Pues en tu voluntad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Encuentro LIBERTAD/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0059B9-F299-4CFF-9FA7-552806FD63E0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2479113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87524" y="1340768"/>
            <a:ext cx="8568952" cy="226825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todo a Cristo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que soy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quiero ser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140E25-2F36-4DC9-88CC-07C531616990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286491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713599" y="1628800"/>
            <a:ext cx="8061801" cy="2268252"/>
          </a:xfrm>
        </p:spPr>
        <p:txBody>
          <a:bodyPr>
            <a:noAutofit/>
          </a:bodyPr>
          <a:lstStyle/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tus pies entrego </a:t>
            </a:r>
          </a:p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Todas mis esperanzas y </a:t>
            </a:r>
          </a:p>
          <a:p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deseos mi Señor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6AC60D-764C-4288-91D8-5648A620EE77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311817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45586" y="1735713"/>
            <a:ext cx="7974378" cy="1674186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/Pues en tu voluntad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Encuentro LIBERTAD/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0059B9-F299-4CFF-9FA7-552806FD63E0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306435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87524" y="1340768"/>
            <a:ext cx="8568952" cy="2268252"/>
          </a:xfrm>
        </p:spPr>
        <p:txBody>
          <a:bodyPr>
            <a:no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Cristo todo a Cristo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 lo que soy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quiero ser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140E25-2F36-4DC9-88CC-07C531616990}"/>
              </a:ext>
            </a:extLst>
          </p:cNvPr>
          <p:cNvSpPr txBox="1"/>
          <p:nvPr/>
        </p:nvSpPr>
        <p:spPr>
          <a:xfrm>
            <a:off x="4744500" y="188640"/>
            <a:ext cx="4374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TODO A CRISTO</a:t>
            </a:r>
          </a:p>
        </p:txBody>
      </p:sp>
    </p:spTree>
    <p:extLst>
      <p:ext uri="{BB962C8B-B14F-4D97-AF65-F5344CB8AC3E}">
        <p14:creationId xmlns:p14="http://schemas.microsoft.com/office/powerpoint/2010/main" val="2703192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130</Words>
  <Application>Microsoft Office PowerPoint</Application>
  <PresentationFormat>Presentación en pantalla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a Cristo</dc:title>
  <dc:creator>Natalia M</dc:creator>
  <cp:lastModifiedBy>Familia Cañon Peña</cp:lastModifiedBy>
  <cp:revision>40</cp:revision>
  <dcterms:created xsi:type="dcterms:W3CDTF">2020-08-04T22:43:28Z</dcterms:created>
  <dcterms:modified xsi:type="dcterms:W3CDTF">2021-07-27T04:32:35Z</dcterms:modified>
</cp:coreProperties>
</file>