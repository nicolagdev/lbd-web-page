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9" r:id="rId3"/>
    <p:sldId id="258" r:id="rId4"/>
    <p:sldId id="265" r:id="rId5"/>
    <p:sldId id="266" r:id="rId6"/>
    <p:sldId id="270" r:id="rId7"/>
    <p:sldId id="262" r:id="rId8"/>
    <p:sldId id="267" r:id="rId9"/>
    <p:sldId id="268" r:id="rId10"/>
    <p:sldId id="271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13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89205-98E2-432B-8FE3-2E5DB62F84FC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966B3-1304-494C-9279-56FA37C8C8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14541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89205-98E2-432B-8FE3-2E5DB62F84FC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966B3-1304-494C-9279-56FA37C8C8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79251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89205-98E2-432B-8FE3-2E5DB62F84FC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966B3-1304-494C-9279-56FA37C8C8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02973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89205-98E2-432B-8FE3-2E5DB62F84FC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966B3-1304-494C-9279-56FA37C8C8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69170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89205-98E2-432B-8FE3-2E5DB62F84FC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966B3-1304-494C-9279-56FA37C8C8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62046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89205-98E2-432B-8FE3-2E5DB62F84FC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966B3-1304-494C-9279-56FA37C8C8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07988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89205-98E2-432B-8FE3-2E5DB62F84FC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966B3-1304-494C-9279-56FA37C8C8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140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89205-98E2-432B-8FE3-2E5DB62F84FC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966B3-1304-494C-9279-56FA37C8C8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90300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89205-98E2-432B-8FE3-2E5DB62F84FC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966B3-1304-494C-9279-56FA37C8C8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69988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89205-98E2-432B-8FE3-2E5DB62F84FC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966B3-1304-494C-9279-56FA37C8C8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04415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89205-98E2-432B-8FE3-2E5DB62F84FC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966B3-1304-494C-9279-56FA37C8C8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3893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689205-98E2-432B-8FE3-2E5DB62F84FC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0966B3-1304-494C-9279-56FA37C8C8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43631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3">
            <a:extLst>
              <a:ext uri="{FF2B5EF4-FFF2-40B4-BE49-F238E27FC236}">
                <a16:creationId xmlns:a16="http://schemas.microsoft.com/office/drawing/2014/main" id="{3C3FA92C-8CEA-4DA0-84EC-2FCE2BD510CB}"/>
              </a:ext>
            </a:extLst>
          </p:cNvPr>
          <p:cNvSpPr txBox="1"/>
          <p:nvPr/>
        </p:nvSpPr>
        <p:spPr>
          <a:xfrm>
            <a:off x="5148470" y="221147"/>
            <a:ext cx="38762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SOY EL CAMINO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34C54E1-C7C9-4249-8F01-D5E77DF30C62}"/>
              </a:ext>
            </a:extLst>
          </p:cNvPr>
          <p:cNvSpPr txBox="1"/>
          <p:nvPr/>
        </p:nvSpPr>
        <p:spPr>
          <a:xfrm>
            <a:off x="487017" y="936010"/>
            <a:ext cx="8169965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Soy el </a:t>
            </a: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camino</a:t>
            </a: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 la </a:t>
            </a: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vida</a:t>
            </a: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</a:p>
          <a:p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y la </a:t>
            </a: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verdad</a:t>
            </a:r>
            <a:endParaRPr lang="es-MX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</a:endParaRPr>
          </a:p>
          <a:p>
            <a:pPr algn="r"/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Nadie viene a </a:t>
            </a:r>
          </a:p>
          <a:p>
            <a:pPr algn="r"/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Dios sino por mí</a:t>
            </a:r>
            <a:endParaRPr lang="es-MX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</a:endParaRPr>
          </a:p>
          <a:p>
            <a:pPr algn="ctr"/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1102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3">
            <a:extLst>
              <a:ext uri="{FF2B5EF4-FFF2-40B4-BE49-F238E27FC236}">
                <a16:creationId xmlns:a16="http://schemas.microsoft.com/office/drawing/2014/main" id="{3C3FA92C-8CEA-4DA0-84EC-2FCE2BD510CB}"/>
              </a:ext>
            </a:extLst>
          </p:cNvPr>
          <p:cNvSpPr txBox="1"/>
          <p:nvPr/>
        </p:nvSpPr>
        <p:spPr>
          <a:xfrm>
            <a:off x="5148470" y="221147"/>
            <a:ext cx="38762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SOY EL CAMINO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34C54E1-C7C9-4249-8F01-D5E77DF30C62}"/>
              </a:ext>
            </a:extLst>
          </p:cNvPr>
          <p:cNvSpPr txBox="1"/>
          <p:nvPr/>
        </p:nvSpPr>
        <p:spPr>
          <a:xfrm>
            <a:off x="487017" y="936010"/>
            <a:ext cx="8169965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Soy el </a:t>
            </a: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camino</a:t>
            </a: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 la </a:t>
            </a: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vida</a:t>
            </a: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</a:p>
          <a:p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y la </a:t>
            </a: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verdad</a:t>
            </a:r>
            <a:endParaRPr lang="es-MX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</a:endParaRPr>
          </a:p>
          <a:p>
            <a:pPr algn="r"/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Nadie viene a </a:t>
            </a:r>
          </a:p>
          <a:p>
            <a:pPr algn="r"/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Dios sino por mí</a:t>
            </a:r>
            <a:endParaRPr lang="es-MX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</a:endParaRPr>
          </a:p>
          <a:p>
            <a:pPr algn="ctr"/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893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034C54E1-C7C9-4249-8F01-D5E77DF30C62}"/>
              </a:ext>
            </a:extLst>
          </p:cNvPr>
          <p:cNvSpPr txBox="1"/>
          <p:nvPr/>
        </p:nvSpPr>
        <p:spPr>
          <a:xfrm>
            <a:off x="-140806" y="1443841"/>
            <a:ext cx="942561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Yo soy  Yo soy</a:t>
            </a:r>
          </a:p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Soy el camino a Dios</a:t>
            </a:r>
          </a:p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Y a la eternidad</a:t>
            </a:r>
          </a:p>
          <a:p>
            <a:pPr algn="ctr"/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uadroTexto 3">
            <a:extLst>
              <a:ext uri="{FF2B5EF4-FFF2-40B4-BE49-F238E27FC236}">
                <a16:creationId xmlns:a16="http://schemas.microsoft.com/office/drawing/2014/main" id="{6C247F35-0BCD-4B44-A77E-8D77A0789446}"/>
              </a:ext>
            </a:extLst>
          </p:cNvPr>
          <p:cNvSpPr txBox="1"/>
          <p:nvPr/>
        </p:nvSpPr>
        <p:spPr>
          <a:xfrm>
            <a:off x="5148470" y="221147"/>
            <a:ext cx="38762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SOY EL CAMINO</a:t>
            </a:r>
          </a:p>
        </p:txBody>
      </p:sp>
    </p:spTree>
    <p:extLst>
      <p:ext uri="{BB962C8B-B14F-4D97-AF65-F5344CB8AC3E}">
        <p14:creationId xmlns:p14="http://schemas.microsoft.com/office/powerpoint/2010/main" val="1306050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E5934A5-5D9B-4065-9B27-FEC90FD1EE74}"/>
              </a:ext>
            </a:extLst>
          </p:cNvPr>
          <p:cNvSpPr txBox="1"/>
          <p:nvPr/>
        </p:nvSpPr>
        <p:spPr>
          <a:xfrm>
            <a:off x="627200" y="1688358"/>
            <a:ext cx="788959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De vida y de verdad</a:t>
            </a:r>
          </a:p>
          <a:p>
            <a:pPr algn="ctr"/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Camino justo y fiel</a:t>
            </a:r>
          </a:p>
          <a:p>
            <a:pPr algn="ctr"/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uadroTexto 3">
            <a:extLst>
              <a:ext uri="{FF2B5EF4-FFF2-40B4-BE49-F238E27FC236}">
                <a16:creationId xmlns:a16="http://schemas.microsoft.com/office/drawing/2014/main" id="{6C247F35-0BCD-4B44-A77E-8D77A0789446}"/>
              </a:ext>
            </a:extLst>
          </p:cNvPr>
          <p:cNvSpPr txBox="1"/>
          <p:nvPr/>
        </p:nvSpPr>
        <p:spPr>
          <a:xfrm>
            <a:off x="5148470" y="221147"/>
            <a:ext cx="38762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SOY EL CAMINO</a:t>
            </a:r>
          </a:p>
        </p:txBody>
      </p:sp>
    </p:spTree>
    <p:extLst>
      <p:ext uri="{BB962C8B-B14F-4D97-AF65-F5344CB8AC3E}">
        <p14:creationId xmlns:p14="http://schemas.microsoft.com/office/powerpoint/2010/main" val="4082163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3">
            <a:extLst>
              <a:ext uri="{FF2B5EF4-FFF2-40B4-BE49-F238E27FC236}">
                <a16:creationId xmlns:a16="http://schemas.microsoft.com/office/drawing/2014/main" id="{3C3FA92C-8CEA-4DA0-84EC-2FCE2BD510CB}"/>
              </a:ext>
            </a:extLst>
          </p:cNvPr>
          <p:cNvSpPr txBox="1"/>
          <p:nvPr/>
        </p:nvSpPr>
        <p:spPr>
          <a:xfrm>
            <a:off x="5148470" y="221147"/>
            <a:ext cx="38762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SOY EL CAMINO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34C54E1-C7C9-4249-8F01-D5E77DF30C62}"/>
              </a:ext>
            </a:extLst>
          </p:cNvPr>
          <p:cNvSpPr txBox="1"/>
          <p:nvPr/>
        </p:nvSpPr>
        <p:spPr>
          <a:xfrm>
            <a:off x="487017" y="936010"/>
            <a:ext cx="8169965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Soy el </a:t>
            </a: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camino</a:t>
            </a: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 la </a:t>
            </a: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vida</a:t>
            </a: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</a:p>
          <a:p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y la </a:t>
            </a: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verdad</a:t>
            </a:r>
            <a:endParaRPr lang="es-MX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</a:endParaRPr>
          </a:p>
          <a:p>
            <a:pPr algn="r"/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Nadie viene a </a:t>
            </a:r>
          </a:p>
          <a:p>
            <a:pPr algn="r"/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Dios sino por mí</a:t>
            </a:r>
            <a:endParaRPr lang="es-MX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</a:endParaRPr>
          </a:p>
          <a:p>
            <a:pPr algn="ctr"/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6218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3">
            <a:extLst>
              <a:ext uri="{FF2B5EF4-FFF2-40B4-BE49-F238E27FC236}">
                <a16:creationId xmlns:a16="http://schemas.microsoft.com/office/drawing/2014/main" id="{3C3FA92C-8CEA-4DA0-84EC-2FCE2BD510CB}"/>
              </a:ext>
            </a:extLst>
          </p:cNvPr>
          <p:cNvSpPr txBox="1"/>
          <p:nvPr/>
        </p:nvSpPr>
        <p:spPr>
          <a:xfrm>
            <a:off x="5148470" y="221147"/>
            <a:ext cx="38762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SOY EL CAMINO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34C54E1-C7C9-4249-8F01-D5E77DF30C62}"/>
              </a:ext>
            </a:extLst>
          </p:cNvPr>
          <p:cNvSpPr txBox="1"/>
          <p:nvPr/>
        </p:nvSpPr>
        <p:spPr>
          <a:xfrm>
            <a:off x="487017" y="936010"/>
            <a:ext cx="8169965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Soy el </a:t>
            </a: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camino</a:t>
            </a: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 la </a:t>
            </a: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vida</a:t>
            </a: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</a:p>
          <a:p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y la </a:t>
            </a: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verdad</a:t>
            </a:r>
            <a:endParaRPr lang="es-MX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</a:endParaRPr>
          </a:p>
          <a:p>
            <a:pPr algn="r"/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Nadie viene a </a:t>
            </a:r>
          </a:p>
          <a:p>
            <a:pPr algn="r"/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Dios sino por mí</a:t>
            </a:r>
            <a:endParaRPr lang="es-MX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</a:endParaRPr>
          </a:p>
          <a:p>
            <a:pPr algn="ctr"/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1581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034C54E1-C7C9-4249-8F01-D5E77DF30C62}"/>
              </a:ext>
            </a:extLst>
          </p:cNvPr>
          <p:cNvSpPr txBox="1"/>
          <p:nvPr/>
        </p:nvSpPr>
        <p:spPr>
          <a:xfrm>
            <a:off x="487017" y="1628507"/>
            <a:ext cx="816996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Yo soy  Yo soy</a:t>
            </a:r>
          </a:p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Soy el camino a Dios</a:t>
            </a:r>
          </a:p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Que da libertad</a:t>
            </a:r>
          </a:p>
          <a:p>
            <a:pPr algn="ctr"/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uadroTexto 3">
            <a:extLst>
              <a:ext uri="{FF2B5EF4-FFF2-40B4-BE49-F238E27FC236}">
                <a16:creationId xmlns:a16="http://schemas.microsoft.com/office/drawing/2014/main" id="{18A57289-E580-4DC2-8DF0-71FF9F29CEC2}"/>
              </a:ext>
            </a:extLst>
          </p:cNvPr>
          <p:cNvSpPr txBox="1"/>
          <p:nvPr/>
        </p:nvSpPr>
        <p:spPr>
          <a:xfrm>
            <a:off x="5148470" y="221147"/>
            <a:ext cx="38762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SOY EL CAMINO</a:t>
            </a:r>
          </a:p>
        </p:txBody>
      </p:sp>
    </p:spTree>
    <p:extLst>
      <p:ext uri="{BB962C8B-B14F-4D97-AF65-F5344CB8AC3E}">
        <p14:creationId xmlns:p14="http://schemas.microsoft.com/office/powerpoint/2010/main" val="2523060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E5934A5-5D9B-4065-9B27-FEC90FD1EE74}"/>
              </a:ext>
            </a:extLst>
          </p:cNvPr>
          <p:cNvSpPr txBox="1"/>
          <p:nvPr/>
        </p:nvSpPr>
        <p:spPr>
          <a:xfrm>
            <a:off x="1007164" y="1843950"/>
            <a:ext cx="712967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Y libertad tendrás</a:t>
            </a:r>
          </a:p>
          <a:p>
            <a:pPr algn="ctr"/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Cuando creas en mí</a:t>
            </a:r>
          </a:p>
          <a:p>
            <a:pPr algn="ctr"/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uadroTexto 3">
            <a:extLst>
              <a:ext uri="{FF2B5EF4-FFF2-40B4-BE49-F238E27FC236}">
                <a16:creationId xmlns:a16="http://schemas.microsoft.com/office/drawing/2014/main" id="{18A57289-E580-4DC2-8DF0-71FF9F29CEC2}"/>
              </a:ext>
            </a:extLst>
          </p:cNvPr>
          <p:cNvSpPr txBox="1"/>
          <p:nvPr/>
        </p:nvSpPr>
        <p:spPr>
          <a:xfrm>
            <a:off x="5148470" y="221147"/>
            <a:ext cx="38762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SOY EL CAMINO</a:t>
            </a:r>
          </a:p>
        </p:txBody>
      </p:sp>
    </p:spTree>
    <p:extLst>
      <p:ext uri="{BB962C8B-B14F-4D97-AF65-F5344CB8AC3E}">
        <p14:creationId xmlns:p14="http://schemas.microsoft.com/office/powerpoint/2010/main" val="2868004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3">
            <a:extLst>
              <a:ext uri="{FF2B5EF4-FFF2-40B4-BE49-F238E27FC236}">
                <a16:creationId xmlns:a16="http://schemas.microsoft.com/office/drawing/2014/main" id="{3C3FA92C-8CEA-4DA0-84EC-2FCE2BD510CB}"/>
              </a:ext>
            </a:extLst>
          </p:cNvPr>
          <p:cNvSpPr txBox="1"/>
          <p:nvPr/>
        </p:nvSpPr>
        <p:spPr>
          <a:xfrm>
            <a:off x="5148470" y="221147"/>
            <a:ext cx="38762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SOY EL CAMINO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34C54E1-C7C9-4249-8F01-D5E77DF30C62}"/>
              </a:ext>
            </a:extLst>
          </p:cNvPr>
          <p:cNvSpPr txBox="1"/>
          <p:nvPr/>
        </p:nvSpPr>
        <p:spPr>
          <a:xfrm>
            <a:off x="487017" y="936010"/>
            <a:ext cx="8169965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Soy el </a:t>
            </a: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camino</a:t>
            </a: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 la </a:t>
            </a: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vida</a:t>
            </a: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</a:p>
          <a:p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y la </a:t>
            </a: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verdad</a:t>
            </a:r>
            <a:endParaRPr lang="es-MX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</a:endParaRPr>
          </a:p>
          <a:p>
            <a:pPr algn="r"/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Nadie viene a </a:t>
            </a:r>
          </a:p>
          <a:p>
            <a:pPr algn="r"/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Dios sino </a:t>
            </a:r>
            <a:r>
              <a:rPr lang="es-MX" sz="5400" b="1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por mí</a:t>
            </a:r>
            <a:endParaRPr lang="es-MX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</a:endParaRPr>
          </a:p>
          <a:p>
            <a:pPr algn="ctr"/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3896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3">
            <a:extLst>
              <a:ext uri="{FF2B5EF4-FFF2-40B4-BE49-F238E27FC236}">
                <a16:creationId xmlns:a16="http://schemas.microsoft.com/office/drawing/2014/main" id="{3C3FA92C-8CEA-4DA0-84EC-2FCE2BD510CB}"/>
              </a:ext>
            </a:extLst>
          </p:cNvPr>
          <p:cNvSpPr txBox="1"/>
          <p:nvPr/>
        </p:nvSpPr>
        <p:spPr>
          <a:xfrm>
            <a:off x="5148470" y="221147"/>
            <a:ext cx="38762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SOY EL CAMINO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34C54E1-C7C9-4249-8F01-D5E77DF30C62}"/>
              </a:ext>
            </a:extLst>
          </p:cNvPr>
          <p:cNvSpPr txBox="1"/>
          <p:nvPr/>
        </p:nvSpPr>
        <p:spPr>
          <a:xfrm>
            <a:off x="487017" y="936010"/>
            <a:ext cx="8169965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Soy el </a:t>
            </a: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camino</a:t>
            </a: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 la </a:t>
            </a: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vida</a:t>
            </a: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</a:p>
          <a:p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y la </a:t>
            </a: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verdad</a:t>
            </a:r>
            <a:endParaRPr lang="es-MX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</a:endParaRPr>
          </a:p>
          <a:p>
            <a:pPr algn="r"/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Nadie viene a </a:t>
            </a:r>
          </a:p>
          <a:p>
            <a:pPr algn="r"/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rial Rounded MT Bold" panose="020F0704030504030204" pitchFamily="34" charset="0"/>
              </a:rPr>
              <a:t>Dios sino por mí</a:t>
            </a:r>
            <a:endParaRPr lang="es-MX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</a:endParaRPr>
          </a:p>
          <a:p>
            <a:pPr algn="ctr"/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50314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61</TotalTime>
  <Words>161</Words>
  <Application>Microsoft Office PowerPoint</Application>
  <PresentationFormat>Presentación en pantalla (4:3)</PresentationFormat>
  <Paragraphs>44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Arial</vt:lpstr>
      <vt:lpstr>Arial Rounded MT Bold</vt:lpstr>
      <vt:lpstr>Brush Script MT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wilmar cañon</dc:creator>
  <cp:lastModifiedBy>Familia Cañon Peña</cp:lastModifiedBy>
  <cp:revision>9</cp:revision>
  <dcterms:created xsi:type="dcterms:W3CDTF">2020-07-29T21:28:17Z</dcterms:created>
  <dcterms:modified xsi:type="dcterms:W3CDTF">2021-07-27T04:18:44Z</dcterms:modified>
</cp:coreProperties>
</file>