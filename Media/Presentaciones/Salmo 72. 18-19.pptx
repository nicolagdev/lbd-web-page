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59" r:id="rId5"/>
    <p:sldId id="271" r:id="rId6"/>
    <p:sldId id="260" r:id="rId7"/>
    <p:sldId id="267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836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509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0206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155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77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27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681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442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5187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797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866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0000"/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F7D0-9F76-4565-9700-E83EA441DC37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DD366-BDD9-43B4-B759-0C4E56FEF72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972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0" y="1844824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Bendito JEHOVÁ 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DIOS de Colombia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3233352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0" y="218686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s-MX" sz="72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Bendito JEHOVÁ </a:t>
            </a:r>
          </a:p>
          <a:p>
            <a:pPr algn="ctr" defTabSz="685800">
              <a:defRPr/>
            </a:pPr>
            <a:r>
              <a:rPr lang="es-MX" sz="72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DIOS de Colombia</a:t>
            </a:r>
            <a:endParaRPr lang="es-CO" sz="7200" b="1" dirty="0">
              <a:ln w="22225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5" name="1 Rectángulo">
            <a:extLst>
              <a:ext uri="{FF2B5EF4-FFF2-40B4-BE49-F238E27FC236}">
                <a16:creationId xmlns:a16="http://schemas.microsoft.com/office/drawing/2014/main" id="{F240F63C-AB71-458E-B863-1C329981D14E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204958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7083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/Que sólo hace maravillas/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9CBC2586-38D6-4453-ADD2-3601DA708A15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2592938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7083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Bendito su nombre 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para siempre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08F0498E-F68B-46B6-9914-5E44719F3054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119357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2504" y="2114550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Y la tierra sea llena 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de su gloria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44000F41-21EE-4738-89CE-6BC481AEBC74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1306138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2504" y="2114550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Amén </a:t>
            </a:r>
            <a:r>
              <a:rPr lang="es-MX" sz="7200" b="1" dirty="0" err="1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Amén</a:t>
            </a:r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 </a:t>
            </a:r>
          </a:p>
          <a:p>
            <a:pPr algn="ctr"/>
            <a:r>
              <a:rPr lang="es-MX" sz="72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Amén sí Amén</a:t>
            </a:r>
            <a:endParaRPr lang="es-CO" sz="72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44000F41-21EE-4738-89CE-6BC481AEBC74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1193575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35060" y="1772816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s-MX" sz="72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Bendito JEHOVÁ </a:t>
            </a:r>
          </a:p>
          <a:p>
            <a:pPr algn="ctr" defTabSz="685800">
              <a:defRPr/>
            </a:pPr>
            <a:r>
              <a:rPr lang="es-MX" sz="72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DIOS de Colombia</a:t>
            </a:r>
            <a:endParaRPr lang="es-CO" sz="7200" b="1" dirty="0">
              <a:ln w="22225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5" name="1 Rectángulo">
            <a:extLst>
              <a:ext uri="{FF2B5EF4-FFF2-40B4-BE49-F238E27FC236}">
                <a16:creationId xmlns:a16="http://schemas.microsoft.com/office/drawing/2014/main" id="{64CF4EEE-45A9-4B3B-8FCB-1F2723940B0C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380307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0" y="1916832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s-MX" sz="72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Bendito JEHOVÁ </a:t>
            </a:r>
          </a:p>
          <a:p>
            <a:pPr algn="ctr" defTabSz="685800">
              <a:defRPr/>
            </a:pPr>
            <a:r>
              <a:rPr lang="es-MX" sz="72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DIOS de Colombia</a:t>
            </a:r>
            <a:endParaRPr lang="es-CO" sz="7200" b="1" dirty="0">
              <a:ln w="22225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5" name="1 Rectángulo">
            <a:extLst>
              <a:ext uri="{FF2B5EF4-FFF2-40B4-BE49-F238E27FC236}">
                <a16:creationId xmlns:a16="http://schemas.microsoft.com/office/drawing/2014/main" id="{D1BB8831-3413-4A4E-84B9-E91F3AE4BE64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3986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7083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s-MX" sz="72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/Que sólo hace maravillas/</a:t>
            </a:r>
            <a:endParaRPr lang="es-CO" sz="7200" b="1" dirty="0">
              <a:ln w="22225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42F8DDF6-32A1-41FD-92CA-EE866CDD533D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2460429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970838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r>
              <a:rPr lang="es-MX" sz="66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/Bendito su nombre </a:t>
            </a:r>
          </a:p>
          <a:p>
            <a:pPr algn="ctr" defTabSz="685800">
              <a:defRPr/>
            </a:pPr>
            <a:r>
              <a:rPr lang="es-MX" sz="6600" b="1" dirty="0">
                <a:ln w="22225">
                  <a:solidFill>
                    <a:prstClr val="black"/>
                  </a:solidFill>
                  <a:prstDash val="solid"/>
                </a:ln>
                <a:solidFill>
                  <a:prstClr val="white"/>
                </a:solidFill>
                <a:latin typeface="Bahnschrift" panose="020B0502040204020203" pitchFamily="34" charset="0"/>
                <a:cs typeface="Aparajita" panose="020B0604020202020204" pitchFamily="34" charset="0"/>
              </a:rPr>
              <a:t>para siempre/</a:t>
            </a:r>
            <a:endParaRPr lang="es-CO" sz="6600" b="1" dirty="0">
              <a:ln w="22225">
                <a:solidFill>
                  <a:prstClr val="black"/>
                </a:solidFill>
                <a:prstDash val="solid"/>
              </a:ln>
              <a:solidFill>
                <a:prstClr val="white"/>
              </a:solidFill>
              <a:latin typeface="Bahnschrift" panose="020B0502040204020203" pitchFamily="34" charset="0"/>
              <a:cs typeface="Aparajita" panose="020B0604020202020204" pitchFamily="34" charset="0"/>
            </a:endParaRPr>
          </a:p>
        </p:txBody>
      </p:sp>
      <p:sp>
        <p:nvSpPr>
          <p:cNvPr id="4" name="1 Rectángulo">
            <a:extLst>
              <a:ext uri="{FF2B5EF4-FFF2-40B4-BE49-F238E27FC236}">
                <a16:creationId xmlns:a16="http://schemas.microsoft.com/office/drawing/2014/main" id="{BB5C8573-8526-4C8F-BC8E-557D2F71706A}"/>
              </a:ext>
            </a:extLst>
          </p:cNvPr>
          <p:cNvSpPr/>
          <p:nvPr/>
        </p:nvSpPr>
        <p:spPr>
          <a:xfrm>
            <a:off x="5508104" y="6093296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3200" b="1" dirty="0">
                <a:latin typeface="Arial Rounded MT Bold" panose="020F0704030504030204" pitchFamily="34" charset="0"/>
              </a:rPr>
              <a:t>SALMO 72:18-19</a:t>
            </a:r>
          </a:p>
        </p:txBody>
      </p:sp>
    </p:spTree>
    <p:extLst>
      <p:ext uri="{BB962C8B-B14F-4D97-AF65-F5344CB8AC3E}">
        <p14:creationId xmlns:p14="http://schemas.microsoft.com/office/powerpoint/2010/main" val="1197891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77</Words>
  <Application>Microsoft Office PowerPoint</Application>
  <PresentationFormat>Presentación en pantalla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Rounded MT Bold</vt:lpstr>
      <vt:lpstr>Bahnschrift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26</cp:revision>
  <dcterms:created xsi:type="dcterms:W3CDTF">2016-04-05T18:55:22Z</dcterms:created>
  <dcterms:modified xsi:type="dcterms:W3CDTF">2021-07-27T04:17:18Z</dcterms:modified>
</cp:coreProperties>
</file>