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57" r:id="rId5"/>
    <p:sldId id="258" r:id="rId6"/>
    <p:sldId id="259" r:id="rId7"/>
    <p:sldId id="260" r:id="rId8"/>
    <p:sldId id="285" r:id="rId9"/>
    <p:sldId id="261" r:id="rId10"/>
    <p:sldId id="277" r:id="rId11"/>
    <p:sldId id="278" r:id="rId12"/>
    <p:sldId id="264" r:id="rId13"/>
    <p:sldId id="286" r:id="rId14"/>
    <p:sldId id="265" r:id="rId15"/>
    <p:sldId id="279" r:id="rId16"/>
    <p:sldId id="280" r:id="rId17"/>
    <p:sldId id="281" r:id="rId18"/>
    <p:sldId id="282" r:id="rId19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4112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444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1101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436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788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750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746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167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0573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5468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327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7AAFA-A1F6-4BA9-ABDC-8BC8817F95A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93762-9C3B-4B33-A7C9-0D0A587F84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9417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ctrTitle"/>
          </p:nvPr>
        </p:nvSpPr>
        <p:spPr>
          <a:xfrm>
            <a:off x="5797860" y="188640"/>
            <a:ext cx="3346140" cy="630070"/>
          </a:xfrm>
        </p:spPr>
        <p:txBody>
          <a:bodyPr>
            <a:normAutofit/>
          </a:bodyPr>
          <a:lstStyle/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 dirty="0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-28353" y="1700808"/>
            <a:ext cx="9144000" cy="2052228"/>
          </a:xfrm>
        </p:spPr>
        <p:txBody>
          <a:bodyPr>
            <a:no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ley de JEHOVÁ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perfecta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0387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2060848"/>
            <a:ext cx="9144000" cy="2052228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convierte</a:t>
            </a:r>
          </a:p>
          <a:p>
            <a:r>
              <a:rPr lang="es-MX" sz="88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el alma</a:t>
            </a:r>
            <a:endParaRPr lang="es-CO" sz="88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7" name="5 Título">
            <a:extLst>
              <a:ext uri="{FF2B5EF4-FFF2-40B4-BE49-F238E27FC236}">
                <a16:creationId xmlns:a16="http://schemas.microsoft.com/office/drawing/2014/main" id="{38716DA1-3B61-4E25-8165-7C472BE4E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860" y="188640"/>
            <a:ext cx="3346140" cy="630070"/>
          </a:xfrm>
        </p:spPr>
        <p:txBody>
          <a:bodyPr>
            <a:normAutofit/>
          </a:bodyPr>
          <a:lstStyle/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 dirty="0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</a:p>
        </p:txBody>
      </p:sp>
    </p:spTree>
    <p:extLst>
      <p:ext uri="{BB962C8B-B14F-4D97-AF65-F5344CB8AC3E}">
        <p14:creationId xmlns:p14="http://schemas.microsoft.com/office/powerpoint/2010/main" val="3577296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testimonio de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JEHOVÁ es fiel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E8EA27D8-265B-4B8C-8765-D4402BAF3AD5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8549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hace sabio al sencillo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E8EA27D8-265B-4B8C-8765-D4402BAF3AD5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95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4515" y="1970838"/>
            <a:ext cx="9144000" cy="291632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Deseables son más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oro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Más que oro afinado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86314639-4CA2-4FF2-BEE5-97F839441731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178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72816"/>
            <a:ext cx="9144000" cy="291632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dulces más que miel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que la que destila del panal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F33CFC76-D698-4BC8-84B7-E3C30CD67E40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178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262" y="1970838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Los mandamientos de JEHOVÁ son rectos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CD5675B0-0246-47C8-BBC1-CF394E59C2D2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17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262" y="1970838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alegran el corazón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CD5675B0-0246-47C8-BBC1-CF394E59C2D2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697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925" y="2294874"/>
            <a:ext cx="9144000" cy="291632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precepto de Jehová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puro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alumbra los ojos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4EE2DB43-B233-4D00-A682-5D9518727061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17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844824"/>
            <a:ext cx="9144000" cy="291632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Deseables son más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oro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Más que oro afinado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C1F40C22-8F85-4C77-91BB-D5AA201B643A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488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91632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dulces más que miel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que la que destila del panal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22C2EB65-9F9C-4441-8BFF-5BF547E8171A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544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4194" y="2294874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temor de JEHOVÁ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limpio</a:t>
            </a:r>
          </a:p>
        </p:txBody>
      </p:sp>
      <p:sp>
        <p:nvSpPr>
          <p:cNvPr id="5" name="5 Título">
            <a:extLst>
              <a:ext uri="{FF2B5EF4-FFF2-40B4-BE49-F238E27FC236}">
                <a16:creationId xmlns:a16="http://schemas.microsoft.com/office/drawing/2014/main" id="{B34398F9-6257-4A14-B98F-555214B2EB05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178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24194" y="2294874"/>
            <a:ext cx="9144000" cy="29163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permanece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para siempre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5 Título">
            <a:extLst>
              <a:ext uri="{FF2B5EF4-FFF2-40B4-BE49-F238E27FC236}">
                <a16:creationId xmlns:a16="http://schemas.microsoft.com/office/drawing/2014/main" id="{B34398F9-6257-4A14-B98F-555214B2EB05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786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2186862"/>
            <a:ext cx="8568951" cy="291632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Los juicios de JEHOVÁ son verdad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Todos justos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5 Título">
            <a:extLst>
              <a:ext uri="{FF2B5EF4-FFF2-40B4-BE49-F238E27FC236}">
                <a16:creationId xmlns:a16="http://schemas.microsoft.com/office/drawing/2014/main" id="{A5056DE1-7FD1-44D3-827D-3582A9AC834B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178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91632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Deseables son más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oro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Más que oro afinado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F457BF1E-1E7E-4F78-9718-7D250D494B90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862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91632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dulces más que miel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que la que destila del panal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9289B908-CF97-41F4-92D8-0F6A0858B030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840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91632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Deseables son más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que oro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Más que oro afinado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CE4135FB-C77C-424C-8F23-7120A08A603C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599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2348880"/>
            <a:ext cx="9144000" cy="291632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dulces más que miel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que la que destila del panal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5 Título">
            <a:extLst>
              <a:ext uri="{FF2B5EF4-FFF2-40B4-BE49-F238E27FC236}">
                <a16:creationId xmlns:a16="http://schemas.microsoft.com/office/drawing/2014/main" id="{699F2ED5-554E-413F-8C61-E81DB3476F8F}"/>
              </a:ext>
            </a:extLst>
          </p:cNvPr>
          <p:cNvSpPr txBox="1">
            <a:spLocks/>
          </p:cNvSpPr>
          <p:nvPr/>
        </p:nvSpPr>
        <p:spPr>
          <a:xfrm>
            <a:off x="5797860" y="188640"/>
            <a:ext cx="3346140" cy="63007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378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80000"/>
              </a:lnSpc>
              <a:spcBef>
                <a:spcPct val="20000"/>
              </a:spcBef>
            </a:pPr>
            <a:r>
              <a:rPr lang="es-CO" sz="3200" b="1">
                <a:latin typeface="Arial Rounded MT Bold" panose="020F0704030504030204" pitchFamily="34" charset="0"/>
                <a:ea typeface="+mn-ea"/>
                <a:cs typeface="+mn-cs"/>
              </a:rPr>
              <a:t>SALMO 19.7-10</a:t>
            </a:r>
            <a:endParaRPr lang="es-CO" sz="3200" b="1" dirty="0"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67912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179</Words>
  <Application>Microsoft Office PowerPoint</Application>
  <PresentationFormat>Presentación en pantalla (4:3)</PresentationFormat>
  <Paragraphs>56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Aharoni</vt:lpstr>
      <vt:lpstr>Arial</vt:lpstr>
      <vt:lpstr>Arial Rounded MT Bold</vt:lpstr>
      <vt:lpstr>Brush Script MT</vt:lpstr>
      <vt:lpstr>Calibri</vt:lpstr>
      <vt:lpstr>Tema de Office</vt:lpstr>
      <vt:lpstr>SALMO 19.7-10</vt:lpstr>
      <vt:lpstr>SALMO 19.7-10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38</cp:revision>
  <dcterms:created xsi:type="dcterms:W3CDTF">2016-05-10T18:46:10Z</dcterms:created>
  <dcterms:modified xsi:type="dcterms:W3CDTF">2021-07-27T04:16:44Z</dcterms:modified>
</cp:coreProperties>
</file>