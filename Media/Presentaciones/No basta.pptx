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5" r:id="rId4"/>
    <p:sldId id="286" r:id="rId5"/>
    <p:sldId id="262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</p:sldIdLst>
  <p:sldSz cx="9144000" cy="6858000" type="screen4x3"/>
  <p:notesSz cx="6858000" cy="9144000"/>
  <p:defaultTextStyle>
    <a:defPPr>
      <a:defRPr lang="es-CO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DC1F-6376-4B5C-AC13-21EB4A509B0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D70F8-7A98-41EA-A22B-16EBFA75BD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00199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DC1F-6376-4B5C-AC13-21EB4A509B0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D70F8-7A98-41EA-A22B-16EBFA75BD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139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DC1F-6376-4B5C-AC13-21EB4A509B0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D70F8-7A98-41EA-A22B-16EBFA75BD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0617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DC1F-6376-4B5C-AC13-21EB4A509B0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D70F8-7A98-41EA-A22B-16EBFA75BD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94345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7" y="1535114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DC1F-6376-4B5C-AC13-21EB4A509B0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D70F8-7A98-41EA-A22B-16EBFA75BD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9294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DC1F-6376-4B5C-AC13-21EB4A509B0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D70F8-7A98-41EA-A22B-16EBFA75BD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5105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DC1F-6376-4B5C-AC13-21EB4A509B0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D70F8-7A98-41EA-A22B-16EBFA75BD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06839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DC1F-6376-4B5C-AC13-21EB4A509B0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D70F8-7A98-41EA-A22B-16EBFA75BD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68512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DC1F-6376-4B5C-AC13-21EB4A509B0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D70F8-7A98-41EA-A22B-16EBFA75BD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38302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DC1F-6376-4B5C-AC13-21EB4A509B0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D70F8-7A98-41EA-A22B-16EBFA75BD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06194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DC1F-6376-4B5C-AC13-21EB4A509B0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D70F8-7A98-41EA-A22B-16EBFA75BD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3648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8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DFDC1F-6376-4B5C-AC13-21EB4A509B0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0D70F8-7A98-41EA-A22B-16EBFA75BD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9862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0" y="1700808"/>
            <a:ext cx="9144000" cy="2808312"/>
          </a:xfrm>
        </p:spPr>
        <p:txBody>
          <a:bodyPr>
            <a:normAutofit/>
          </a:bodyPr>
          <a:lstStyle/>
          <a:p>
            <a:r>
              <a:rPr lang="es-MX" sz="7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gency FB" panose="020B0503020202020204" pitchFamily="34" charset="0"/>
              </a:rPr>
              <a:t>No basta sólo con cantar</a:t>
            </a:r>
          </a:p>
          <a:p>
            <a:r>
              <a:rPr lang="es-MX" sz="7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gency FB" panose="020B0503020202020204" pitchFamily="34" charset="0"/>
              </a:rPr>
              <a:t>No basta sólo con decir</a:t>
            </a:r>
            <a:endParaRPr lang="es-CO" sz="7200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1 Rectángulo">
            <a:extLst>
              <a:ext uri="{FF2B5EF4-FFF2-40B4-BE49-F238E27FC236}">
                <a16:creationId xmlns:a16="http://schemas.microsoft.com/office/drawing/2014/main" id="{C98FDF1D-E30F-46B4-AD93-F7DB4A39F4BD}"/>
              </a:ext>
            </a:extLst>
          </p:cNvPr>
          <p:cNvSpPr/>
          <p:nvPr/>
        </p:nvSpPr>
        <p:spPr>
          <a:xfrm>
            <a:off x="6660232" y="116632"/>
            <a:ext cx="22992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" sz="3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NO BASTA</a:t>
            </a:r>
          </a:p>
        </p:txBody>
      </p:sp>
    </p:spTree>
    <p:extLst>
      <p:ext uri="{BB962C8B-B14F-4D97-AF65-F5344CB8AC3E}">
        <p14:creationId xmlns:p14="http://schemas.microsoft.com/office/powerpoint/2010/main" val="652549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79512" y="856964"/>
            <a:ext cx="9144000" cy="9153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7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gency FB" panose="020B0503020202020204" pitchFamily="34" charset="0"/>
              </a:rPr>
              <a:t>No es suficiente</a:t>
            </a:r>
          </a:p>
        </p:txBody>
      </p:sp>
      <p:sp>
        <p:nvSpPr>
          <p:cNvPr id="5" name="2 Subtítulo">
            <a:extLst>
              <a:ext uri="{FF2B5EF4-FFF2-40B4-BE49-F238E27FC236}">
                <a16:creationId xmlns:a16="http://schemas.microsoft.com/office/drawing/2014/main" id="{86950E13-B1B7-479B-95F5-13ED7ED27F72}"/>
              </a:ext>
            </a:extLst>
          </p:cNvPr>
          <p:cNvSpPr txBox="1">
            <a:spLocks/>
          </p:cNvSpPr>
          <p:nvPr/>
        </p:nvSpPr>
        <p:spPr>
          <a:xfrm>
            <a:off x="827584" y="2833562"/>
            <a:ext cx="9144000" cy="106211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gency FB" panose="020B0503020202020204" pitchFamily="34" charset="0"/>
              </a:rPr>
              <a:t>Es necesario morir </a:t>
            </a:r>
            <a:endParaRPr lang="es-CO" sz="7200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7" name="2 Subtítulo">
            <a:extLst>
              <a:ext uri="{FF2B5EF4-FFF2-40B4-BE49-F238E27FC236}">
                <a16:creationId xmlns:a16="http://schemas.microsoft.com/office/drawing/2014/main" id="{BD6A4C82-6E14-484C-A491-69A5A2DB037F}"/>
              </a:ext>
            </a:extLst>
          </p:cNvPr>
          <p:cNvSpPr txBox="1">
            <a:spLocks/>
          </p:cNvSpPr>
          <p:nvPr/>
        </p:nvSpPr>
        <p:spPr>
          <a:xfrm>
            <a:off x="179512" y="1820950"/>
            <a:ext cx="9144000" cy="9153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gency FB" panose="020B0503020202020204" pitchFamily="34" charset="0"/>
              </a:rPr>
              <a:t>Sólo con querer hacer</a:t>
            </a:r>
            <a:endParaRPr lang="es-CO" sz="7200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6" name="1 Rectángulo">
            <a:extLst>
              <a:ext uri="{FF2B5EF4-FFF2-40B4-BE49-F238E27FC236}">
                <a16:creationId xmlns:a16="http://schemas.microsoft.com/office/drawing/2014/main" id="{3DE86A8F-5142-4748-A0CE-82ED1CA6BA04}"/>
              </a:ext>
            </a:extLst>
          </p:cNvPr>
          <p:cNvSpPr/>
          <p:nvPr/>
        </p:nvSpPr>
        <p:spPr>
          <a:xfrm>
            <a:off x="6660232" y="116632"/>
            <a:ext cx="22992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" sz="3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NO BASTA</a:t>
            </a:r>
          </a:p>
        </p:txBody>
      </p:sp>
    </p:spTree>
    <p:extLst>
      <p:ext uri="{BB962C8B-B14F-4D97-AF65-F5344CB8AC3E}">
        <p14:creationId xmlns:p14="http://schemas.microsoft.com/office/powerpoint/2010/main" val="1738724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0" y="1646802"/>
            <a:ext cx="9144000" cy="2808312"/>
          </a:xfrm>
        </p:spPr>
        <p:txBody>
          <a:bodyPr>
            <a:normAutofit/>
          </a:bodyPr>
          <a:lstStyle/>
          <a:p>
            <a:r>
              <a:rPr lang="es-MX" sz="7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gency FB" panose="020B0503020202020204" pitchFamily="34" charset="0"/>
              </a:rPr>
              <a:t>No basta sólo con soñar</a:t>
            </a:r>
          </a:p>
          <a:p>
            <a:r>
              <a:rPr lang="es-MX" sz="7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gency FB" panose="020B0503020202020204" pitchFamily="34" charset="0"/>
              </a:rPr>
              <a:t>No basta sólo con pedir</a:t>
            </a:r>
            <a:endParaRPr lang="es-CO" sz="7200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53BD3FD6-B5BA-47CA-B441-58EAA9164EBA}"/>
              </a:ext>
            </a:extLst>
          </p:cNvPr>
          <p:cNvSpPr/>
          <p:nvPr/>
        </p:nvSpPr>
        <p:spPr>
          <a:xfrm>
            <a:off x="6660232" y="116632"/>
            <a:ext cx="22992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" sz="3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NO BASTA</a:t>
            </a:r>
          </a:p>
        </p:txBody>
      </p:sp>
    </p:spTree>
    <p:extLst>
      <p:ext uri="{BB962C8B-B14F-4D97-AF65-F5344CB8AC3E}">
        <p14:creationId xmlns:p14="http://schemas.microsoft.com/office/powerpoint/2010/main" val="893888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23528" y="877476"/>
            <a:ext cx="9144000" cy="9153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378">
              <a:buNone/>
              <a:defRPr/>
            </a:pPr>
            <a:r>
              <a:rPr lang="es-MX" sz="7200" b="1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latin typeface="Agency FB" panose="020B0503020202020204" pitchFamily="34" charset="0"/>
              </a:rPr>
              <a:t>No es suficiente</a:t>
            </a:r>
          </a:p>
        </p:txBody>
      </p:sp>
      <p:sp>
        <p:nvSpPr>
          <p:cNvPr id="5" name="2 Subtítulo">
            <a:extLst>
              <a:ext uri="{FF2B5EF4-FFF2-40B4-BE49-F238E27FC236}">
                <a16:creationId xmlns:a16="http://schemas.microsoft.com/office/drawing/2014/main" id="{86950E13-B1B7-479B-95F5-13ED7ED27F72}"/>
              </a:ext>
            </a:extLst>
          </p:cNvPr>
          <p:cNvSpPr txBox="1">
            <a:spLocks/>
          </p:cNvSpPr>
          <p:nvPr/>
        </p:nvSpPr>
        <p:spPr>
          <a:xfrm>
            <a:off x="683568" y="2947101"/>
            <a:ext cx="9144000" cy="106211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78">
              <a:buNone/>
              <a:defRPr/>
            </a:pPr>
            <a:r>
              <a:rPr lang="es-MX" sz="7200" b="1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latin typeface="Agency FB" panose="020B0503020202020204" pitchFamily="34" charset="0"/>
              </a:rPr>
              <a:t>Es necesario morir </a:t>
            </a:r>
            <a:endParaRPr lang="es-CO" sz="7200" b="1" dirty="0">
              <a:ln>
                <a:solidFill>
                  <a:prstClr val="black"/>
                </a:solidFill>
              </a:ln>
              <a:solidFill>
                <a:prstClr val="white"/>
              </a:solidFill>
              <a:latin typeface="Agency FB" panose="020B0503020202020204" pitchFamily="34" charset="0"/>
            </a:endParaRPr>
          </a:p>
        </p:txBody>
      </p:sp>
      <p:sp>
        <p:nvSpPr>
          <p:cNvPr id="7" name="2 Subtítulo">
            <a:extLst>
              <a:ext uri="{FF2B5EF4-FFF2-40B4-BE49-F238E27FC236}">
                <a16:creationId xmlns:a16="http://schemas.microsoft.com/office/drawing/2014/main" id="{BD6A4C82-6E14-484C-A491-69A5A2DB037F}"/>
              </a:ext>
            </a:extLst>
          </p:cNvPr>
          <p:cNvSpPr txBox="1">
            <a:spLocks/>
          </p:cNvSpPr>
          <p:nvPr/>
        </p:nvSpPr>
        <p:spPr>
          <a:xfrm>
            <a:off x="0" y="1912288"/>
            <a:ext cx="9144000" cy="9153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78">
              <a:buNone/>
              <a:defRPr/>
            </a:pPr>
            <a:r>
              <a:rPr lang="es-MX" sz="7200" b="1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latin typeface="Agency FB" panose="020B0503020202020204" pitchFamily="34" charset="0"/>
              </a:rPr>
              <a:t>Sólo con querer tener</a:t>
            </a:r>
            <a:endParaRPr lang="es-CO" sz="7200" b="1" dirty="0">
              <a:ln>
                <a:solidFill>
                  <a:prstClr val="black"/>
                </a:solidFill>
              </a:ln>
              <a:solidFill>
                <a:prstClr val="white"/>
              </a:solidFill>
              <a:latin typeface="Agency FB" panose="020B0503020202020204" pitchFamily="34" charset="0"/>
            </a:endParaRPr>
          </a:p>
        </p:txBody>
      </p:sp>
      <p:sp>
        <p:nvSpPr>
          <p:cNvPr id="6" name="1 Rectángulo">
            <a:extLst>
              <a:ext uri="{FF2B5EF4-FFF2-40B4-BE49-F238E27FC236}">
                <a16:creationId xmlns:a16="http://schemas.microsoft.com/office/drawing/2014/main" id="{0C95FA39-F4F2-4143-98EC-A68F59129FE6}"/>
              </a:ext>
            </a:extLst>
          </p:cNvPr>
          <p:cNvSpPr/>
          <p:nvPr/>
        </p:nvSpPr>
        <p:spPr>
          <a:xfrm>
            <a:off x="6660232" y="116632"/>
            <a:ext cx="22992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" sz="3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NO BASTA</a:t>
            </a:r>
          </a:p>
        </p:txBody>
      </p:sp>
    </p:spTree>
    <p:extLst>
      <p:ext uri="{BB962C8B-B14F-4D97-AF65-F5344CB8AC3E}">
        <p14:creationId xmlns:p14="http://schemas.microsoft.com/office/powerpoint/2010/main" val="446480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30929" y="1058253"/>
            <a:ext cx="8640960" cy="280831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7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gency FB" panose="020B0503020202020204" pitchFamily="34" charset="0"/>
              </a:rPr>
              <a:t>Dame </a:t>
            </a:r>
            <a:r>
              <a:rPr lang="es-MX" sz="7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TU</a:t>
            </a:r>
            <a:r>
              <a:rPr lang="es-MX" sz="7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gency FB" panose="020B0503020202020204" pitchFamily="34" charset="0"/>
              </a:rPr>
              <a:t> VIDA</a:t>
            </a:r>
            <a:endParaRPr lang="es-CO" sz="7200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2 Subtítulo">
            <a:extLst>
              <a:ext uri="{FF2B5EF4-FFF2-40B4-BE49-F238E27FC236}">
                <a16:creationId xmlns:a16="http://schemas.microsoft.com/office/drawing/2014/main" id="{7475C4F5-5981-4733-9809-A5EA4896BA13}"/>
              </a:ext>
            </a:extLst>
          </p:cNvPr>
          <p:cNvSpPr txBox="1">
            <a:spLocks/>
          </p:cNvSpPr>
          <p:nvPr/>
        </p:nvSpPr>
        <p:spPr>
          <a:xfrm>
            <a:off x="251520" y="2132856"/>
            <a:ext cx="8640960" cy="11521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gency FB" panose="020B0503020202020204" pitchFamily="34" charset="0"/>
              </a:rPr>
              <a:t>Esa clase de vida que sabes dar</a:t>
            </a:r>
            <a:endParaRPr lang="es-CO" sz="7200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6" name="1 Rectángulo">
            <a:extLst>
              <a:ext uri="{FF2B5EF4-FFF2-40B4-BE49-F238E27FC236}">
                <a16:creationId xmlns:a16="http://schemas.microsoft.com/office/drawing/2014/main" id="{6839DEF7-6A1B-4F62-B169-B7B2981AA3C0}"/>
              </a:ext>
            </a:extLst>
          </p:cNvPr>
          <p:cNvSpPr/>
          <p:nvPr/>
        </p:nvSpPr>
        <p:spPr>
          <a:xfrm>
            <a:off x="6660232" y="116632"/>
            <a:ext cx="22992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" sz="3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NO BASTA</a:t>
            </a:r>
          </a:p>
        </p:txBody>
      </p:sp>
    </p:spTree>
    <p:extLst>
      <p:ext uri="{BB962C8B-B14F-4D97-AF65-F5344CB8AC3E}">
        <p14:creationId xmlns:p14="http://schemas.microsoft.com/office/powerpoint/2010/main" val="1549798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23838" y="1196752"/>
            <a:ext cx="9144000" cy="280831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78">
              <a:buNone/>
              <a:defRPr/>
            </a:pPr>
            <a:r>
              <a:rPr lang="es-MX" sz="7200" b="1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latin typeface="Agency FB" panose="020B0503020202020204" pitchFamily="34" charset="0"/>
              </a:rPr>
              <a:t>Dame </a:t>
            </a:r>
            <a:r>
              <a:rPr lang="es-MX" sz="7200" b="1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TU</a:t>
            </a:r>
            <a:r>
              <a:rPr lang="es-MX" sz="7200" b="1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latin typeface="Agency FB" panose="020B0503020202020204" pitchFamily="34" charset="0"/>
              </a:rPr>
              <a:t> VIDA</a:t>
            </a:r>
            <a:endParaRPr lang="es-CO" sz="7200" b="1" dirty="0">
              <a:ln>
                <a:solidFill>
                  <a:prstClr val="black"/>
                </a:solidFill>
              </a:ln>
              <a:solidFill>
                <a:prstClr val="white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2 Subtítulo">
            <a:extLst>
              <a:ext uri="{FF2B5EF4-FFF2-40B4-BE49-F238E27FC236}">
                <a16:creationId xmlns:a16="http://schemas.microsoft.com/office/drawing/2014/main" id="{7475C4F5-5981-4733-9809-A5EA4896BA13}"/>
              </a:ext>
            </a:extLst>
          </p:cNvPr>
          <p:cNvSpPr txBox="1">
            <a:spLocks/>
          </p:cNvSpPr>
          <p:nvPr/>
        </p:nvSpPr>
        <p:spPr>
          <a:xfrm>
            <a:off x="251520" y="2348880"/>
            <a:ext cx="8640960" cy="11521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78">
              <a:buNone/>
              <a:defRPr/>
            </a:pPr>
            <a:r>
              <a:rPr lang="es-MX" sz="7200" b="1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latin typeface="Agency FB" panose="020B0503020202020204" pitchFamily="34" charset="0"/>
              </a:rPr>
              <a:t>Yo quiero vivir solo para ti</a:t>
            </a:r>
            <a:endParaRPr lang="es-CO" sz="7200" b="1" dirty="0">
              <a:ln>
                <a:solidFill>
                  <a:prstClr val="black"/>
                </a:solidFill>
              </a:ln>
              <a:solidFill>
                <a:prstClr val="white"/>
              </a:solidFill>
              <a:latin typeface="Agency FB" panose="020B0503020202020204" pitchFamily="34" charset="0"/>
            </a:endParaRPr>
          </a:p>
        </p:txBody>
      </p:sp>
      <p:sp>
        <p:nvSpPr>
          <p:cNvPr id="6" name="1 Rectángulo">
            <a:extLst>
              <a:ext uri="{FF2B5EF4-FFF2-40B4-BE49-F238E27FC236}">
                <a16:creationId xmlns:a16="http://schemas.microsoft.com/office/drawing/2014/main" id="{10BA3907-0A67-4FEE-8D11-C50067C2B812}"/>
              </a:ext>
            </a:extLst>
          </p:cNvPr>
          <p:cNvSpPr/>
          <p:nvPr/>
        </p:nvSpPr>
        <p:spPr>
          <a:xfrm>
            <a:off x="6660232" y="116632"/>
            <a:ext cx="22992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" sz="3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NO BASTA</a:t>
            </a:r>
          </a:p>
        </p:txBody>
      </p:sp>
    </p:spTree>
    <p:extLst>
      <p:ext uri="{BB962C8B-B14F-4D97-AF65-F5344CB8AC3E}">
        <p14:creationId xmlns:p14="http://schemas.microsoft.com/office/powerpoint/2010/main" val="3103814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310281"/>
            <a:ext cx="9144000" cy="280831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78">
              <a:buNone/>
              <a:defRPr/>
            </a:pPr>
            <a:r>
              <a:rPr lang="es-MX" sz="7200" b="1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latin typeface="Agency FB" panose="020B0503020202020204" pitchFamily="34" charset="0"/>
              </a:rPr>
              <a:t>Dame </a:t>
            </a:r>
            <a:r>
              <a:rPr lang="es-MX" sz="7200" b="1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TU</a:t>
            </a:r>
            <a:r>
              <a:rPr lang="es-MX" sz="7200" b="1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latin typeface="Agency FB" panose="020B0503020202020204" pitchFamily="34" charset="0"/>
              </a:rPr>
              <a:t> VIDA</a:t>
            </a:r>
            <a:endParaRPr lang="es-CO" sz="7200" b="1" dirty="0">
              <a:ln>
                <a:solidFill>
                  <a:prstClr val="black"/>
                </a:solidFill>
              </a:ln>
              <a:solidFill>
                <a:prstClr val="white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2 Subtítulo">
            <a:extLst>
              <a:ext uri="{FF2B5EF4-FFF2-40B4-BE49-F238E27FC236}">
                <a16:creationId xmlns:a16="http://schemas.microsoft.com/office/drawing/2014/main" id="{7475C4F5-5981-4733-9809-A5EA4896BA13}"/>
              </a:ext>
            </a:extLst>
          </p:cNvPr>
          <p:cNvSpPr txBox="1">
            <a:spLocks/>
          </p:cNvSpPr>
          <p:nvPr/>
        </p:nvSpPr>
        <p:spPr>
          <a:xfrm>
            <a:off x="251520" y="2492896"/>
            <a:ext cx="8640960" cy="11521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78">
              <a:buNone/>
              <a:defRPr/>
            </a:pPr>
            <a:r>
              <a:rPr lang="es-MX" sz="7200" b="1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latin typeface="Agency FB" panose="020B0503020202020204" pitchFamily="34" charset="0"/>
              </a:rPr>
              <a:t>Resucítame en ti </a:t>
            </a:r>
            <a:endParaRPr lang="es-CO" sz="7200" b="1" dirty="0">
              <a:ln>
                <a:solidFill>
                  <a:prstClr val="black"/>
                </a:solidFill>
              </a:ln>
              <a:solidFill>
                <a:prstClr val="white"/>
              </a:solidFill>
              <a:latin typeface="Agency FB" panose="020B0503020202020204" pitchFamily="34" charset="0"/>
            </a:endParaRPr>
          </a:p>
        </p:txBody>
      </p:sp>
      <p:sp>
        <p:nvSpPr>
          <p:cNvPr id="6" name="1 Rectángulo">
            <a:extLst>
              <a:ext uri="{FF2B5EF4-FFF2-40B4-BE49-F238E27FC236}">
                <a16:creationId xmlns:a16="http://schemas.microsoft.com/office/drawing/2014/main" id="{D385959A-88D5-4D7F-8AC3-7B065880EF8E}"/>
              </a:ext>
            </a:extLst>
          </p:cNvPr>
          <p:cNvSpPr/>
          <p:nvPr/>
        </p:nvSpPr>
        <p:spPr>
          <a:xfrm>
            <a:off x="6660232" y="116632"/>
            <a:ext cx="22992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" sz="3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NO BASTA</a:t>
            </a:r>
          </a:p>
        </p:txBody>
      </p:sp>
    </p:spTree>
    <p:extLst>
      <p:ext uri="{BB962C8B-B14F-4D97-AF65-F5344CB8AC3E}">
        <p14:creationId xmlns:p14="http://schemas.microsoft.com/office/powerpoint/2010/main" val="2262148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900608" y="1248127"/>
            <a:ext cx="9144000" cy="147064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78">
              <a:buNone/>
              <a:defRPr/>
            </a:pPr>
            <a:r>
              <a:rPr lang="es-MX" sz="7200" b="1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latin typeface="Agency FB" panose="020B0503020202020204" pitchFamily="34" charset="0"/>
              </a:rPr>
              <a:t>Yo quiero VIVIR</a:t>
            </a:r>
            <a:endParaRPr lang="es-CO" sz="7200" b="1" dirty="0">
              <a:ln>
                <a:solidFill>
                  <a:prstClr val="black"/>
                </a:solidFill>
              </a:ln>
              <a:solidFill>
                <a:prstClr val="white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2 Subtítulo">
            <a:extLst>
              <a:ext uri="{FF2B5EF4-FFF2-40B4-BE49-F238E27FC236}">
                <a16:creationId xmlns:a16="http://schemas.microsoft.com/office/drawing/2014/main" id="{7475C4F5-5981-4733-9809-A5EA4896BA13}"/>
              </a:ext>
            </a:extLst>
          </p:cNvPr>
          <p:cNvSpPr txBox="1">
            <a:spLocks/>
          </p:cNvSpPr>
          <p:nvPr/>
        </p:nvSpPr>
        <p:spPr>
          <a:xfrm>
            <a:off x="1462489" y="2276872"/>
            <a:ext cx="6768752" cy="115212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378">
              <a:buNone/>
              <a:defRPr/>
            </a:pPr>
            <a:r>
              <a:rPr lang="es-MX" sz="7200" b="1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latin typeface="Agency FB" panose="020B0503020202020204" pitchFamily="34" charset="0"/>
              </a:rPr>
              <a:t>Solo para TI </a:t>
            </a:r>
            <a:endParaRPr lang="es-CO" sz="7200" b="1" dirty="0">
              <a:ln>
                <a:solidFill>
                  <a:prstClr val="black"/>
                </a:solidFill>
              </a:ln>
              <a:solidFill>
                <a:prstClr val="white"/>
              </a:solidFill>
              <a:latin typeface="Agency FB" panose="020B0503020202020204" pitchFamily="34" charset="0"/>
            </a:endParaRPr>
          </a:p>
        </p:txBody>
      </p:sp>
      <p:sp>
        <p:nvSpPr>
          <p:cNvPr id="6" name="1 Rectángulo">
            <a:extLst>
              <a:ext uri="{FF2B5EF4-FFF2-40B4-BE49-F238E27FC236}">
                <a16:creationId xmlns:a16="http://schemas.microsoft.com/office/drawing/2014/main" id="{999A4B83-2094-48A7-8E26-C91896FF3AF4}"/>
              </a:ext>
            </a:extLst>
          </p:cNvPr>
          <p:cNvSpPr/>
          <p:nvPr/>
        </p:nvSpPr>
        <p:spPr>
          <a:xfrm>
            <a:off x="6660232" y="116632"/>
            <a:ext cx="22992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" sz="3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NO BASTA</a:t>
            </a:r>
          </a:p>
        </p:txBody>
      </p:sp>
    </p:spTree>
    <p:extLst>
      <p:ext uri="{BB962C8B-B14F-4D97-AF65-F5344CB8AC3E}">
        <p14:creationId xmlns:p14="http://schemas.microsoft.com/office/powerpoint/2010/main" val="1193402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0" y="1646802"/>
            <a:ext cx="9144000" cy="2808312"/>
          </a:xfrm>
        </p:spPr>
        <p:txBody>
          <a:bodyPr>
            <a:normAutofit/>
          </a:bodyPr>
          <a:lstStyle/>
          <a:p>
            <a:r>
              <a:rPr lang="es-MX" sz="7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gency FB" panose="020B0503020202020204" pitchFamily="34" charset="0"/>
              </a:rPr>
              <a:t>No basta sólo con soñar</a:t>
            </a:r>
          </a:p>
          <a:p>
            <a:r>
              <a:rPr lang="es-MX" sz="7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gency FB" panose="020B0503020202020204" pitchFamily="34" charset="0"/>
              </a:rPr>
              <a:t>No basta sólo con pedir</a:t>
            </a:r>
            <a:endParaRPr lang="es-CO" sz="7200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53BD3FD6-B5BA-47CA-B441-58EAA9164EBA}"/>
              </a:ext>
            </a:extLst>
          </p:cNvPr>
          <p:cNvSpPr/>
          <p:nvPr/>
        </p:nvSpPr>
        <p:spPr>
          <a:xfrm>
            <a:off x="6660232" y="116632"/>
            <a:ext cx="22992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" sz="3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NO BASTA</a:t>
            </a:r>
          </a:p>
        </p:txBody>
      </p:sp>
    </p:spTree>
    <p:extLst>
      <p:ext uri="{BB962C8B-B14F-4D97-AF65-F5344CB8AC3E}">
        <p14:creationId xmlns:p14="http://schemas.microsoft.com/office/powerpoint/2010/main" val="2121775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23528" y="877476"/>
            <a:ext cx="9144000" cy="9153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378">
              <a:buNone/>
              <a:defRPr/>
            </a:pPr>
            <a:r>
              <a:rPr lang="es-MX" sz="7200" b="1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latin typeface="Agency FB" panose="020B0503020202020204" pitchFamily="34" charset="0"/>
              </a:rPr>
              <a:t>No es suficiente</a:t>
            </a:r>
          </a:p>
        </p:txBody>
      </p:sp>
      <p:sp>
        <p:nvSpPr>
          <p:cNvPr id="5" name="2 Subtítulo">
            <a:extLst>
              <a:ext uri="{FF2B5EF4-FFF2-40B4-BE49-F238E27FC236}">
                <a16:creationId xmlns:a16="http://schemas.microsoft.com/office/drawing/2014/main" id="{86950E13-B1B7-479B-95F5-13ED7ED27F72}"/>
              </a:ext>
            </a:extLst>
          </p:cNvPr>
          <p:cNvSpPr txBox="1">
            <a:spLocks/>
          </p:cNvSpPr>
          <p:nvPr/>
        </p:nvSpPr>
        <p:spPr>
          <a:xfrm>
            <a:off x="683568" y="2947101"/>
            <a:ext cx="9144000" cy="106211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78">
              <a:buNone/>
              <a:defRPr/>
            </a:pPr>
            <a:r>
              <a:rPr lang="es-MX" sz="7200" b="1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latin typeface="Agency FB" panose="020B0503020202020204" pitchFamily="34" charset="0"/>
              </a:rPr>
              <a:t>Es necesario morir </a:t>
            </a:r>
            <a:endParaRPr lang="es-CO" sz="7200" b="1" dirty="0">
              <a:ln>
                <a:solidFill>
                  <a:prstClr val="black"/>
                </a:solidFill>
              </a:ln>
              <a:solidFill>
                <a:prstClr val="white"/>
              </a:solidFill>
              <a:latin typeface="Agency FB" panose="020B0503020202020204" pitchFamily="34" charset="0"/>
            </a:endParaRPr>
          </a:p>
        </p:txBody>
      </p:sp>
      <p:sp>
        <p:nvSpPr>
          <p:cNvPr id="7" name="2 Subtítulo">
            <a:extLst>
              <a:ext uri="{FF2B5EF4-FFF2-40B4-BE49-F238E27FC236}">
                <a16:creationId xmlns:a16="http://schemas.microsoft.com/office/drawing/2014/main" id="{BD6A4C82-6E14-484C-A491-69A5A2DB037F}"/>
              </a:ext>
            </a:extLst>
          </p:cNvPr>
          <p:cNvSpPr txBox="1">
            <a:spLocks/>
          </p:cNvSpPr>
          <p:nvPr/>
        </p:nvSpPr>
        <p:spPr>
          <a:xfrm>
            <a:off x="0" y="1912288"/>
            <a:ext cx="9144000" cy="9153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78">
              <a:buNone/>
              <a:defRPr/>
            </a:pPr>
            <a:r>
              <a:rPr lang="es-MX" sz="7200" b="1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latin typeface="Agency FB" panose="020B0503020202020204" pitchFamily="34" charset="0"/>
              </a:rPr>
              <a:t>Sólo con querer tener</a:t>
            </a:r>
            <a:endParaRPr lang="es-CO" sz="7200" b="1" dirty="0">
              <a:ln>
                <a:solidFill>
                  <a:prstClr val="black"/>
                </a:solidFill>
              </a:ln>
              <a:solidFill>
                <a:prstClr val="white"/>
              </a:solidFill>
              <a:latin typeface="Agency FB" panose="020B0503020202020204" pitchFamily="34" charset="0"/>
            </a:endParaRPr>
          </a:p>
        </p:txBody>
      </p:sp>
      <p:sp>
        <p:nvSpPr>
          <p:cNvPr id="6" name="1 Rectángulo">
            <a:extLst>
              <a:ext uri="{FF2B5EF4-FFF2-40B4-BE49-F238E27FC236}">
                <a16:creationId xmlns:a16="http://schemas.microsoft.com/office/drawing/2014/main" id="{0C95FA39-F4F2-4143-98EC-A68F59129FE6}"/>
              </a:ext>
            </a:extLst>
          </p:cNvPr>
          <p:cNvSpPr/>
          <p:nvPr/>
        </p:nvSpPr>
        <p:spPr>
          <a:xfrm>
            <a:off x="6660232" y="116632"/>
            <a:ext cx="22992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" sz="3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NO BASTA</a:t>
            </a:r>
          </a:p>
        </p:txBody>
      </p:sp>
    </p:spTree>
    <p:extLst>
      <p:ext uri="{BB962C8B-B14F-4D97-AF65-F5344CB8AC3E}">
        <p14:creationId xmlns:p14="http://schemas.microsoft.com/office/powerpoint/2010/main" val="1883780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30929" y="1058253"/>
            <a:ext cx="8640960" cy="280831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7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gency FB" panose="020B0503020202020204" pitchFamily="34" charset="0"/>
              </a:rPr>
              <a:t>Dame </a:t>
            </a:r>
            <a:r>
              <a:rPr lang="es-MX" sz="7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TU</a:t>
            </a:r>
            <a:r>
              <a:rPr lang="es-MX" sz="7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gency FB" panose="020B0503020202020204" pitchFamily="34" charset="0"/>
              </a:rPr>
              <a:t> VIDA</a:t>
            </a:r>
            <a:endParaRPr lang="es-CO" sz="7200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2 Subtítulo">
            <a:extLst>
              <a:ext uri="{FF2B5EF4-FFF2-40B4-BE49-F238E27FC236}">
                <a16:creationId xmlns:a16="http://schemas.microsoft.com/office/drawing/2014/main" id="{7475C4F5-5981-4733-9809-A5EA4896BA13}"/>
              </a:ext>
            </a:extLst>
          </p:cNvPr>
          <p:cNvSpPr txBox="1">
            <a:spLocks/>
          </p:cNvSpPr>
          <p:nvPr/>
        </p:nvSpPr>
        <p:spPr>
          <a:xfrm>
            <a:off x="251520" y="2132856"/>
            <a:ext cx="8640960" cy="11521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gency FB" panose="020B0503020202020204" pitchFamily="34" charset="0"/>
              </a:rPr>
              <a:t>Esa clase de vida que sabes dar</a:t>
            </a:r>
            <a:endParaRPr lang="es-CO" sz="7200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6" name="1 Rectángulo">
            <a:extLst>
              <a:ext uri="{FF2B5EF4-FFF2-40B4-BE49-F238E27FC236}">
                <a16:creationId xmlns:a16="http://schemas.microsoft.com/office/drawing/2014/main" id="{6839DEF7-6A1B-4F62-B169-B7B2981AA3C0}"/>
              </a:ext>
            </a:extLst>
          </p:cNvPr>
          <p:cNvSpPr/>
          <p:nvPr/>
        </p:nvSpPr>
        <p:spPr>
          <a:xfrm>
            <a:off x="6660232" y="116632"/>
            <a:ext cx="22992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" sz="3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NO BASTA</a:t>
            </a:r>
          </a:p>
        </p:txBody>
      </p:sp>
    </p:spTree>
    <p:extLst>
      <p:ext uri="{BB962C8B-B14F-4D97-AF65-F5344CB8AC3E}">
        <p14:creationId xmlns:p14="http://schemas.microsoft.com/office/powerpoint/2010/main" val="3808927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23838" y="1196752"/>
            <a:ext cx="9144000" cy="280831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78">
              <a:buNone/>
              <a:defRPr/>
            </a:pPr>
            <a:r>
              <a:rPr lang="es-MX" sz="7200" b="1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latin typeface="Agency FB" panose="020B0503020202020204" pitchFamily="34" charset="0"/>
              </a:rPr>
              <a:t>Dame </a:t>
            </a:r>
            <a:r>
              <a:rPr lang="es-MX" sz="7200" b="1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TU</a:t>
            </a:r>
            <a:r>
              <a:rPr lang="es-MX" sz="7200" b="1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latin typeface="Agency FB" panose="020B0503020202020204" pitchFamily="34" charset="0"/>
              </a:rPr>
              <a:t> VIDA</a:t>
            </a:r>
            <a:endParaRPr lang="es-CO" sz="7200" b="1" dirty="0">
              <a:ln>
                <a:solidFill>
                  <a:prstClr val="black"/>
                </a:solidFill>
              </a:ln>
              <a:solidFill>
                <a:prstClr val="white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2 Subtítulo">
            <a:extLst>
              <a:ext uri="{FF2B5EF4-FFF2-40B4-BE49-F238E27FC236}">
                <a16:creationId xmlns:a16="http://schemas.microsoft.com/office/drawing/2014/main" id="{7475C4F5-5981-4733-9809-A5EA4896BA13}"/>
              </a:ext>
            </a:extLst>
          </p:cNvPr>
          <p:cNvSpPr txBox="1">
            <a:spLocks/>
          </p:cNvSpPr>
          <p:nvPr/>
        </p:nvSpPr>
        <p:spPr>
          <a:xfrm>
            <a:off x="251520" y="2348880"/>
            <a:ext cx="8640960" cy="11521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78">
              <a:buNone/>
              <a:defRPr/>
            </a:pPr>
            <a:r>
              <a:rPr lang="es-MX" sz="7200" b="1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latin typeface="Agency FB" panose="020B0503020202020204" pitchFamily="34" charset="0"/>
              </a:rPr>
              <a:t>Yo quiero vivir solo para ti</a:t>
            </a:r>
            <a:endParaRPr lang="es-CO" sz="7200" b="1" dirty="0">
              <a:ln>
                <a:solidFill>
                  <a:prstClr val="black"/>
                </a:solidFill>
              </a:ln>
              <a:solidFill>
                <a:prstClr val="white"/>
              </a:solidFill>
              <a:latin typeface="Agency FB" panose="020B0503020202020204" pitchFamily="34" charset="0"/>
            </a:endParaRPr>
          </a:p>
        </p:txBody>
      </p:sp>
      <p:sp>
        <p:nvSpPr>
          <p:cNvPr id="6" name="1 Rectángulo">
            <a:extLst>
              <a:ext uri="{FF2B5EF4-FFF2-40B4-BE49-F238E27FC236}">
                <a16:creationId xmlns:a16="http://schemas.microsoft.com/office/drawing/2014/main" id="{10BA3907-0A67-4FEE-8D11-C50067C2B812}"/>
              </a:ext>
            </a:extLst>
          </p:cNvPr>
          <p:cNvSpPr/>
          <p:nvPr/>
        </p:nvSpPr>
        <p:spPr>
          <a:xfrm>
            <a:off x="6660232" y="116632"/>
            <a:ext cx="22992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" sz="3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NO BASTA</a:t>
            </a:r>
          </a:p>
        </p:txBody>
      </p:sp>
    </p:spTree>
    <p:extLst>
      <p:ext uri="{BB962C8B-B14F-4D97-AF65-F5344CB8AC3E}">
        <p14:creationId xmlns:p14="http://schemas.microsoft.com/office/powerpoint/2010/main" val="1590222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310281"/>
            <a:ext cx="9144000" cy="280831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78">
              <a:buNone/>
              <a:defRPr/>
            </a:pPr>
            <a:r>
              <a:rPr lang="es-MX" sz="7200" b="1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latin typeface="Agency FB" panose="020B0503020202020204" pitchFamily="34" charset="0"/>
              </a:rPr>
              <a:t>Dame </a:t>
            </a:r>
            <a:r>
              <a:rPr lang="es-MX" sz="7200" b="1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TU</a:t>
            </a:r>
            <a:r>
              <a:rPr lang="es-MX" sz="7200" b="1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latin typeface="Agency FB" panose="020B0503020202020204" pitchFamily="34" charset="0"/>
              </a:rPr>
              <a:t> VIDA</a:t>
            </a:r>
            <a:endParaRPr lang="es-CO" sz="7200" b="1" dirty="0">
              <a:ln>
                <a:solidFill>
                  <a:prstClr val="black"/>
                </a:solidFill>
              </a:ln>
              <a:solidFill>
                <a:prstClr val="white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2 Subtítulo">
            <a:extLst>
              <a:ext uri="{FF2B5EF4-FFF2-40B4-BE49-F238E27FC236}">
                <a16:creationId xmlns:a16="http://schemas.microsoft.com/office/drawing/2014/main" id="{7475C4F5-5981-4733-9809-A5EA4896BA13}"/>
              </a:ext>
            </a:extLst>
          </p:cNvPr>
          <p:cNvSpPr txBox="1">
            <a:spLocks/>
          </p:cNvSpPr>
          <p:nvPr/>
        </p:nvSpPr>
        <p:spPr>
          <a:xfrm>
            <a:off x="251520" y="2492896"/>
            <a:ext cx="8640960" cy="11521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78">
              <a:buNone/>
              <a:defRPr/>
            </a:pPr>
            <a:r>
              <a:rPr lang="es-MX" sz="7200" b="1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latin typeface="Agency FB" panose="020B0503020202020204" pitchFamily="34" charset="0"/>
              </a:rPr>
              <a:t>Resucítame en ti </a:t>
            </a:r>
            <a:endParaRPr lang="es-CO" sz="7200" b="1" dirty="0">
              <a:ln>
                <a:solidFill>
                  <a:prstClr val="black"/>
                </a:solidFill>
              </a:ln>
              <a:solidFill>
                <a:prstClr val="white"/>
              </a:solidFill>
              <a:latin typeface="Agency FB" panose="020B0503020202020204" pitchFamily="34" charset="0"/>
            </a:endParaRPr>
          </a:p>
        </p:txBody>
      </p:sp>
      <p:sp>
        <p:nvSpPr>
          <p:cNvPr id="6" name="1 Rectángulo">
            <a:extLst>
              <a:ext uri="{FF2B5EF4-FFF2-40B4-BE49-F238E27FC236}">
                <a16:creationId xmlns:a16="http://schemas.microsoft.com/office/drawing/2014/main" id="{D385959A-88D5-4D7F-8AC3-7B065880EF8E}"/>
              </a:ext>
            </a:extLst>
          </p:cNvPr>
          <p:cNvSpPr/>
          <p:nvPr/>
        </p:nvSpPr>
        <p:spPr>
          <a:xfrm>
            <a:off x="6660232" y="116632"/>
            <a:ext cx="22992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" sz="3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NO BASTA</a:t>
            </a:r>
          </a:p>
        </p:txBody>
      </p:sp>
    </p:spTree>
    <p:extLst>
      <p:ext uri="{BB962C8B-B14F-4D97-AF65-F5344CB8AC3E}">
        <p14:creationId xmlns:p14="http://schemas.microsoft.com/office/powerpoint/2010/main" val="156592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900608" y="1248127"/>
            <a:ext cx="9144000" cy="147064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78">
              <a:buNone/>
              <a:defRPr/>
            </a:pPr>
            <a:r>
              <a:rPr lang="es-MX" sz="7200" b="1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latin typeface="Agency FB" panose="020B0503020202020204" pitchFamily="34" charset="0"/>
              </a:rPr>
              <a:t>Yo quiero VIVIR</a:t>
            </a:r>
            <a:endParaRPr lang="es-CO" sz="7200" b="1" dirty="0">
              <a:ln>
                <a:solidFill>
                  <a:prstClr val="black"/>
                </a:solidFill>
              </a:ln>
              <a:solidFill>
                <a:prstClr val="white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2 Subtítulo">
            <a:extLst>
              <a:ext uri="{FF2B5EF4-FFF2-40B4-BE49-F238E27FC236}">
                <a16:creationId xmlns:a16="http://schemas.microsoft.com/office/drawing/2014/main" id="{7475C4F5-5981-4733-9809-A5EA4896BA13}"/>
              </a:ext>
            </a:extLst>
          </p:cNvPr>
          <p:cNvSpPr txBox="1">
            <a:spLocks/>
          </p:cNvSpPr>
          <p:nvPr/>
        </p:nvSpPr>
        <p:spPr>
          <a:xfrm>
            <a:off x="1462489" y="2276872"/>
            <a:ext cx="6768752" cy="115212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378">
              <a:buNone/>
              <a:defRPr/>
            </a:pPr>
            <a:r>
              <a:rPr lang="es-MX" sz="7200" b="1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latin typeface="Agency FB" panose="020B0503020202020204" pitchFamily="34" charset="0"/>
              </a:rPr>
              <a:t>Solo para TI </a:t>
            </a:r>
            <a:endParaRPr lang="es-CO" sz="7200" b="1" dirty="0">
              <a:ln>
                <a:solidFill>
                  <a:prstClr val="black"/>
                </a:solidFill>
              </a:ln>
              <a:solidFill>
                <a:prstClr val="white"/>
              </a:solidFill>
              <a:latin typeface="Agency FB" panose="020B0503020202020204" pitchFamily="34" charset="0"/>
            </a:endParaRPr>
          </a:p>
        </p:txBody>
      </p:sp>
      <p:sp>
        <p:nvSpPr>
          <p:cNvPr id="6" name="1 Rectángulo">
            <a:extLst>
              <a:ext uri="{FF2B5EF4-FFF2-40B4-BE49-F238E27FC236}">
                <a16:creationId xmlns:a16="http://schemas.microsoft.com/office/drawing/2014/main" id="{999A4B83-2094-48A7-8E26-C91896FF3AF4}"/>
              </a:ext>
            </a:extLst>
          </p:cNvPr>
          <p:cNvSpPr/>
          <p:nvPr/>
        </p:nvSpPr>
        <p:spPr>
          <a:xfrm>
            <a:off x="6660232" y="116632"/>
            <a:ext cx="22992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" sz="3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NO BASTA</a:t>
            </a:r>
          </a:p>
        </p:txBody>
      </p:sp>
    </p:spTree>
    <p:extLst>
      <p:ext uri="{BB962C8B-B14F-4D97-AF65-F5344CB8AC3E}">
        <p14:creationId xmlns:p14="http://schemas.microsoft.com/office/powerpoint/2010/main" val="657824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30929" y="1058253"/>
            <a:ext cx="8640960" cy="280831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7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gency FB" panose="020B0503020202020204" pitchFamily="34" charset="0"/>
              </a:rPr>
              <a:t>Dame </a:t>
            </a:r>
            <a:r>
              <a:rPr lang="es-MX" sz="7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TU</a:t>
            </a:r>
            <a:r>
              <a:rPr lang="es-MX" sz="7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gency FB" panose="020B0503020202020204" pitchFamily="34" charset="0"/>
              </a:rPr>
              <a:t> VIDA</a:t>
            </a:r>
            <a:endParaRPr lang="es-CO" sz="7200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2 Subtítulo">
            <a:extLst>
              <a:ext uri="{FF2B5EF4-FFF2-40B4-BE49-F238E27FC236}">
                <a16:creationId xmlns:a16="http://schemas.microsoft.com/office/drawing/2014/main" id="{7475C4F5-5981-4733-9809-A5EA4896BA13}"/>
              </a:ext>
            </a:extLst>
          </p:cNvPr>
          <p:cNvSpPr txBox="1">
            <a:spLocks/>
          </p:cNvSpPr>
          <p:nvPr/>
        </p:nvSpPr>
        <p:spPr>
          <a:xfrm>
            <a:off x="251520" y="2132856"/>
            <a:ext cx="8640960" cy="11521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gency FB" panose="020B0503020202020204" pitchFamily="34" charset="0"/>
              </a:rPr>
              <a:t>Esa clase de vida que sabes dar</a:t>
            </a:r>
            <a:endParaRPr lang="es-CO" sz="7200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6" name="1 Rectángulo">
            <a:extLst>
              <a:ext uri="{FF2B5EF4-FFF2-40B4-BE49-F238E27FC236}">
                <a16:creationId xmlns:a16="http://schemas.microsoft.com/office/drawing/2014/main" id="{6839DEF7-6A1B-4F62-B169-B7B2981AA3C0}"/>
              </a:ext>
            </a:extLst>
          </p:cNvPr>
          <p:cNvSpPr/>
          <p:nvPr/>
        </p:nvSpPr>
        <p:spPr>
          <a:xfrm>
            <a:off x="6660232" y="116632"/>
            <a:ext cx="22992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" sz="3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NO BASTA</a:t>
            </a:r>
          </a:p>
        </p:txBody>
      </p:sp>
    </p:spTree>
    <p:extLst>
      <p:ext uri="{BB962C8B-B14F-4D97-AF65-F5344CB8AC3E}">
        <p14:creationId xmlns:p14="http://schemas.microsoft.com/office/powerpoint/2010/main" val="1691508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23838" y="1196752"/>
            <a:ext cx="9144000" cy="280831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78">
              <a:buNone/>
              <a:defRPr/>
            </a:pPr>
            <a:r>
              <a:rPr lang="es-MX" sz="7200" b="1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latin typeface="Agency FB" panose="020B0503020202020204" pitchFamily="34" charset="0"/>
              </a:rPr>
              <a:t>Dame </a:t>
            </a:r>
            <a:r>
              <a:rPr lang="es-MX" sz="7200" b="1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TU</a:t>
            </a:r>
            <a:r>
              <a:rPr lang="es-MX" sz="7200" b="1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latin typeface="Agency FB" panose="020B0503020202020204" pitchFamily="34" charset="0"/>
              </a:rPr>
              <a:t> VIDA</a:t>
            </a:r>
            <a:endParaRPr lang="es-CO" sz="7200" b="1" dirty="0">
              <a:ln>
                <a:solidFill>
                  <a:prstClr val="black"/>
                </a:solidFill>
              </a:ln>
              <a:solidFill>
                <a:prstClr val="white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2 Subtítulo">
            <a:extLst>
              <a:ext uri="{FF2B5EF4-FFF2-40B4-BE49-F238E27FC236}">
                <a16:creationId xmlns:a16="http://schemas.microsoft.com/office/drawing/2014/main" id="{7475C4F5-5981-4733-9809-A5EA4896BA13}"/>
              </a:ext>
            </a:extLst>
          </p:cNvPr>
          <p:cNvSpPr txBox="1">
            <a:spLocks/>
          </p:cNvSpPr>
          <p:nvPr/>
        </p:nvSpPr>
        <p:spPr>
          <a:xfrm>
            <a:off x="251520" y="2348880"/>
            <a:ext cx="8640960" cy="11521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78">
              <a:buNone/>
              <a:defRPr/>
            </a:pPr>
            <a:r>
              <a:rPr lang="es-MX" sz="7200" b="1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latin typeface="Agency FB" panose="020B0503020202020204" pitchFamily="34" charset="0"/>
              </a:rPr>
              <a:t>Yo quiero vivir solo para ti</a:t>
            </a:r>
            <a:endParaRPr lang="es-CO" sz="7200" b="1" dirty="0">
              <a:ln>
                <a:solidFill>
                  <a:prstClr val="black"/>
                </a:solidFill>
              </a:ln>
              <a:solidFill>
                <a:prstClr val="white"/>
              </a:solidFill>
              <a:latin typeface="Agency FB" panose="020B0503020202020204" pitchFamily="34" charset="0"/>
            </a:endParaRPr>
          </a:p>
        </p:txBody>
      </p:sp>
      <p:sp>
        <p:nvSpPr>
          <p:cNvPr id="6" name="1 Rectángulo">
            <a:extLst>
              <a:ext uri="{FF2B5EF4-FFF2-40B4-BE49-F238E27FC236}">
                <a16:creationId xmlns:a16="http://schemas.microsoft.com/office/drawing/2014/main" id="{10BA3907-0A67-4FEE-8D11-C50067C2B812}"/>
              </a:ext>
            </a:extLst>
          </p:cNvPr>
          <p:cNvSpPr/>
          <p:nvPr/>
        </p:nvSpPr>
        <p:spPr>
          <a:xfrm>
            <a:off x="6660232" y="116632"/>
            <a:ext cx="22992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" sz="3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NO BASTA</a:t>
            </a:r>
          </a:p>
        </p:txBody>
      </p:sp>
    </p:spTree>
    <p:extLst>
      <p:ext uri="{BB962C8B-B14F-4D97-AF65-F5344CB8AC3E}">
        <p14:creationId xmlns:p14="http://schemas.microsoft.com/office/powerpoint/2010/main" val="39931427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310281"/>
            <a:ext cx="9144000" cy="280831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78">
              <a:buNone/>
              <a:defRPr/>
            </a:pPr>
            <a:r>
              <a:rPr lang="es-MX" sz="7200" b="1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latin typeface="Agency FB" panose="020B0503020202020204" pitchFamily="34" charset="0"/>
              </a:rPr>
              <a:t>Dame </a:t>
            </a:r>
            <a:r>
              <a:rPr lang="es-MX" sz="7200" b="1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TU</a:t>
            </a:r>
            <a:r>
              <a:rPr lang="es-MX" sz="7200" b="1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latin typeface="Agency FB" panose="020B0503020202020204" pitchFamily="34" charset="0"/>
              </a:rPr>
              <a:t> VIDA</a:t>
            </a:r>
            <a:endParaRPr lang="es-CO" sz="7200" b="1" dirty="0">
              <a:ln>
                <a:solidFill>
                  <a:prstClr val="black"/>
                </a:solidFill>
              </a:ln>
              <a:solidFill>
                <a:prstClr val="white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2 Subtítulo">
            <a:extLst>
              <a:ext uri="{FF2B5EF4-FFF2-40B4-BE49-F238E27FC236}">
                <a16:creationId xmlns:a16="http://schemas.microsoft.com/office/drawing/2014/main" id="{7475C4F5-5981-4733-9809-A5EA4896BA13}"/>
              </a:ext>
            </a:extLst>
          </p:cNvPr>
          <p:cNvSpPr txBox="1">
            <a:spLocks/>
          </p:cNvSpPr>
          <p:nvPr/>
        </p:nvSpPr>
        <p:spPr>
          <a:xfrm>
            <a:off x="251520" y="2492896"/>
            <a:ext cx="8640960" cy="11521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78">
              <a:buNone/>
              <a:defRPr/>
            </a:pPr>
            <a:r>
              <a:rPr lang="es-MX" sz="7200" b="1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latin typeface="Agency FB" panose="020B0503020202020204" pitchFamily="34" charset="0"/>
              </a:rPr>
              <a:t>Resucítame en ti </a:t>
            </a:r>
            <a:endParaRPr lang="es-CO" sz="7200" b="1" dirty="0">
              <a:ln>
                <a:solidFill>
                  <a:prstClr val="black"/>
                </a:solidFill>
              </a:ln>
              <a:solidFill>
                <a:prstClr val="white"/>
              </a:solidFill>
              <a:latin typeface="Agency FB" panose="020B0503020202020204" pitchFamily="34" charset="0"/>
            </a:endParaRPr>
          </a:p>
        </p:txBody>
      </p:sp>
      <p:sp>
        <p:nvSpPr>
          <p:cNvPr id="6" name="1 Rectángulo">
            <a:extLst>
              <a:ext uri="{FF2B5EF4-FFF2-40B4-BE49-F238E27FC236}">
                <a16:creationId xmlns:a16="http://schemas.microsoft.com/office/drawing/2014/main" id="{D385959A-88D5-4D7F-8AC3-7B065880EF8E}"/>
              </a:ext>
            </a:extLst>
          </p:cNvPr>
          <p:cNvSpPr/>
          <p:nvPr/>
        </p:nvSpPr>
        <p:spPr>
          <a:xfrm>
            <a:off x="6660232" y="116632"/>
            <a:ext cx="22992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" sz="3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NO BASTA</a:t>
            </a:r>
          </a:p>
        </p:txBody>
      </p:sp>
    </p:spTree>
    <p:extLst>
      <p:ext uri="{BB962C8B-B14F-4D97-AF65-F5344CB8AC3E}">
        <p14:creationId xmlns:p14="http://schemas.microsoft.com/office/powerpoint/2010/main" val="36068752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900608" y="1248127"/>
            <a:ext cx="9144000" cy="147064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78">
              <a:buNone/>
              <a:defRPr/>
            </a:pPr>
            <a:r>
              <a:rPr lang="es-MX" sz="7200" b="1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latin typeface="Agency FB" panose="020B0503020202020204" pitchFamily="34" charset="0"/>
              </a:rPr>
              <a:t>//Yo quiero VIVIR</a:t>
            </a:r>
            <a:endParaRPr lang="es-CO" sz="7200" b="1" dirty="0">
              <a:ln>
                <a:solidFill>
                  <a:prstClr val="black"/>
                </a:solidFill>
              </a:ln>
              <a:solidFill>
                <a:prstClr val="white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2 Subtítulo">
            <a:extLst>
              <a:ext uri="{FF2B5EF4-FFF2-40B4-BE49-F238E27FC236}">
                <a16:creationId xmlns:a16="http://schemas.microsoft.com/office/drawing/2014/main" id="{7475C4F5-5981-4733-9809-A5EA4896BA13}"/>
              </a:ext>
            </a:extLst>
          </p:cNvPr>
          <p:cNvSpPr txBox="1">
            <a:spLocks/>
          </p:cNvSpPr>
          <p:nvPr/>
        </p:nvSpPr>
        <p:spPr>
          <a:xfrm>
            <a:off x="1462489" y="2276872"/>
            <a:ext cx="6768752" cy="115212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378">
              <a:buNone/>
              <a:defRPr/>
            </a:pPr>
            <a:r>
              <a:rPr lang="es-MX" sz="7200" b="1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latin typeface="Agency FB" panose="020B0503020202020204" pitchFamily="34" charset="0"/>
              </a:rPr>
              <a:t>Solo para TI// </a:t>
            </a:r>
            <a:endParaRPr lang="es-CO" sz="7200" b="1" dirty="0">
              <a:ln>
                <a:solidFill>
                  <a:prstClr val="black"/>
                </a:solidFill>
              </a:ln>
              <a:solidFill>
                <a:prstClr val="white"/>
              </a:solidFill>
              <a:latin typeface="Agency FB" panose="020B0503020202020204" pitchFamily="34" charset="0"/>
            </a:endParaRPr>
          </a:p>
        </p:txBody>
      </p:sp>
      <p:sp>
        <p:nvSpPr>
          <p:cNvPr id="6" name="1 Rectángulo">
            <a:extLst>
              <a:ext uri="{FF2B5EF4-FFF2-40B4-BE49-F238E27FC236}">
                <a16:creationId xmlns:a16="http://schemas.microsoft.com/office/drawing/2014/main" id="{999A4B83-2094-48A7-8E26-C91896FF3AF4}"/>
              </a:ext>
            </a:extLst>
          </p:cNvPr>
          <p:cNvSpPr/>
          <p:nvPr/>
        </p:nvSpPr>
        <p:spPr>
          <a:xfrm>
            <a:off x="6660232" y="116632"/>
            <a:ext cx="22992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" sz="3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NO BASTA</a:t>
            </a:r>
          </a:p>
        </p:txBody>
      </p:sp>
    </p:spTree>
    <p:extLst>
      <p:ext uri="{BB962C8B-B14F-4D97-AF65-F5344CB8AC3E}">
        <p14:creationId xmlns:p14="http://schemas.microsoft.com/office/powerpoint/2010/main" val="40143482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</TotalTime>
  <Words>191</Words>
  <Application>Microsoft Office PowerPoint</Application>
  <PresentationFormat>Presentación en pantalla (4:3)</PresentationFormat>
  <Paragraphs>57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Agency FB</vt:lpstr>
      <vt:lpstr>Arial</vt:lpstr>
      <vt:lpstr>Arial Rounded MT Bold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 </dc:creator>
  <cp:lastModifiedBy>Familia Cañon Peña</cp:lastModifiedBy>
  <cp:revision>67</cp:revision>
  <dcterms:created xsi:type="dcterms:W3CDTF">2016-05-14T05:08:05Z</dcterms:created>
  <dcterms:modified xsi:type="dcterms:W3CDTF">2021-07-27T04:05:22Z</dcterms:modified>
</cp:coreProperties>
</file>