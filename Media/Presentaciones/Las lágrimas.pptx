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72" r:id="rId5"/>
    <p:sldId id="262" r:id="rId6"/>
    <p:sldId id="263" r:id="rId7"/>
    <p:sldId id="264" r:id="rId8"/>
    <p:sldId id="265" r:id="rId9"/>
    <p:sldId id="273" r:id="rId10"/>
    <p:sldId id="274" r:id="rId11"/>
    <p:sldId id="275" r:id="rId12"/>
    <p:sldId id="276" r:id="rId13"/>
    <p:sldId id="277" r:id="rId14"/>
    <p:sldId id="278" r:id="rId15"/>
    <p:sldId id="27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6036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534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008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0920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188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45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47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9703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867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0841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385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669A-BD3C-4904-8A4F-62396D0C5BE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4F24B-81AF-4977-9D74-9E899A657E3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001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E5D098B-69B3-4D62-B6C9-A53B55C69F9F}"/>
              </a:ext>
            </a:extLst>
          </p:cNvPr>
          <p:cNvSpPr txBox="1"/>
          <p:nvPr/>
        </p:nvSpPr>
        <p:spPr>
          <a:xfrm>
            <a:off x="243509" y="996034"/>
            <a:ext cx="8656982" cy="474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Las lágrimas que</a:t>
            </a:r>
          </a:p>
          <a:p>
            <a:pPr>
              <a:lnSpc>
                <a:spcPct val="115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cada día derramé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r">
              <a:lnSpc>
                <a:spcPct val="115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Lleno de miseria </a:t>
            </a:r>
          </a:p>
          <a:p>
            <a:pPr algn="r">
              <a:lnSpc>
                <a:spcPct val="115000"/>
              </a:lnSpc>
            </a:pPr>
            <a:r>
              <a:rPr lang="es-ES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  <a:t>yo las soporté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ea typeface="Times New Roman" panose="02020603050405020304" pitchFamily="18" charset="0"/>
              <a:cs typeface="Aharoni" panose="02010803020104030203" pitchFamily="2" charset="-79"/>
            </a:endParaRPr>
          </a:p>
          <a:p>
            <a:pPr algn="ctr"/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4F98F1-9590-4B1A-980B-728665BA1631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2563474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E5D098B-69B3-4D62-B6C9-A53B55C69F9F}"/>
              </a:ext>
            </a:extLst>
          </p:cNvPr>
          <p:cNvSpPr txBox="1"/>
          <p:nvPr/>
        </p:nvSpPr>
        <p:spPr>
          <a:xfrm>
            <a:off x="243509" y="1181565"/>
            <a:ext cx="8656982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ea typeface="Times New Roman" panose="02020603050405020304" pitchFamily="18" charset="0"/>
              </a:rPr>
              <a:t>Vivía sin su amor sin el Consolador</a:t>
            </a:r>
          </a:p>
          <a:p>
            <a:pPr algn="ctr">
              <a:lnSpc>
                <a:spcPct val="115000"/>
              </a:lnSpc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  <a:ea typeface="Times New Roman" panose="02020603050405020304" pitchFamily="18" charset="0"/>
              </a:rPr>
              <a:t>Perdido   iba   yo</a:t>
            </a: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FC4430-DC7D-4DA3-A9C8-C900C32C3BF6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373304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0" y="1397187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Cuando una luz resplandeciente me envolvió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F483DA-BA19-4447-A243-FCA13BB27D64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381894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437322" y="814091"/>
            <a:ext cx="87066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una mano tierna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me acarició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F483DA-BA19-4447-A243-FCA13BB27D64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863B9F-1D8C-4767-8B05-D4B6A7687861}"/>
              </a:ext>
            </a:extLst>
          </p:cNvPr>
          <p:cNvSpPr txBox="1"/>
          <p:nvPr/>
        </p:nvSpPr>
        <p:spPr>
          <a:xfrm>
            <a:off x="477078" y="2722945"/>
            <a:ext cx="81898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Con él sentí nacer </a:t>
            </a:r>
          </a:p>
          <a:p>
            <a:pPr algn="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con él sentí vivir</a:t>
            </a:r>
          </a:p>
          <a:p>
            <a:pPr algn="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59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477078" y="2722945"/>
            <a:ext cx="81898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Salvado fui por él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C8F801-F9DE-4A5C-86F4-3D3D48048565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4152549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477078" y="1795293"/>
            <a:ext cx="81898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Qué gozo siento yo vivir</a:t>
            </a:r>
          </a:p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Seguro estoy con él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343ED5-B067-46E1-ABD6-B39CAF637619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410576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331304" y="1649519"/>
            <a:ext cx="81898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Cuán gran amor me da</a:t>
            </a:r>
          </a:p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Mi Cristo siempre es fiel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2EE1A6E-A604-461D-90F7-5EF58D45CAF9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100527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0" y="1536174"/>
            <a:ext cx="88524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Caricias demostró</a:t>
            </a:r>
          </a:p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Cuando él me salvó</a:t>
            </a:r>
          </a:p>
          <a:p>
            <a:pPr algn="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Amor nunca me faltará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D2FD82-E0A8-4908-BF10-49F1A7FE27A8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3247773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0" y="1397187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Cuando una luz resplandeciente me envolvió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F483DA-BA19-4447-A243-FCA13BB27D64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2950415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437322" y="814091"/>
            <a:ext cx="87066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Y una mano tierna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Tw Cen MT Condensed Extra Bold" panose="020B0803020202020204" pitchFamily="34" charset="0"/>
              </a:rPr>
              <a:t>me acarició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F483DA-BA19-4447-A243-FCA13BB27D64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863B9F-1D8C-4767-8B05-D4B6A7687861}"/>
              </a:ext>
            </a:extLst>
          </p:cNvPr>
          <p:cNvSpPr txBox="1"/>
          <p:nvPr/>
        </p:nvSpPr>
        <p:spPr>
          <a:xfrm>
            <a:off x="477078" y="2722945"/>
            <a:ext cx="81898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Con él sentí nacer </a:t>
            </a:r>
          </a:p>
          <a:p>
            <a:pPr algn="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con él sentí vivir</a:t>
            </a:r>
          </a:p>
          <a:p>
            <a:pPr algn="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97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477078" y="2722945"/>
            <a:ext cx="81898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Salvado fui por él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C8F801-F9DE-4A5C-86F4-3D3D48048565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216815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477078" y="1795293"/>
            <a:ext cx="81898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Qué gozo siento yo vivir</a:t>
            </a:r>
          </a:p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Seguro estoy con él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343ED5-B067-46E1-ABD6-B39CAF637619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62943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331304" y="1649519"/>
            <a:ext cx="81898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Cuán gran amor me da</a:t>
            </a:r>
          </a:p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Mi Cristo siempre es fiel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2EE1A6E-A604-461D-90F7-5EF58D45CAF9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306439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0" y="1536174"/>
            <a:ext cx="88524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Caricias demostró</a:t>
            </a:r>
          </a:p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Cuando él me salvó</a:t>
            </a:r>
          </a:p>
          <a:p>
            <a:pPr algn="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Amor nunca me faltará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D2FD82-E0A8-4908-BF10-49F1A7FE27A8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255204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D08FB56B-E872-449B-8DF7-F9341873F0F0}"/>
              </a:ext>
            </a:extLst>
          </p:cNvPr>
          <p:cNvSpPr txBox="1"/>
          <p:nvPr/>
        </p:nvSpPr>
        <p:spPr>
          <a:xfrm>
            <a:off x="152401" y="1840974"/>
            <a:ext cx="88524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prstClr val="white"/>
                </a:solidFill>
                <a:latin typeface="Tw Cen MT Condensed Extra Bold" panose="020B0803020202020204" pitchFamily="34" charset="0"/>
              </a:rPr>
              <a:t>/Amor nunca me faltará/</a:t>
            </a:r>
          </a:p>
          <a:p>
            <a:pPr algn="ctr" defTabSz="685800">
              <a:defRPr/>
            </a:pP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prstClr val="white"/>
              </a:solidFill>
              <a:latin typeface="Tw Cen MT Condensed Extra Bold" panose="020B08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D2FD82-E0A8-4908-BF10-49F1A7FE27A8}"/>
              </a:ext>
            </a:extLst>
          </p:cNvPr>
          <p:cNvSpPr txBox="1"/>
          <p:nvPr/>
        </p:nvSpPr>
        <p:spPr>
          <a:xfrm>
            <a:off x="4426226" y="0"/>
            <a:ext cx="4578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LAS LÁGRIMAS</a:t>
            </a:r>
          </a:p>
        </p:txBody>
      </p:sp>
    </p:spTree>
    <p:extLst>
      <p:ext uri="{BB962C8B-B14F-4D97-AF65-F5344CB8AC3E}">
        <p14:creationId xmlns:p14="http://schemas.microsoft.com/office/powerpoint/2010/main" val="1391404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164</Words>
  <Application>Microsoft Office PowerPoint</Application>
  <PresentationFormat>Presentación en pantalla (4:3)</PresentationFormat>
  <Paragraphs>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Arial Rounded MT Bold</vt:lpstr>
      <vt:lpstr>Calibri</vt:lpstr>
      <vt:lpstr>Calibri Light</vt:lpstr>
      <vt:lpstr>Tw Cen MT Condensed Extra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7</cp:revision>
  <dcterms:created xsi:type="dcterms:W3CDTF">2020-08-27T03:41:37Z</dcterms:created>
  <dcterms:modified xsi:type="dcterms:W3CDTF">2021-07-27T03:56:44Z</dcterms:modified>
</cp:coreProperties>
</file>