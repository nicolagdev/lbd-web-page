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82" r:id="rId16"/>
    <p:sldId id="283" r:id="rId17"/>
    <p:sldId id="284" r:id="rId18"/>
    <p:sldId id="288" r:id="rId1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5865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596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06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270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968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598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790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6230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92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209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43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9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E40A7-F5B8-444A-9ED0-5FB25847AFC8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5E04A-B1F0-4A0D-A0CA-7B30D0B9B3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107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4076" y="1412776"/>
            <a:ext cx="7095848" cy="2214246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Este es mi DESEO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HONRARTE a ti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CCEF233-C728-4BAB-8DFE-64E14306E576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105797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410213"/>
            <a:ext cx="7479831" cy="205222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    Con todo MI SER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ADORARÉ</a:t>
            </a:r>
          </a:p>
          <a:p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BE8B61-C17E-4D76-82BD-7E7710C6E8CF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313414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70838"/>
            <a:ext cx="9144000" cy="235097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Con todas mis FUERZAS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ALABARÉ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EFF4C1-36F6-4ACF-9B23-6FEF76DF9A2D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132312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08520" y="1970838"/>
            <a:ext cx="9091010" cy="145816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ADORACIÓN eres TÚ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8C9AA-05B0-440C-92A1-C3737BDF623F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132312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5556" y="1772816"/>
            <a:ext cx="7992888" cy="24842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Hoy te rindo MI SER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doy mi CORAZÓN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3F1735-A1F7-4E39-874D-5B6A63E91FDD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13231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85646" y="1628800"/>
            <a:ext cx="6372708" cy="132143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Yo vivo para ti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En cada palpitar 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EEDDDC-F4CF-468E-84CD-7FB920BAD09D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50755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764704"/>
            <a:ext cx="9144000" cy="302433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endParaRPr lang="es-MX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Mientras haya aliento en mí</a:t>
            </a:r>
          </a:p>
          <a:p>
            <a:pPr algn="ct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DIOS haz tu obra en mí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A188AB-BEED-4F27-A838-EC977A4C9757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13231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4076" y="1412776"/>
            <a:ext cx="7095848" cy="2214246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Este es mi DESEO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HONRARTE a ti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CCEF233-C728-4BAB-8DFE-64E14306E576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137374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410213"/>
            <a:ext cx="7479831" cy="205222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    Con todo MI SER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ADORARÉ</a:t>
            </a:r>
          </a:p>
          <a:p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BE8B61-C17E-4D76-82BD-7E7710C6E8CF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47411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7574" y="1970838"/>
            <a:ext cx="8010890" cy="235097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Con todas mis FUERZAS 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ALABARÉ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EFF4C1-36F6-4ACF-9B23-6FEF76DF9A2D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120068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38367" y="1970838"/>
            <a:ext cx="6667266" cy="145816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 ADORACIÓN eres TÚ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8C9AA-05B0-440C-92A1-C3737BDF623F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3764008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5556" y="1772816"/>
            <a:ext cx="7992888" cy="24842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Hoy te rindo MI SER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doy mi CORAZÓN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83F1735-A1F7-4E39-874D-5B6A63E91FDD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1719442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85646" y="1628800"/>
            <a:ext cx="6372708" cy="132143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Yo vivo para ti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En cada palpitar 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EEDDDC-F4CF-468E-84CD-7FB920BAD09D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764862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78523" y="764704"/>
            <a:ext cx="8586954" cy="302433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endParaRPr lang="es-MX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Mientras haya aliento en mí</a:t>
            </a:r>
          </a:p>
          <a:p>
            <a:pPr algn="ctr"/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DIOS haz tu obra en mí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A188AB-BEED-4F27-A838-EC977A4C9757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2760223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5556" y="1556792"/>
            <a:ext cx="7992888" cy="248427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Hoy te rindo mi ser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Te doy mi CORAZÓN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5190B1-192C-419C-8106-F12B37CE8A0E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3063640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85646" y="1844824"/>
            <a:ext cx="6372708" cy="132143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Yo vivo para ti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En cada palpitar 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0D3E9EC-CC0B-4B64-A1C5-7F1435DCF4EC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4157600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692696"/>
            <a:ext cx="8064896" cy="338437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endParaRPr lang="es-MX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Mientras haya aliento en mí</a:t>
            </a:r>
          </a:p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DIOS haz tu obra en mí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8417BC-65A9-45C0-8704-D8EC9F204CDA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1201880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420888"/>
            <a:ext cx="9252520" cy="30243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oper Black" panose="0208090404030B020404" pitchFamily="18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DIOS haz tu obra en mí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6784B0-A2BC-497E-8700-95A6A0AA1B63}"/>
              </a:ext>
            </a:extLst>
          </p:cNvPr>
          <p:cNvSpPr txBox="1"/>
          <p:nvPr/>
        </p:nvSpPr>
        <p:spPr>
          <a:xfrm>
            <a:off x="5220072" y="116632"/>
            <a:ext cx="376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ESTE ES MI DESEO </a:t>
            </a:r>
          </a:p>
        </p:txBody>
      </p:sp>
    </p:spTree>
    <p:extLst>
      <p:ext uri="{BB962C8B-B14F-4D97-AF65-F5344CB8AC3E}">
        <p14:creationId xmlns:p14="http://schemas.microsoft.com/office/powerpoint/2010/main" val="3030818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212</Words>
  <Application>Microsoft Office PowerPoint</Application>
  <PresentationFormat>Presentación en pantalla (4:3)</PresentationFormat>
  <Paragraphs>57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19</cp:revision>
  <dcterms:created xsi:type="dcterms:W3CDTF">2016-07-19T22:38:24Z</dcterms:created>
  <dcterms:modified xsi:type="dcterms:W3CDTF">2021-07-27T03:39:34Z</dcterms:modified>
</cp:coreProperties>
</file>