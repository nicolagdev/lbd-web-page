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05" r:id="rId10"/>
    <p:sldId id="306" r:id="rId11"/>
    <p:sldId id="266" r:id="rId12"/>
    <p:sldId id="267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824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430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5785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38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8307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541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151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488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008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141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707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69D47-6C6A-4F5D-ACF5-8B98FF6D08D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EDC86-DDF8-414F-A68D-44AA6B35C7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402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20207" y="1268760"/>
            <a:ext cx="8703586" cy="1782198"/>
          </a:xfrm>
        </p:spPr>
        <p:txBody>
          <a:bodyPr>
            <a:no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Cuando parece DIFÍCIL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la vida no tiene sentido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1C15B3-DA20-407E-A0EB-24E75DAFF271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349059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9552" y="764704"/>
            <a:ext cx="8604448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Cuando las fuerzas te faltan</a:t>
            </a:r>
          </a:p>
          <a:p>
            <a:pPr algn="r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 TIEMPO de CAMINAR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56F178-66B0-426E-B5B2-6AAF86044F82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48728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02559" y="980728"/>
            <a:ext cx="7938882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Toma su mano y cree</a:t>
            </a:r>
          </a:p>
          <a:p>
            <a:pPr algn="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En DIOS tú tienes la </a:t>
            </a:r>
            <a:r>
              <a:rPr lang="es-MX" sz="9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Brush Script MT" panose="03060802040406070304" pitchFamily="66" charset="0"/>
                <a:cs typeface="Aharoni" panose="02010803020104030203" pitchFamily="2" charset="-79"/>
              </a:rPr>
              <a:t>Fuerza</a:t>
            </a:r>
            <a:endParaRPr lang="es-MX" sz="6000" dirty="0">
              <a:ln w="22225">
                <a:solidFill>
                  <a:sysClr val="windowText" lastClr="000000"/>
                </a:solidFill>
                <a:prstDash val="solid"/>
              </a:ln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191F66-6F63-4E52-AF0B-F882B6B0118A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102257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476672"/>
            <a:ext cx="9144000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Brush Script MT" panose="03060802040406070304" pitchFamily="66" charset="0"/>
                <a:cs typeface="Aharoni" panose="02010803020104030203" pitchFamily="2" charset="-79"/>
              </a:rPr>
              <a:t>Sigue sus pasos </a:t>
            </a:r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 hermano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No mires más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hacia atrás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BBAFBF-302D-4B60-876B-C295559C0F20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102257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1294801"/>
            <a:ext cx="8568952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Hay una </a:t>
            </a:r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Brush Script MT" panose="03060802040406070304" pitchFamily="66" charset="0"/>
                <a:cs typeface="Aharoni" panose="02010803020104030203" pitchFamily="2" charset="-79"/>
              </a:rPr>
              <a:t>tierra esperando</a:t>
            </a:r>
            <a:endParaRPr lang="es-MX" dirty="0">
              <a:ln w="22225">
                <a:solidFill>
                  <a:sysClr val="windowText" lastClr="000000"/>
                </a:solidFill>
                <a:prstDash val="solid"/>
              </a:ln>
              <a:latin typeface="Brush Script MT" panose="03060802040406070304" pitchFamily="66" charset="0"/>
              <a:cs typeface="Aharoni" panose="02010803020104030203" pitchFamily="2" charset="-79"/>
            </a:endParaRPr>
          </a:p>
          <a:p>
            <a:pPr algn="r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Hay una TIERRA CON SED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27C362-9FD6-4F29-B989-60E414A9D82E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102257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5326" y="1268760"/>
            <a:ext cx="9149326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Brush Script MT" panose="03060802040406070304" pitchFamily="66" charset="0"/>
                <a:cs typeface="Aharoni" panose="02010803020104030203" pitchFamily="2" charset="-79"/>
              </a:rPr>
              <a:t>Miles de almas </a:t>
            </a:r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clamando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Por un mensaje de FE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399AAB-5502-457B-A3CF-654D5ACB7098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102257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79512" y="836712"/>
            <a:ext cx="8964488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Hay una tierra esperando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Hoy muchos </a:t>
            </a:r>
            <a:r>
              <a:rPr lang="es-MX" sz="8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Brush Script MT" panose="03060802040406070304" pitchFamily="66" charset="0"/>
                <a:cs typeface="Aharoni" panose="02010803020104030203" pitchFamily="2" charset="-79"/>
              </a:rPr>
              <a:t>tienen que oír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829449-2219-47C5-AD82-AE254976F81E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102257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387551" y="1124744"/>
            <a:ext cx="9919102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Brush Script MT" panose="03060802040406070304" pitchFamily="66" charset="0"/>
                <a:cs typeface="Aharoni" panose="02010803020104030203" pitchFamily="2" charset="-79"/>
              </a:rPr>
              <a:t>Miles de almas</a:t>
            </a:r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Modern Love" panose="04090805081005020601" pitchFamily="82" charset="0"/>
                <a:cs typeface="Aharoni" panose="02010803020104030203" pitchFamily="2" charset="-79"/>
              </a:rPr>
              <a:t> </a:t>
            </a:r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clamando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 tiempo de COMPARTIR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0688A1-5A62-4F00-94BF-C1B80097D440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1022577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20207" y="1268760"/>
            <a:ext cx="8703586" cy="1782198"/>
          </a:xfrm>
        </p:spPr>
        <p:txBody>
          <a:bodyPr>
            <a:no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Cuando parece DIFÍCIL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la vida no tiene sentido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1C15B3-DA20-407E-A0EB-24E75DAFF271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2554535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9552" y="764704"/>
            <a:ext cx="8604448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Cuando las fuerzas te faltan</a:t>
            </a:r>
          </a:p>
          <a:p>
            <a:pPr algn="r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 TIEMPO de CAMINAR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56F178-66B0-426E-B5B2-6AAF86044F82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1079542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1500" y="1242581"/>
            <a:ext cx="8001000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Él es la FUENTE DE VIDA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Hay una tierra con SED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0ABE49-E939-4159-84B9-8EA7DA2876B5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1835697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585573" y="1292174"/>
            <a:ext cx="10315146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5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DIOS es quien te acompaña</a:t>
            </a:r>
          </a:p>
          <a:p>
            <a:r>
              <a:rPr lang="es-MX" sz="5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Su PALABRA A OBEDECER</a:t>
            </a:r>
            <a:endParaRPr lang="es-CO" sz="5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23DDF18-2BEF-404B-BA48-7733EC993119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3103494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1294801"/>
            <a:ext cx="8568952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Hay una tierra esperando</a:t>
            </a:r>
          </a:p>
          <a:p>
            <a:pPr algn="r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Hay una TIERRA CON SED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27C362-9FD6-4F29-B989-60E414A9D82E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1942104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5326" y="1268760"/>
            <a:ext cx="9149326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Miles de almas clamando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Por un mensaje de FE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399AAB-5502-457B-A3CF-654D5ACB7098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339553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836712"/>
            <a:ext cx="9144000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Hay una tierra esperando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Hoy muchos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tienen que oír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829449-2219-47C5-AD82-AE254976F81E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4102529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387551" y="1124744"/>
            <a:ext cx="9919102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MILES DE ALMAS clamando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 tiempo de COMPARTIR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0688A1-5A62-4F00-94BF-C1B80097D440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495373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1294801"/>
            <a:ext cx="8568952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Hay una </a:t>
            </a:r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Brush Script MT" panose="03060802040406070304" pitchFamily="66" charset="0"/>
                <a:cs typeface="Aharoni" panose="02010803020104030203" pitchFamily="2" charset="-79"/>
              </a:rPr>
              <a:t>tierra esperando</a:t>
            </a:r>
            <a:endParaRPr lang="es-MX" dirty="0">
              <a:ln w="22225">
                <a:solidFill>
                  <a:sysClr val="windowText" lastClr="000000"/>
                </a:solidFill>
                <a:prstDash val="solid"/>
              </a:ln>
              <a:latin typeface="Brush Script MT" panose="03060802040406070304" pitchFamily="66" charset="0"/>
              <a:cs typeface="Aharoni" panose="02010803020104030203" pitchFamily="2" charset="-79"/>
            </a:endParaRPr>
          </a:p>
          <a:p>
            <a:pPr algn="r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Hay una TIERRA CON SED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27C362-9FD6-4F29-B989-60E414A9D82E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2747001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5326" y="1268760"/>
            <a:ext cx="9149326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Miles de almas clamando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Por un mensaje de FE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399AAB-5502-457B-A3CF-654D5ACB7098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1105111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79512" y="836712"/>
            <a:ext cx="8568952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Hay una tierra esperando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Hoy muchos tienen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que oír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829449-2219-47C5-AD82-AE254976F81E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3789092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387551" y="1124744"/>
            <a:ext cx="9919102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Miles de almas clamando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 tiempo de COMPARTIR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0688A1-5A62-4F00-94BF-C1B80097D440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45502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20207" y="1268760"/>
            <a:ext cx="8703586" cy="1782198"/>
          </a:xfrm>
        </p:spPr>
        <p:txBody>
          <a:bodyPr>
            <a:no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Cuando parece DIFÍCIL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la vida no tiene sentido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1C15B3-DA20-407E-A0EB-24E75DAFF271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406051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9552" y="764704"/>
            <a:ext cx="8604448" cy="21602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Cuando las fuerzas te faltan</a:t>
            </a:r>
          </a:p>
          <a:p>
            <a:pPr algn="r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 TIEMPO de CAMINAR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56F178-66B0-426E-B5B2-6AAF86044F82}"/>
              </a:ext>
            </a:extLst>
          </p:cNvPr>
          <p:cNvSpPr txBox="1"/>
          <p:nvPr/>
        </p:nvSpPr>
        <p:spPr>
          <a:xfrm>
            <a:off x="4158342" y="6093296"/>
            <a:ext cx="498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HAY UNA TIERRA ESPERANDO</a:t>
            </a:r>
          </a:p>
        </p:txBody>
      </p:sp>
    </p:spTree>
    <p:extLst>
      <p:ext uri="{BB962C8B-B14F-4D97-AF65-F5344CB8AC3E}">
        <p14:creationId xmlns:p14="http://schemas.microsoft.com/office/powerpoint/2010/main" val="25472753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</TotalTime>
  <Words>291</Words>
  <Application>Microsoft Office PowerPoint</Application>
  <PresentationFormat>Presentación en pantalla (4:3)</PresentationFormat>
  <Paragraphs>69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Aharoni</vt:lpstr>
      <vt:lpstr>Arial</vt:lpstr>
      <vt:lpstr>Arial Rounded MT Bold</vt:lpstr>
      <vt:lpstr>Brush Script MT</vt:lpstr>
      <vt:lpstr>Calibri</vt:lpstr>
      <vt:lpstr>Modern Love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26</cp:revision>
  <dcterms:created xsi:type="dcterms:W3CDTF">2016-04-26T19:04:30Z</dcterms:created>
  <dcterms:modified xsi:type="dcterms:W3CDTF">2021-07-27T03:50:23Z</dcterms:modified>
</cp:coreProperties>
</file>