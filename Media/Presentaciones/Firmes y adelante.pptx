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5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210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821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831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506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635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971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079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656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450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82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3721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AFC54-567A-4941-B942-D30E2E31168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E23D7-ED1A-4FD5-B63D-D907449F94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974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508418" y="465469"/>
            <a:ext cx="81271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Firmes y adelante</a:t>
            </a:r>
          </a:p>
          <a:p>
            <a:r>
              <a:rPr lang="es-ES_tradnl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Huestes de la fe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AA879C-4676-4D06-82AD-3AFFBAFA61A3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6F62C4-9887-40B7-9992-E11F0D2B3B88}"/>
              </a:ext>
            </a:extLst>
          </p:cNvPr>
          <p:cNvSpPr txBox="1"/>
          <p:nvPr/>
        </p:nvSpPr>
        <p:spPr>
          <a:xfrm>
            <a:off x="679259" y="2181940"/>
            <a:ext cx="81271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Sin temor alguno</a:t>
            </a:r>
          </a:p>
          <a:p>
            <a:pPr algn="r"/>
            <a:r>
              <a:rPr lang="es-ES_tradnl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Que Jesús nos ve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31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1910720" y="2382733"/>
            <a:ext cx="6907696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Y la regia  enseñan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Tremolando está</a:t>
            </a:r>
          </a:p>
          <a:p>
            <a:pPr algn="ctr"/>
            <a:endParaRPr lang="es-ES_tradnl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28D68A-BDEF-4AB9-B30B-4F300090E2B6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C64493-39D7-41CC-B193-ED8B785428BD}"/>
              </a:ext>
            </a:extLst>
          </p:cNvPr>
          <p:cNvSpPr txBox="1"/>
          <p:nvPr/>
        </p:nvSpPr>
        <p:spPr>
          <a:xfrm>
            <a:off x="325584" y="722903"/>
            <a:ext cx="6907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Jefe soberano</a:t>
            </a:r>
          </a:p>
          <a:p>
            <a:r>
              <a:rPr lang="es-ES_tradnl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Cristo al frente va</a:t>
            </a:r>
          </a:p>
          <a:p>
            <a:pPr algn="ctr"/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7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2069568" y="2386109"/>
            <a:ext cx="6907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De los ya gloriosos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Vamos hoy en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pos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ctr"/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1F2360-698D-44FE-B90B-F89884EBCDC6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9DCAEC-DB46-44AC-8620-E7865ACB0B86}"/>
              </a:ext>
            </a:extLst>
          </p:cNvPr>
          <p:cNvSpPr txBox="1"/>
          <p:nvPr/>
        </p:nvSpPr>
        <p:spPr>
          <a:xfrm>
            <a:off x="263220" y="696302"/>
            <a:ext cx="6907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Muévese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  potente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La iglesia de Dios</a:t>
            </a:r>
          </a:p>
          <a:p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854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325585" y="696302"/>
            <a:ext cx="6907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Somos sólo un cuerpo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Y uno es el Señor </a:t>
            </a:r>
          </a:p>
          <a:p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5D78D3-0530-4404-97FC-366E1635BC0C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B7F51-DA88-4C13-BAC7-0C11A17170F3}"/>
              </a:ext>
            </a:extLst>
          </p:cNvPr>
          <p:cNvSpPr txBox="1"/>
          <p:nvPr/>
        </p:nvSpPr>
        <p:spPr>
          <a:xfrm>
            <a:off x="1906073" y="1443806"/>
            <a:ext cx="69076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Una la esperanza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Y uno nuestro amor</a:t>
            </a:r>
          </a:p>
          <a:p>
            <a:pPr algn="r"/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38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2069568" y="2386109"/>
            <a:ext cx="6907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De los ya gloriosos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Vamos hoy en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pos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ctr"/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1F2360-698D-44FE-B90B-F89884EBCDC6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9DCAEC-DB46-44AC-8620-E7865ACB0B86}"/>
              </a:ext>
            </a:extLst>
          </p:cNvPr>
          <p:cNvSpPr txBox="1"/>
          <p:nvPr/>
        </p:nvSpPr>
        <p:spPr>
          <a:xfrm>
            <a:off x="263220" y="696302"/>
            <a:ext cx="69076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Muévese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  potente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La iglesia de Dios</a:t>
            </a:r>
          </a:p>
          <a:p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0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321972" y="696302"/>
            <a:ext cx="84614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Tronos y coronas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Pueden perecer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De Jesús la iglesia 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Siempre habrá de ser</a:t>
            </a:r>
          </a:p>
          <a:p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ctr"/>
            <a:endParaRPr lang="es-ES_tradnl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1DDBCE2-80E6-45C2-A0FA-5F0A04DC99F8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</p:spTree>
    <p:extLst>
      <p:ext uri="{BB962C8B-B14F-4D97-AF65-F5344CB8AC3E}">
        <p14:creationId xmlns:p14="http://schemas.microsoft.com/office/powerpoint/2010/main" val="177900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405760" y="696302"/>
            <a:ext cx="857150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Nada en contra suya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Prevalecerá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Porque la promesa 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Nunca faltará</a:t>
            </a:r>
          </a:p>
          <a:p>
            <a:pPr algn="ctr"/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F12CDF-61F1-4288-9411-EEF67939A3D6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</p:spTree>
    <p:extLst>
      <p:ext uri="{BB962C8B-B14F-4D97-AF65-F5344CB8AC3E}">
        <p14:creationId xmlns:p14="http://schemas.microsoft.com/office/powerpoint/2010/main" val="246709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295562" y="696302"/>
            <a:ext cx="85528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Muévese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  potente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La iglesia de Dios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De los ya gloriosos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Vamos hoy en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pos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algn="ctr"/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839E0D5-1F1C-4005-8CCD-A266669CE356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</p:spTree>
    <p:extLst>
      <p:ext uri="{BB962C8B-B14F-4D97-AF65-F5344CB8AC3E}">
        <p14:creationId xmlns:p14="http://schemas.microsoft.com/office/powerpoint/2010/main" val="5458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501662" y="930797"/>
            <a:ext cx="81406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Pueblos, vuestras voces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A la nuestra unid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Y el cantar de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Triunfo todos repetid</a:t>
            </a:r>
          </a:p>
          <a:p>
            <a:endParaRPr lang="es-ES_tradnl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DD798F5-0D14-4B15-8E53-AE2EA0B0854E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</p:spTree>
    <p:extLst>
      <p:ext uri="{BB962C8B-B14F-4D97-AF65-F5344CB8AC3E}">
        <p14:creationId xmlns:p14="http://schemas.microsoft.com/office/powerpoint/2010/main" val="1156235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325584" y="696302"/>
            <a:ext cx="865167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Prez honor y gloria 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Dad al cristo rey 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Y por las edades 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Cante a  sí su grey</a:t>
            </a:r>
          </a:p>
          <a:p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B5725D-48DC-445E-B4B9-C0C698D633EB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</p:spTree>
    <p:extLst>
      <p:ext uri="{BB962C8B-B14F-4D97-AF65-F5344CB8AC3E}">
        <p14:creationId xmlns:p14="http://schemas.microsoft.com/office/powerpoint/2010/main" val="3945694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FDDDA24-FF40-42DD-842C-39D41316DAF8}"/>
              </a:ext>
            </a:extLst>
          </p:cNvPr>
          <p:cNvSpPr txBox="1"/>
          <p:nvPr/>
        </p:nvSpPr>
        <p:spPr>
          <a:xfrm>
            <a:off x="434490" y="696302"/>
            <a:ext cx="854277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Muévese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  potente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La iglesia de Dios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De los ya gloriosos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Vamos hoy en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  <a:ea typeface="Batang" panose="02030600000101010101" pitchFamily="18" charset="-127"/>
                <a:cs typeface="Times New Roman" panose="02020603050405020304" pitchFamily="18" charset="0"/>
              </a:rPr>
              <a:t>pos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endParaRPr lang="es-ES_tradnl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86E9259-3377-4822-A313-144F03508970}"/>
              </a:ext>
            </a:extLst>
          </p:cNvPr>
          <p:cNvSpPr txBox="1"/>
          <p:nvPr/>
        </p:nvSpPr>
        <p:spPr>
          <a:xfrm>
            <a:off x="5364568" y="234637"/>
            <a:ext cx="361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FIRMES Y ADELANTE</a:t>
            </a:r>
          </a:p>
        </p:txBody>
      </p:sp>
    </p:spTree>
    <p:extLst>
      <p:ext uri="{BB962C8B-B14F-4D97-AF65-F5344CB8AC3E}">
        <p14:creationId xmlns:p14="http://schemas.microsoft.com/office/powerpoint/2010/main" val="9453297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186</Words>
  <Application>Microsoft Office PowerPoint</Application>
  <PresentationFormat>Presentación en pantalla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Agency FB</vt:lpstr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9</cp:revision>
  <dcterms:created xsi:type="dcterms:W3CDTF">2020-08-25T19:21:57Z</dcterms:created>
  <dcterms:modified xsi:type="dcterms:W3CDTF">2021-07-27T03:44:45Z</dcterms:modified>
</cp:coreProperties>
</file>