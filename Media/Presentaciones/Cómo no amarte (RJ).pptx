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85" r:id="rId5"/>
    <p:sldId id="260" r:id="rId6"/>
    <p:sldId id="261" r:id="rId7"/>
    <p:sldId id="262" r:id="rId8"/>
    <p:sldId id="263" r:id="rId9"/>
    <p:sldId id="264" r:id="rId10"/>
    <p:sldId id="265" r:id="rId11"/>
    <p:sldId id="286" r:id="rId12"/>
    <p:sldId id="287" r:id="rId13"/>
    <p:sldId id="288" r:id="rId14"/>
    <p:sldId id="289" r:id="rId15"/>
    <p:sldId id="270" r:id="rId16"/>
    <p:sldId id="272" r:id="rId17"/>
    <p:sldId id="290" r:id="rId18"/>
    <p:sldId id="291" r:id="rId19"/>
    <p:sldId id="292" r:id="rId20"/>
    <p:sldId id="293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952056-43F2-4E81-A24C-D39D5CE5A91C}" v="25" dt="2020-04-20T23:45:15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ar cañon" userId="7918cb078fdc7ad0" providerId="LiveId" clId="{6E952056-43F2-4E81-A24C-D39D5CE5A91C}"/>
    <pc:docChg chg="undo custSel addSld delSld modSld">
      <pc:chgData name="wilmar cañon" userId="7918cb078fdc7ad0" providerId="LiveId" clId="{6E952056-43F2-4E81-A24C-D39D5CE5A91C}" dt="2020-04-20T23:46:00.399" v="697" actId="27636"/>
      <pc:docMkLst>
        <pc:docMk/>
      </pc:docMkLst>
      <pc:sldChg chg="addSp delSp modSp">
        <pc:chgData name="wilmar cañon" userId="7918cb078fdc7ad0" providerId="LiveId" clId="{6E952056-43F2-4E81-A24C-D39D5CE5A91C}" dt="2020-04-20T23:24:54.444" v="137" actId="1076"/>
        <pc:sldMkLst>
          <pc:docMk/>
          <pc:sldMk cId="1035924556" sldId="256"/>
        </pc:sldMkLst>
        <pc:spChg chg="mod">
          <ac:chgData name="wilmar cañon" userId="7918cb078fdc7ad0" providerId="LiveId" clId="{6E952056-43F2-4E81-A24C-D39D5CE5A91C}" dt="2020-04-20T23:24:54.444" v="137" actId="1076"/>
          <ac:spMkLst>
            <pc:docMk/>
            <pc:sldMk cId="1035924556" sldId="256"/>
            <ac:spMk id="2" creationId="{1788CBE7-42F2-4C62-8B1A-4B904FDD065A}"/>
          </ac:spMkLst>
        </pc:spChg>
        <pc:spChg chg="del">
          <ac:chgData name="wilmar cañon" userId="7918cb078fdc7ad0" providerId="LiveId" clId="{6E952056-43F2-4E81-A24C-D39D5CE5A91C}" dt="2020-04-20T23:18:04.289" v="25" actId="478"/>
          <ac:spMkLst>
            <pc:docMk/>
            <pc:sldMk cId="1035924556" sldId="256"/>
            <ac:spMk id="4" creationId="{145FD7A1-C1B1-4DD0-B7A3-137E34E1876E}"/>
          </ac:spMkLst>
        </pc:spChg>
        <pc:spChg chg="add ord">
          <ac:chgData name="wilmar cañon" userId="7918cb078fdc7ad0" providerId="LiveId" clId="{6E952056-43F2-4E81-A24C-D39D5CE5A91C}" dt="2020-04-20T23:18:25.466" v="29" actId="167"/>
          <ac:spMkLst>
            <pc:docMk/>
            <pc:sldMk cId="1035924556" sldId="256"/>
            <ac:spMk id="8" creationId="{E4CF8024-6050-4563-8333-64781623A3F9}"/>
          </ac:spMkLst>
        </pc:spChg>
        <pc:picChg chg="del">
          <ac:chgData name="wilmar cañon" userId="7918cb078fdc7ad0" providerId="LiveId" clId="{6E952056-43F2-4E81-A24C-D39D5CE5A91C}" dt="2020-04-20T23:18:02.814" v="24" actId="478"/>
          <ac:picMkLst>
            <pc:docMk/>
            <pc:sldMk cId="1035924556" sldId="256"/>
            <ac:picMk id="6" creationId="{9C645D7B-F6DE-47F5-B2EA-7CA69767C613}"/>
          </ac:picMkLst>
        </pc:picChg>
        <pc:picChg chg="add mod ord">
          <ac:chgData name="wilmar cañon" userId="7918cb078fdc7ad0" providerId="LiveId" clId="{6E952056-43F2-4E81-A24C-D39D5CE5A91C}" dt="2020-04-20T23:18:55.814" v="36" actId="1076"/>
          <ac:picMkLst>
            <pc:docMk/>
            <pc:sldMk cId="1035924556" sldId="256"/>
            <ac:picMk id="7" creationId="{FB8DA755-5B7D-46F7-BD6A-4278287A71B8}"/>
          </ac:picMkLst>
        </pc:picChg>
      </pc:sldChg>
      <pc:sldChg chg="addSp delSp modSp">
        <pc:chgData name="wilmar cañon" userId="7918cb078fdc7ad0" providerId="LiveId" clId="{6E952056-43F2-4E81-A24C-D39D5CE5A91C}" dt="2020-04-20T23:25:05.324" v="138" actId="1076"/>
        <pc:sldMkLst>
          <pc:docMk/>
          <pc:sldMk cId="4221843460" sldId="257"/>
        </pc:sldMkLst>
        <pc:spChg chg="mod">
          <ac:chgData name="wilmar cañon" userId="7918cb078fdc7ad0" providerId="LiveId" clId="{6E952056-43F2-4E81-A24C-D39D5CE5A91C}" dt="2020-04-20T23:25:05.324" v="138" actId="1076"/>
          <ac:spMkLst>
            <pc:docMk/>
            <pc:sldMk cId="4221843460" sldId="257"/>
            <ac:spMk id="2" creationId="{1788CBE7-42F2-4C62-8B1A-4B904FDD065A}"/>
          </ac:spMkLst>
        </pc:spChg>
        <pc:spChg chg="del">
          <ac:chgData name="wilmar cañon" userId="7918cb078fdc7ad0" providerId="LiveId" clId="{6E952056-43F2-4E81-A24C-D39D5CE5A91C}" dt="2020-04-20T23:18:00.940" v="23" actId="478"/>
          <ac:spMkLst>
            <pc:docMk/>
            <pc:sldMk cId="4221843460" sldId="257"/>
            <ac:spMk id="4" creationId="{145FD7A1-C1B1-4DD0-B7A3-137E34E1876E}"/>
          </ac:spMkLst>
        </pc:spChg>
        <pc:spChg chg="add ord">
          <ac:chgData name="wilmar cañon" userId="7918cb078fdc7ad0" providerId="LiveId" clId="{6E952056-43F2-4E81-A24C-D39D5CE5A91C}" dt="2020-04-20T23:18:30.264" v="31" actId="171"/>
          <ac:spMkLst>
            <pc:docMk/>
            <pc:sldMk cId="4221843460" sldId="257"/>
            <ac:spMk id="7" creationId="{30B13D2A-DE12-43D6-B2AC-F266A870A601}"/>
          </ac:spMkLst>
        </pc:spChg>
        <pc:picChg chg="add ord">
          <ac:chgData name="wilmar cañon" userId="7918cb078fdc7ad0" providerId="LiveId" clId="{6E952056-43F2-4E81-A24C-D39D5CE5A91C}" dt="2020-04-20T23:18:30.264" v="31" actId="171"/>
          <ac:picMkLst>
            <pc:docMk/>
            <pc:sldMk cId="4221843460" sldId="257"/>
            <ac:picMk id="5" creationId="{372B000C-525D-4DDF-867B-93ED2AE1D394}"/>
          </ac:picMkLst>
        </pc:picChg>
        <pc:picChg chg="del">
          <ac:chgData name="wilmar cañon" userId="7918cb078fdc7ad0" providerId="LiveId" clId="{6E952056-43F2-4E81-A24C-D39D5CE5A91C}" dt="2020-04-20T23:17:59.673" v="22" actId="478"/>
          <ac:picMkLst>
            <pc:docMk/>
            <pc:sldMk cId="4221843460" sldId="257"/>
            <ac:picMk id="6" creationId="{9C645D7B-F6DE-47F5-B2EA-7CA69767C613}"/>
          </ac:picMkLst>
        </pc:picChg>
      </pc:sldChg>
      <pc:sldChg chg="addSp delSp modSp">
        <pc:chgData name="wilmar cañon" userId="7918cb078fdc7ad0" providerId="LiveId" clId="{6E952056-43F2-4E81-A24C-D39D5CE5A91C}" dt="2020-04-20T23:25:12.228" v="139" actId="1076"/>
        <pc:sldMkLst>
          <pc:docMk/>
          <pc:sldMk cId="1742563081" sldId="258"/>
        </pc:sldMkLst>
        <pc:spChg chg="mod">
          <ac:chgData name="wilmar cañon" userId="7918cb078fdc7ad0" providerId="LiveId" clId="{6E952056-43F2-4E81-A24C-D39D5CE5A91C}" dt="2020-04-20T23:25:12.228" v="139" actId="1076"/>
          <ac:spMkLst>
            <pc:docMk/>
            <pc:sldMk cId="1742563081" sldId="258"/>
            <ac:spMk id="2" creationId="{1788CBE7-42F2-4C62-8B1A-4B904FDD065A}"/>
          </ac:spMkLst>
        </pc:spChg>
        <pc:spChg chg="del">
          <ac:chgData name="wilmar cañon" userId="7918cb078fdc7ad0" providerId="LiveId" clId="{6E952056-43F2-4E81-A24C-D39D5CE5A91C}" dt="2020-04-20T23:17:47.838" v="14" actId="478"/>
          <ac:spMkLst>
            <pc:docMk/>
            <pc:sldMk cId="1742563081" sldId="258"/>
            <ac:spMk id="4" creationId="{145FD7A1-C1B1-4DD0-B7A3-137E34E1876E}"/>
          </ac:spMkLst>
        </pc:spChg>
        <pc:spChg chg="add ord">
          <ac:chgData name="wilmar cañon" userId="7918cb078fdc7ad0" providerId="LiveId" clId="{6E952056-43F2-4E81-A24C-D39D5CE5A91C}" dt="2020-04-20T23:18:34.263" v="33" actId="171"/>
          <ac:spMkLst>
            <pc:docMk/>
            <pc:sldMk cId="1742563081" sldId="258"/>
            <ac:spMk id="7" creationId="{FEC792DD-A23B-445B-A40E-1FC80DA65E64}"/>
          </ac:spMkLst>
        </pc:spChg>
        <pc:picChg chg="add mod ord">
          <ac:chgData name="wilmar cañon" userId="7918cb078fdc7ad0" providerId="LiveId" clId="{6E952056-43F2-4E81-A24C-D39D5CE5A91C}" dt="2020-04-20T23:23:01.237" v="110" actId="1076"/>
          <ac:picMkLst>
            <pc:docMk/>
            <pc:sldMk cId="1742563081" sldId="258"/>
            <ac:picMk id="5" creationId="{B6C28C7C-1DF2-4426-AD3E-09F718FE5A69}"/>
          </ac:picMkLst>
        </pc:picChg>
        <pc:picChg chg="del">
          <ac:chgData name="wilmar cañon" userId="7918cb078fdc7ad0" providerId="LiveId" clId="{6E952056-43F2-4E81-A24C-D39D5CE5A91C}" dt="2020-04-20T23:17:48.395" v="15" actId="478"/>
          <ac:picMkLst>
            <pc:docMk/>
            <pc:sldMk cId="1742563081" sldId="258"/>
            <ac:picMk id="6" creationId="{9C645D7B-F6DE-47F5-B2EA-7CA69767C613}"/>
          </ac:picMkLst>
        </pc:picChg>
      </pc:sldChg>
      <pc:sldChg chg="addSp delSp modSp">
        <pc:chgData name="wilmar cañon" userId="7918cb078fdc7ad0" providerId="LiveId" clId="{6E952056-43F2-4E81-A24C-D39D5CE5A91C}" dt="2020-04-20T23:46:00.399" v="697" actId="27636"/>
        <pc:sldMkLst>
          <pc:docMk/>
          <pc:sldMk cId="2171016797" sldId="259"/>
        </pc:sldMkLst>
        <pc:spChg chg="mod">
          <ac:chgData name="wilmar cañon" userId="7918cb078fdc7ad0" providerId="LiveId" clId="{6E952056-43F2-4E81-A24C-D39D5CE5A91C}" dt="2020-04-20T23:46:00.399" v="697" actId="27636"/>
          <ac:spMkLst>
            <pc:docMk/>
            <pc:sldMk cId="2171016797" sldId="259"/>
            <ac:spMk id="2" creationId="{1788CBE7-42F2-4C62-8B1A-4B904FDD065A}"/>
          </ac:spMkLst>
        </pc:spChg>
        <pc:spChg chg="del">
          <ac:chgData name="wilmar cañon" userId="7918cb078fdc7ad0" providerId="LiveId" clId="{6E952056-43F2-4E81-A24C-D39D5CE5A91C}" dt="2020-04-20T23:17:51.204" v="17" actId="478"/>
          <ac:spMkLst>
            <pc:docMk/>
            <pc:sldMk cId="2171016797" sldId="259"/>
            <ac:spMk id="4" creationId="{145FD7A1-C1B1-4DD0-B7A3-137E34E1876E}"/>
          </ac:spMkLst>
        </pc:spChg>
        <pc:spChg chg="add ord">
          <ac:chgData name="wilmar cañon" userId="7918cb078fdc7ad0" providerId="LiveId" clId="{6E952056-43F2-4E81-A24C-D39D5CE5A91C}" dt="2020-04-20T23:18:17.448" v="27" actId="171"/>
          <ac:spMkLst>
            <pc:docMk/>
            <pc:sldMk cId="2171016797" sldId="259"/>
            <ac:spMk id="7" creationId="{780D7672-C922-4744-B518-EC7656093331}"/>
          </ac:spMkLst>
        </pc:spChg>
        <pc:picChg chg="add ord">
          <ac:chgData name="wilmar cañon" userId="7918cb078fdc7ad0" providerId="LiveId" clId="{6E952056-43F2-4E81-A24C-D39D5CE5A91C}" dt="2020-04-20T23:18:17.448" v="27" actId="171"/>
          <ac:picMkLst>
            <pc:docMk/>
            <pc:sldMk cId="2171016797" sldId="259"/>
            <ac:picMk id="5" creationId="{A485696A-5A01-49B1-A0CA-0F3005F6432B}"/>
          </ac:picMkLst>
        </pc:picChg>
        <pc:picChg chg="del">
          <ac:chgData name="wilmar cañon" userId="7918cb078fdc7ad0" providerId="LiveId" clId="{6E952056-43F2-4E81-A24C-D39D5CE5A91C}" dt="2020-04-20T23:17:50.090" v="16" actId="478"/>
          <ac:picMkLst>
            <pc:docMk/>
            <pc:sldMk cId="2171016797" sldId="259"/>
            <ac:picMk id="6" creationId="{9C645D7B-F6DE-47F5-B2EA-7CA69767C613}"/>
          </ac:picMkLst>
        </pc:picChg>
      </pc:sldChg>
      <pc:sldChg chg="addSp delSp modSp">
        <pc:chgData name="wilmar cañon" userId="7918cb078fdc7ad0" providerId="LiveId" clId="{6E952056-43F2-4E81-A24C-D39D5CE5A91C}" dt="2020-04-20T23:25:52.436" v="150" actId="1076"/>
        <pc:sldMkLst>
          <pc:docMk/>
          <pc:sldMk cId="1407949278" sldId="260"/>
        </pc:sldMkLst>
        <pc:spChg chg="mod">
          <ac:chgData name="wilmar cañon" userId="7918cb078fdc7ad0" providerId="LiveId" clId="{6E952056-43F2-4E81-A24C-D39D5CE5A91C}" dt="2020-04-20T23:25:52.436" v="150" actId="1076"/>
          <ac:spMkLst>
            <pc:docMk/>
            <pc:sldMk cId="1407949278" sldId="260"/>
            <ac:spMk id="2" creationId="{1788CBE7-42F2-4C62-8B1A-4B904FDD065A}"/>
          </ac:spMkLst>
        </pc:spChg>
        <pc:spChg chg="mod">
          <ac:chgData name="wilmar cañon" userId="7918cb078fdc7ad0" providerId="LiveId" clId="{6E952056-43F2-4E81-A24C-D39D5CE5A91C}" dt="2020-04-20T23:17:42.245" v="13" actId="1076"/>
          <ac:spMkLst>
            <pc:docMk/>
            <pc:sldMk cId="1407949278" sldId="260"/>
            <ac:spMk id="4" creationId="{145FD7A1-C1B1-4DD0-B7A3-137E34E1876E}"/>
          </ac:spMkLst>
        </pc:spChg>
        <pc:picChg chg="add mod ord">
          <ac:chgData name="wilmar cañon" userId="7918cb078fdc7ad0" providerId="LiveId" clId="{6E952056-43F2-4E81-A24C-D39D5CE5A91C}" dt="2020-04-20T23:25:43.196" v="149" actId="1076"/>
          <ac:picMkLst>
            <pc:docMk/>
            <pc:sldMk cId="1407949278" sldId="260"/>
            <ac:picMk id="5" creationId="{086D72EF-0DC0-4EDB-BDB3-11FB52E0E9DF}"/>
          </ac:picMkLst>
        </pc:picChg>
        <pc:picChg chg="del">
          <ac:chgData name="wilmar cañon" userId="7918cb078fdc7ad0" providerId="LiveId" clId="{6E952056-43F2-4E81-A24C-D39D5CE5A91C}" dt="2020-04-20T23:17:24.764" v="8" actId="478"/>
          <ac:picMkLst>
            <pc:docMk/>
            <pc:sldMk cId="1407949278" sldId="260"/>
            <ac:picMk id="6" creationId="{9C645D7B-F6DE-47F5-B2EA-7CA69767C613}"/>
          </ac:picMkLst>
        </pc:picChg>
      </pc:sldChg>
      <pc:sldChg chg="addSp delSp modSp">
        <pc:chgData name="wilmar cañon" userId="7918cb078fdc7ad0" providerId="LiveId" clId="{6E952056-43F2-4E81-A24C-D39D5CE5A91C}" dt="2020-04-20T23:26:05.743" v="155" actId="27636"/>
        <pc:sldMkLst>
          <pc:docMk/>
          <pc:sldMk cId="4080930135" sldId="261"/>
        </pc:sldMkLst>
        <pc:spChg chg="mod">
          <ac:chgData name="wilmar cañon" userId="7918cb078fdc7ad0" providerId="LiveId" clId="{6E952056-43F2-4E81-A24C-D39D5CE5A91C}" dt="2020-04-20T23:26:05.743" v="155" actId="27636"/>
          <ac:spMkLst>
            <pc:docMk/>
            <pc:sldMk cId="4080930135" sldId="261"/>
            <ac:spMk id="2" creationId="{1788CBE7-42F2-4C62-8B1A-4B904FDD065A}"/>
          </ac:spMkLst>
        </pc:spChg>
        <pc:spChg chg="del">
          <ac:chgData name="wilmar cañon" userId="7918cb078fdc7ad0" providerId="LiveId" clId="{6E952056-43F2-4E81-A24C-D39D5CE5A91C}" dt="2020-04-20T23:17:56.913" v="21" actId="478"/>
          <ac:spMkLst>
            <pc:docMk/>
            <pc:sldMk cId="4080930135" sldId="261"/>
            <ac:spMk id="4" creationId="{145FD7A1-C1B1-4DD0-B7A3-137E34E1876E}"/>
          </ac:spMkLst>
        </pc:spChg>
        <pc:spChg chg="add ord">
          <ac:chgData name="wilmar cañon" userId="7918cb078fdc7ad0" providerId="LiveId" clId="{6E952056-43F2-4E81-A24C-D39D5CE5A91C}" dt="2020-04-20T23:18:41.752" v="35" actId="171"/>
          <ac:spMkLst>
            <pc:docMk/>
            <pc:sldMk cId="4080930135" sldId="261"/>
            <ac:spMk id="7" creationId="{63540437-0BAE-411B-AB06-1CF4AAA4AE22}"/>
          </ac:spMkLst>
        </pc:spChg>
        <pc:picChg chg="add mod ord">
          <ac:chgData name="wilmar cañon" userId="7918cb078fdc7ad0" providerId="LiveId" clId="{6E952056-43F2-4E81-A24C-D39D5CE5A91C}" dt="2020-04-20T23:22:49.781" v="107" actId="1076"/>
          <ac:picMkLst>
            <pc:docMk/>
            <pc:sldMk cId="4080930135" sldId="261"/>
            <ac:picMk id="5" creationId="{93B204EF-DF6B-47DB-8D06-E410036CE8BD}"/>
          </ac:picMkLst>
        </pc:picChg>
        <pc:picChg chg="del">
          <ac:chgData name="wilmar cañon" userId="7918cb078fdc7ad0" providerId="LiveId" clId="{6E952056-43F2-4E81-A24C-D39D5CE5A91C}" dt="2020-04-20T23:17:55.924" v="20" actId="478"/>
          <ac:picMkLst>
            <pc:docMk/>
            <pc:sldMk cId="4080930135" sldId="261"/>
            <ac:picMk id="6" creationId="{9C645D7B-F6DE-47F5-B2EA-7CA69767C613}"/>
          </ac:picMkLst>
        </pc:picChg>
      </pc:sldChg>
      <pc:sldChg chg="modSp add">
        <pc:chgData name="wilmar cañon" userId="7918cb078fdc7ad0" providerId="LiveId" clId="{6E952056-43F2-4E81-A24C-D39D5CE5A91C}" dt="2020-04-20T23:26:43.188" v="162" actId="1076"/>
        <pc:sldMkLst>
          <pc:docMk/>
          <pc:sldMk cId="535288587" sldId="262"/>
        </pc:sldMkLst>
        <pc:spChg chg="mod">
          <ac:chgData name="wilmar cañon" userId="7918cb078fdc7ad0" providerId="LiveId" clId="{6E952056-43F2-4E81-A24C-D39D5CE5A91C}" dt="2020-04-20T23:26:43.188" v="162" actId="1076"/>
          <ac:spMkLst>
            <pc:docMk/>
            <pc:sldMk cId="535288587" sldId="262"/>
            <ac:spMk id="2" creationId="{1788CBE7-42F2-4C62-8B1A-4B904FDD065A}"/>
          </ac:spMkLst>
        </pc:spChg>
        <pc:picChg chg="mod">
          <ac:chgData name="wilmar cañon" userId="7918cb078fdc7ad0" providerId="LiveId" clId="{6E952056-43F2-4E81-A24C-D39D5CE5A91C}" dt="2020-04-20T23:21:59.932" v="92" actId="1076"/>
          <ac:picMkLst>
            <pc:docMk/>
            <pc:sldMk cId="535288587" sldId="262"/>
            <ac:picMk id="5" creationId="{93B204EF-DF6B-47DB-8D06-E410036CE8BD}"/>
          </ac:picMkLst>
        </pc:picChg>
      </pc:sldChg>
      <pc:sldChg chg="modSp add">
        <pc:chgData name="wilmar cañon" userId="7918cb078fdc7ad0" providerId="LiveId" clId="{6E952056-43F2-4E81-A24C-D39D5CE5A91C}" dt="2020-04-20T23:28:41.132" v="233" actId="1076"/>
        <pc:sldMkLst>
          <pc:docMk/>
          <pc:sldMk cId="3874518053" sldId="263"/>
        </pc:sldMkLst>
        <pc:spChg chg="mod">
          <ac:chgData name="wilmar cañon" userId="7918cb078fdc7ad0" providerId="LiveId" clId="{6E952056-43F2-4E81-A24C-D39D5CE5A91C}" dt="2020-04-20T23:28:41.132" v="233" actId="1076"/>
          <ac:spMkLst>
            <pc:docMk/>
            <pc:sldMk cId="3874518053" sldId="263"/>
            <ac:spMk id="2" creationId="{1788CBE7-42F2-4C62-8B1A-4B904FDD065A}"/>
          </ac:spMkLst>
        </pc:spChg>
      </pc:sldChg>
      <pc:sldChg chg="addSp modSp add">
        <pc:chgData name="wilmar cañon" userId="7918cb078fdc7ad0" providerId="LiveId" clId="{6E952056-43F2-4E81-A24C-D39D5CE5A91C}" dt="2020-04-20T23:33:48.208" v="337"/>
        <pc:sldMkLst>
          <pc:docMk/>
          <pc:sldMk cId="4157330710" sldId="264"/>
        </pc:sldMkLst>
        <pc:spChg chg="mod">
          <ac:chgData name="wilmar cañon" userId="7918cb078fdc7ad0" providerId="LiveId" clId="{6E952056-43F2-4E81-A24C-D39D5CE5A91C}" dt="2020-04-20T23:32:54.171" v="286" actId="1076"/>
          <ac:spMkLst>
            <pc:docMk/>
            <pc:sldMk cId="4157330710" sldId="264"/>
            <ac:spMk id="2" creationId="{1788CBE7-42F2-4C62-8B1A-4B904FDD065A}"/>
          </ac:spMkLst>
        </pc:spChg>
        <pc:spChg chg="add mod">
          <ac:chgData name="wilmar cañon" userId="7918cb078fdc7ad0" providerId="LiveId" clId="{6E952056-43F2-4E81-A24C-D39D5CE5A91C}" dt="2020-04-20T23:33:48.208" v="337"/>
          <ac:spMkLst>
            <pc:docMk/>
            <pc:sldMk cId="4157330710" sldId="264"/>
            <ac:spMk id="6" creationId="{1A454AA6-F660-4C7F-82D6-5B5705C6B3E0}"/>
          </ac:spMkLst>
        </pc:spChg>
        <pc:picChg chg="mod">
          <ac:chgData name="wilmar cañon" userId="7918cb078fdc7ad0" providerId="LiveId" clId="{6E952056-43F2-4E81-A24C-D39D5CE5A91C}" dt="2020-04-20T23:32:37.924" v="282" actId="1076"/>
          <ac:picMkLst>
            <pc:docMk/>
            <pc:sldMk cId="4157330710" sldId="264"/>
            <ac:picMk id="5" creationId="{93B204EF-DF6B-47DB-8D06-E410036CE8BD}"/>
          </ac:picMkLst>
        </pc:picChg>
      </pc:sldChg>
      <pc:sldChg chg="modSp add">
        <pc:chgData name="wilmar cañon" userId="7918cb078fdc7ad0" providerId="LiveId" clId="{6E952056-43F2-4E81-A24C-D39D5CE5A91C}" dt="2020-04-20T23:36:58.110" v="468" actId="121"/>
        <pc:sldMkLst>
          <pc:docMk/>
          <pc:sldMk cId="3796392299" sldId="265"/>
        </pc:sldMkLst>
        <pc:spChg chg="mod">
          <ac:chgData name="wilmar cañon" userId="7918cb078fdc7ad0" providerId="LiveId" clId="{6E952056-43F2-4E81-A24C-D39D5CE5A91C}" dt="2020-04-20T23:34:56.905" v="426" actId="20577"/>
          <ac:spMkLst>
            <pc:docMk/>
            <pc:sldMk cId="3796392299" sldId="265"/>
            <ac:spMk id="2" creationId="{1788CBE7-42F2-4C62-8B1A-4B904FDD065A}"/>
          </ac:spMkLst>
        </pc:spChg>
        <pc:spChg chg="mod">
          <ac:chgData name="wilmar cañon" userId="7918cb078fdc7ad0" providerId="LiveId" clId="{6E952056-43F2-4E81-A24C-D39D5CE5A91C}" dt="2020-04-20T23:36:58.110" v="468" actId="121"/>
          <ac:spMkLst>
            <pc:docMk/>
            <pc:sldMk cId="3796392299" sldId="265"/>
            <ac:spMk id="6" creationId="{1A454AA6-F660-4C7F-82D6-5B5705C6B3E0}"/>
          </ac:spMkLst>
        </pc:spChg>
      </pc:sldChg>
      <pc:sldChg chg="modSp add del">
        <pc:chgData name="wilmar cañon" userId="7918cb078fdc7ad0" providerId="LiveId" clId="{6E952056-43F2-4E81-A24C-D39D5CE5A91C}" dt="2020-04-20T23:34:35.348" v="384" actId="47"/>
        <pc:sldMkLst>
          <pc:docMk/>
          <pc:sldMk cId="4019368605" sldId="265"/>
        </pc:sldMkLst>
        <pc:spChg chg="mod">
          <ac:chgData name="wilmar cañon" userId="7918cb078fdc7ad0" providerId="LiveId" clId="{6E952056-43F2-4E81-A24C-D39D5CE5A91C}" dt="2020-04-20T23:34:31.818" v="383" actId="1076"/>
          <ac:spMkLst>
            <pc:docMk/>
            <pc:sldMk cId="4019368605" sldId="265"/>
            <ac:spMk id="2" creationId="{1788CBE7-42F2-4C62-8B1A-4B904FDD065A}"/>
          </ac:spMkLst>
        </pc:spChg>
        <pc:picChg chg="mod">
          <ac:chgData name="wilmar cañon" userId="7918cb078fdc7ad0" providerId="LiveId" clId="{6E952056-43F2-4E81-A24C-D39D5CE5A91C}" dt="2020-04-20T23:34:28.571" v="382" actId="1076"/>
          <ac:picMkLst>
            <pc:docMk/>
            <pc:sldMk cId="4019368605" sldId="265"/>
            <ac:picMk id="5" creationId="{93B204EF-DF6B-47DB-8D06-E410036CE8BD}"/>
          </ac:picMkLst>
        </pc:picChg>
      </pc:sldChg>
      <pc:sldChg chg="add del">
        <pc:chgData name="wilmar cañon" userId="7918cb078fdc7ad0" providerId="LiveId" clId="{6E952056-43F2-4E81-A24C-D39D5CE5A91C}" dt="2020-04-20T23:39:29.349" v="470" actId="47"/>
        <pc:sldMkLst>
          <pc:docMk/>
          <pc:sldMk cId="286904381" sldId="266"/>
        </pc:sldMkLst>
      </pc:sldChg>
      <pc:sldChg chg="add">
        <pc:chgData name="wilmar cañon" userId="7918cb078fdc7ad0" providerId="LiveId" clId="{6E952056-43F2-4E81-A24C-D39D5CE5A91C}" dt="2020-04-20T23:39:30.822" v="471"/>
        <pc:sldMkLst>
          <pc:docMk/>
          <pc:sldMk cId="1714066344" sldId="266"/>
        </pc:sldMkLst>
      </pc:sldChg>
      <pc:sldChg chg="add">
        <pc:chgData name="wilmar cañon" userId="7918cb078fdc7ad0" providerId="LiveId" clId="{6E952056-43F2-4E81-A24C-D39D5CE5A91C}" dt="2020-04-20T23:39:30.822" v="471"/>
        <pc:sldMkLst>
          <pc:docMk/>
          <pc:sldMk cId="2339243005" sldId="267"/>
        </pc:sldMkLst>
      </pc:sldChg>
      <pc:sldChg chg="add">
        <pc:chgData name="wilmar cañon" userId="7918cb078fdc7ad0" providerId="LiveId" clId="{6E952056-43F2-4E81-A24C-D39D5CE5A91C}" dt="2020-04-20T23:39:30.822" v="471"/>
        <pc:sldMkLst>
          <pc:docMk/>
          <pc:sldMk cId="1629198219" sldId="268"/>
        </pc:sldMkLst>
      </pc:sldChg>
      <pc:sldChg chg="add">
        <pc:chgData name="wilmar cañon" userId="7918cb078fdc7ad0" providerId="LiveId" clId="{6E952056-43F2-4E81-A24C-D39D5CE5A91C}" dt="2020-04-20T23:39:30.822" v="471"/>
        <pc:sldMkLst>
          <pc:docMk/>
          <pc:sldMk cId="4045380238" sldId="269"/>
        </pc:sldMkLst>
      </pc:sldChg>
      <pc:sldChg chg="modSp add">
        <pc:chgData name="wilmar cañon" userId="7918cb078fdc7ad0" providerId="LiveId" clId="{6E952056-43F2-4E81-A24C-D39D5CE5A91C}" dt="2020-04-20T23:41:48.234" v="574" actId="1076"/>
        <pc:sldMkLst>
          <pc:docMk/>
          <pc:sldMk cId="2113761175" sldId="270"/>
        </pc:sldMkLst>
        <pc:spChg chg="mod">
          <ac:chgData name="wilmar cañon" userId="7918cb078fdc7ad0" providerId="LiveId" clId="{6E952056-43F2-4E81-A24C-D39D5CE5A91C}" dt="2020-04-20T23:41:48.234" v="574" actId="1076"/>
          <ac:spMkLst>
            <pc:docMk/>
            <pc:sldMk cId="2113761175" sldId="270"/>
            <ac:spMk id="2" creationId="{1788CBE7-42F2-4C62-8B1A-4B904FDD065A}"/>
          </ac:spMkLst>
        </pc:spChg>
        <pc:picChg chg="mod">
          <ac:chgData name="wilmar cañon" userId="7918cb078fdc7ad0" providerId="LiveId" clId="{6E952056-43F2-4E81-A24C-D39D5CE5A91C}" dt="2020-04-20T23:41:45.547" v="573" actId="1076"/>
          <ac:picMkLst>
            <pc:docMk/>
            <pc:sldMk cId="2113761175" sldId="270"/>
            <ac:picMk id="5" creationId="{93B204EF-DF6B-47DB-8D06-E410036CE8BD}"/>
          </ac:picMkLst>
        </pc:picChg>
      </pc:sldChg>
      <pc:sldChg chg="modSp add">
        <pc:chgData name="wilmar cañon" userId="7918cb078fdc7ad0" providerId="LiveId" clId="{6E952056-43F2-4E81-A24C-D39D5CE5A91C}" dt="2020-04-20T23:41:41.610" v="572" actId="1076"/>
        <pc:sldMkLst>
          <pc:docMk/>
          <pc:sldMk cId="569258380" sldId="271"/>
        </pc:sldMkLst>
        <pc:spChg chg="mod">
          <ac:chgData name="wilmar cañon" userId="7918cb078fdc7ad0" providerId="LiveId" clId="{6E952056-43F2-4E81-A24C-D39D5CE5A91C}" dt="2020-04-20T23:41:41.610" v="572" actId="1076"/>
          <ac:spMkLst>
            <pc:docMk/>
            <pc:sldMk cId="569258380" sldId="271"/>
            <ac:spMk id="2" creationId="{1788CBE7-42F2-4C62-8B1A-4B904FDD065A}"/>
          </ac:spMkLst>
        </pc:spChg>
      </pc:sldChg>
      <pc:sldChg chg="modSp add">
        <pc:chgData name="wilmar cañon" userId="7918cb078fdc7ad0" providerId="LiveId" clId="{6E952056-43F2-4E81-A24C-D39D5CE5A91C}" dt="2020-04-20T23:44:03.658" v="637" actId="1076"/>
        <pc:sldMkLst>
          <pc:docMk/>
          <pc:sldMk cId="3029538765" sldId="272"/>
        </pc:sldMkLst>
        <pc:spChg chg="mod">
          <ac:chgData name="wilmar cañon" userId="7918cb078fdc7ad0" providerId="LiveId" clId="{6E952056-43F2-4E81-A24C-D39D5CE5A91C}" dt="2020-04-20T23:44:03.658" v="637" actId="1076"/>
          <ac:spMkLst>
            <pc:docMk/>
            <pc:sldMk cId="3029538765" sldId="272"/>
            <ac:spMk id="2" creationId="{1788CBE7-42F2-4C62-8B1A-4B904FDD065A}"/>
          </ac:spMkLst>
        </pc:spChg>
      </pc:sldChg>
      <pc:sldChg chg="modSp add">
        <pc:chgData name="wilmar cañon" userId="7918cb078fdc7ad0" providerId="LiveId" clId="{6E952056-43F2-4E81-A24C-D39D5CE5A91C}" dt="2020-04-20T23:44:48.593" v="691" actId="1076"/>
        <pc:sldMkLst>
          <pc:docMk/>
          <pc:sldMk cId="1407949956" sldId="273"/>
        </pc:sldMkLst>
        <pc:spChg chg="mod">
          <ac:chgData name="wilmar cañon" userId="7918cb078fdc7ad0" providerId="LiveId" clId="{6E952056-43F2-4E81-A24C-D39D5CE5A91C}" dt="2020-04-20T23:44:48.593" v="691" actId="1076"/>
          <ac:spMkLst>
            <pc:docMk/>
            <pc:sldMk cId="1407949956" sldId="273"/>
            <ac:spMk id="2" creationId="{1788CBE7-42F2-4C62-8B1A-4B904FDD065A}"/>
          </ac:spMkLst>
        </pc:spChg>
      </pc:sldChg>
      <pc:sldChg chg="add">
        <pc:chgData name="wilmar cañon" userId="7918cb078fdc7ad0" providerId="LiveId" clId="{6E952056-43F2-4E81-A24C-D39D5CE5A91C}" dt="2020-04-20T23:45:13.065" v="692"/>
        <pc:sldMkLst>
          <pc:docMk/>
          <pc:sldMk cId="4125811280" sldId="274"/>
        </pc:sldMkLst>
      </pc:sldChg>
      <pc:sldChg chg="add">
        <pc:chgData name="wilmar cañon" userId="7918cb078fdc7ad0" providerId="LiveId" clId="{6E952056-43F2-4E81-A24C-D39D5CE5A91C}" dt="2020-04-20T23:45:13.065" v="692"/>
        <pc:sldMkLst>
          <pc:docMk/>
          <pc:sldMk cId="3490661249" sldId="275"/>
        </pc:sldMkLst>
      </pc:sldChg>
      <pc:sldChg chg="add">
        <pc:chgData name="wilmar cañon" userId="7918cb078fdc7ad0" providerId="LiveId" clId="{6E952056-43F2-4E81-A24C-D39D5CE5A91C}" dt="2020-04-20T23:45:13.065" v="692"/>
        <pc:sldMkLst>
          <pc:docMk/>
          <pc:sldMk cId="1330880364" sldId="276"/>
        </pc:sldMkLst>
      </pc:sldChg>
      <pc:sldChg chg="add">
        <pc:chgData name="wilmar cañon" userId="7918cb078fdc7ad0" providerId="LiveId" clId="{6E952056-43F2-4E81-A24C-D39D5CE5A91C}" dt="2020-04-20T23:45:13.065" v="692"/>
        <pc:sldMkLst>
          <pc:docMk/>
          <pc:sldMk cId="2427055243" sldId="277"/>
        </pc:sldMkLst>
      </pc:sldChg>
      <pc:sldChg chg="modSp add">
        <pc:chgData name="wilmar cañon" userId="7918cb078fdc7ad0" providerId="LiveId" clId="{6E952056-43F2-4E81-A24C-D39D5CE5A91C}" dt="2020-04-20T23:45:22.281" v="695" actId="20577"/>
        <pc:sldMkLst>
          <pc:docMk/>
          <pc:sldMk cId="628985055" sldId="278"/>
        </pc:sldMkLst>
        <pc:spChg chg="mod">
          <ac:chgData name="wilmar cañon" userId="7918cb078fdc7ad0" providerId="LiveId" clId="{6E952056-43F2-4E81-A24C-D39D5CE5A91C}" dt="2020-04-20T23:45:22.281" v="695" actId="20577"/>
          <ac:spMkLst>
            <pc:docMk/>
            <pc:sldMk cId="628985055" sldId="278"/>
            <ac:spMk id="2" creationId="{1788CBE7-42F2-4C62-8B1A-4B904FDD065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C5F6-829B-48B2-9D9E-A5773A227EB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B752-4B51-4C21-910A-8F8C5A4F4B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9416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C5F6-829B-48B2-9D9E-A5773A227EB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B752-4B51-4C21-910A-8F8C5A4F4B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8384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C5F6-829B-48B2-9D9E-A5773A227EB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B752-4B51-4C21-910A-8F8C5A4F4B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7282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C5F6-829B-48B2-9D9E-A5773A227EB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B752-4B51-4C21-910A-8F8C5A4F4B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8138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C5F6-829B-48B2-9D9E-A5773A227EB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B752-4B51-4C21-910A-8F8C5A4F4B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5518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C5F6-829B-48B2-9D9E-A5773A227EB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B752-4B51-4C21-910A-8F8C5A4F4B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5490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C5F6-829B-48B2-9D9E-A5773A227EB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B752-4B51-4C21-910A-8F8C5A4F4B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7140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C5F6-829B-48B2-9D9E-A5773A227EB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B752-4B51-4C21-910A-8F8C5A4F4B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1760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C5F6-829B-48B2-9D9E-A5773A227EB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B752-4B51-4C21-910A-8F8C5A4F4B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893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C5F6-829B-48B2-9D9E-A5773A227EB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B752-4B51-4C21-910A-8F8C5A4F4B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5266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C5F6-829B-48B2-9D9E-A5773A227EB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1B752-4B51-4C21-910A-8F8C5A4F4B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5708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8C5F6-829B-48B2-9D9E-A5773A227EB3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1B752-4B51-4C21-910A-8F8C5A4F4B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291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4CF8024-6050-4563-8333-64781623A3F9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090" y="1745706"/>
            <a:ext cx="7593820" cy="1590529"/>
          </a:xfrm>
        </p:spPr>
        <p:txBody>
          <a:bodyPr>
            <a:normAutofit fontScale="90000"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 sabía que alguien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 pudiera AMAR así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35924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508" y="1367458"/>
            <a:ext cx="9038492" cy="2061542"/>
          </a:xfrm>
        </p:spPr>
        <p:txBody>
          <a:bodyPr>
            <a:normAutofit fontScale="90000"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 pensé que en mi lugar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Él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 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fuera a morir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Lucida Handwriting" panose="03010101010101010101" pitchFamily="66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1FF92C9-3244-458F-ABCC-135A293734F3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843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409" y="1638300"/>
            <a:ext cx="7726017" cy="1790700"/>
          </a:xfrm>
        </p:spPr>
        <p:txBody>
          <a:bodyPr>
            <a:normAutofit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SEÑOR me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salvaste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curaste mi vivir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C9F076B-2606-4180-B1D4-4A9CE8B7FD72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563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85E2888-CEF0-46B2-8344-9BA8556B788C}"/>
              </a:ext>
            </a:extLst>
          </p:cNvPr>
          <p:cNvSpPr txBox="1">
            <a:spLocks/>
          </p:cNvSpPr>
          <p:nvPr/>
        </p:nvSpPr>
        <p:spPr>
          <a:xfrm>
            <a:off x="1" y="1497754"/>
            <a:ext cx="9144000" cy="1931246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Hoy la espalda doy al mundo </a:t>
            </a:r>
            <a:b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VIVO POR TI</a:t>
            </a: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9C3825-5075-491D-A5C5-6971AD51FAAA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682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88790"/>
            <a:ext cx="9144000" cy="2140210"/>
          </a:xfrm>
        </p:spPr>
        <p:txBody>
          <a:bodyPr>
            <a:normAutofit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todo mi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corazón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 amaré SEÑOR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2EB40CE-0643-41CC-A91E-2403079E4ACB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949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44178"/>
            <a:ext cx="9144000" cy="2567349"/>
          </a:xfrm>
        </p:spPr>
        <p:txBody>
          <a:bodyPr>
            <a:normAutofit fontScale="90000"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todo mi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alma 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mi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mente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te amaré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98115AA-E4C8-41BD-936D-C20EEDC5AAE9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930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9392" y="1446272"/>
            <a:ext cx="9342783" cy="2110150"/>
          </a:xfrm>
        </p:spPr>
        <p:txBody>
          <a:bodyPr>
            <a:normAutofit fontScale="90000"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todas mis fuerzas DIOS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Te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Calligraphy" panose="03010101010101010101" pitchFamily="66" charset="0"/>
                <a:cs typeface="Aharoni" panose="02010803020104030203" pitchFamily="2" charset="-79"/>
              </a:rPr>
              <a:t>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amaré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diré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4D49CC4-1396-4FC8-BA31-FEE4D64E6ECE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288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03" y="1880980"/>
            <a:ext cx="8157394" cy="1548020"/>
          </a:xfrm>
        </p:spPr>
        <p:txBody>
          <a:bodyPr>
            <a:normAutofit fontScale="90000"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solo en JESÚS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hay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 salvación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17DFEC5-3FF5-4AF4-9C35-B1F78D55C5EE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518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231" y="1365370"/>
            <a:ext cx="7108535" cy="1548020"/>
          </a:xfrm>
        </p:spPr>
        <p:txBody>
          <a:bodyPr>
            <a:noAutofit/>
          </a:bodyPr>
          <a:lstStyle/>
          <a:p>
            <a:pPr algn="l"/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Vienen días de luchar</a:t>
            </a:r>
            <a:b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TÚ conmigo estarás</a:t>
            </a: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A454AA6-F660-4C7F-82D6-5B5705C6B3E0}"/>
              </a:ext>
            </a:extLst>
          </p:cNvPr>
          <p:cNvSpPr txBox="1">
            <a:spLocks/>
          </p:cNvSpPr>
          <p:nvPr/>
        </p:nvSpPr>
        <p:spPr>
          <a:xfrm>
            <a:off x="1007166" y="2913390"/>
            <a:ext cx="7749278" cy="1548020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</a:t>
            </a:r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palabra</a:t>
            </a:r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escucharé</a:t>
            </a:r>
          </a:p>
          <a:p>
            <a:pPr algn="r"/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Firme estaré</a:t>
            </a: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8B3C4DD-7F51-49E0-A41D-40A8187E0670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330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2771"/>
            <a:ext cx="9250018" cy="1548020"/>
          </a:xfrm>
        </p:spPr>
        <p:txBody>
          <a:bodyPr>
            <a:noAutofit/>
          </a:bodyPr>
          <a:lstStyle/>
          <a:p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Mil lugares y ciudades</a:t>
            </a:r>
            <a:b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Sufren hoy sin ti </a:t>
            </a:r>
            <a:b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Obedezco tu llamado al salir</a:t>
            </a: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22175E5-F88B-403B-9092-60677C2B204A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392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1669" y="1288790"/>
            <a:ext cx="8600661" cy="2140210"/>
          </a:xfrm>
        </p:spPr>
        <p:txBody>
          <a:bodyPr>
            <a:normAutofit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todo mi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corazón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 amaré SEÑOR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A75405D-9C5F-4EF7-99EB-5DD99DAEF516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592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773" y="1588734"/>
            <a:ext cx="8090453" cy="2567349"/>
          </a:xfrm>
        </p:spPr>
        <p:txBody>
          <a:bodyPr>
            <a:normAutofit fontScale="90000"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todo mi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alma 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mi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mente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te amaré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173CB77-922E-476C-9065-C60FC1093913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32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07733"/>
            <a:ext cx="9217049" cy="2110150"/>
          </a:xfrm>
        </p:spPr>
        <p:txBody>
          <a:bodyPr>
            <a:normAutofit fontScale="90000"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todas mis fuerzas DIOS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Te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Calligraphy" panose="03010101010101010101" pitchFamily="66" charset="0"/>
                <a:cs typeface="Aharoni" panose="02010803020104030203" pitchFamily="2" charset="-79"/>
              </a:rPr>
              <a:t>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amaré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diré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B1C4F79-F20D-43AC-8B4D-4FA25DC376F5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825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520" y="1880980"/>
            <a:ext cx="8554960" cy="1548020"/>
          </a:xfrm>
        </p:spPr>
        <p:txBody>
          <a:bodyPr>
            <a:normAutofit fontScale="90000"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solo en JESÚS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hay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 salvación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25133B3-E159-4B18-A0BD-73957A54EBFF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775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78615"/>
            <a:ext cx="8043000" cy="1548020"/>
          </a:xfrm>
        </p:spPr>
        <p:txBody>
          <a:bodyPr>
            <a:noAutofit/>
          </a:bodyPr>
          <a:lstStyle/>
          <a:p>
            <a:pPr algn="l"/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Como no amar a DIOS</a:t>
            </a:r>
            <a:b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Quien por mí SE ENTREGÓ</a:t>
            </a: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6D9D3DC-FCF7-44DC-91FC-11B3E5254B28}"/>
              </a:ext>
            </a:extLst>
          </p:cNvPr>
          <p:cNvSpPr txBox="1">
            <a:spLocks/>
          </p:cNvSpPr>
          <p:nvPr/>
        </p:nvSpPr>
        <p:spPr>
          <a:xfrm>
            <a:off x="796200" y="2297182"/>
            <a:ext cx="8043000" cy="2113721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Como no amar </a:t>
            </a:r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aquel</a:t>
            </a:r>
            <a:b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Que la MUERTE VENCIÓ</a:t>
            </a: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BA03934-0C31-4F4A-9D80-DBE95BAD0E2E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761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317" y="874646"/>
            <a:ext cx="7892291" cy="1749287"/>
          </a:xfrm>
        </p:spPr>
        <p:txBody>
          <a:bodyPr>
            <a:noAutofit/>
          </a:bodyPr>
          <a:lstStyle/>
          <a:p>
            <a:pPr algn="l"/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Digno de alabanza, honra,</a:t>
            </a:r>
            <a:b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Gloria</a:t>
            </a:r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y </a:t>
            </a:r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poder</a:t>
            </a: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Handwriting" panose="03010101010101010101" pitchFamily="66" charset="0"/>
              <a:cs typeface="Aharoni" panose="02010803020104030203" pitchFamily="2" charset="-79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E96F1CC-546D-4609-ABFB-F54794C2FDCD}"/>
              </a:ext>
            </a:extLst>
          </p:cNvPr>
          <p:cNvSpPr txBox="1">
            <a:spLocks/>
          </p:cNvSpPr>
          <p:nvPr/>
        </p:nvSpPr>
        <p:spPr>
          <a:xfrm>
            <a:off x="220317" y="2763323"/>
            <a:ext cx="8703366" cy="1749287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Eres tú SEÑOR JESÚS</a:t>
            </a:r>
            <a:b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Por siempre </a:t>
            </a:r>
            <a:r>
              <a:rPr lang="es-MX" sz="4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te amaré</a:t>
            </a:r>
            <a:endParaRPr lang="es-CO" sz="4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Handwriting" panose="03010101010101010101" pitchFamily="66" charset="0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960F8A-A366-432F-9813-F25D67C0C2E8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538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435" y="1404738"/>
            <a:ext cx="8415130" cy="2140210"/>
          </a:xfrm>
        </p:spPr>
        <p:txBody>
          <a:bodyPr>
            <a:normAutofit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todo mi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corazón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 amaré SEÑOR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1DE0DFF-D5A0-4320-8929-B8393E6D7421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991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6327" y="1403203"/>
            <a:ext cx="7971345" cy="2567349"/>
          </a:xfrm>
        </p:spPr>
        <p:txBody>
          <a:bodyPr>
            <a:normAutofit fontScale="90000"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todo mi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alma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mi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mente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te amaré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F7EA602-4960-4013-843B-6CFF9649B8BB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115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19768"/>
            <a:ext cx="9144000" cy="2110150"/>
          </a:xfrm>
        </p:spPr>
        <p:txBody>
          <a:bodyPr>
            <a:normAutofit fontScale="90000"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todas mis fuerzas DIOS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Te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Calligraphy" panose="03010101010101010101" pitchFamily="66" charset="0"/>
                <a:cs typeface="Aharoni" panose="02010803020104030203" pitchFamily="2" charset="-79"/>
              </a:rPr>
              <a:t>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amaré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diré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07EA024-4241-4D1B-ADFA-21469B8F78A8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398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8CBE7-42F2-4C62-8B1A-4B904FDD0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398" y="1979129"/>
            <a:ext cx="8515203" cy="1548020"/>
          </a:xfrm>
        </p:spPr>
        <p:txBody>
          <a:bodyPr>
            <a:normAutofit fontScale="90000"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//Que solo en JESÚS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hay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 salvación//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809EABF-2A1C-4062-B32D-1D673E3E195E}"/>
              </a:ext>
            </a:extLst>
          </p:cNvPr>
          <p:cNvSpPr txBox="1"/>
          <p:nvPr/>
        </p:nvSpPr>
        <p:spPr>
          <a:xfrm>
            <a:off x="5348483" y="0"/>
            <a:ext cx="3868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800" b="1" dirty="0">
                <a:latin typeface="Arial Rounded MT Bold" panose="020F0704030504030204" pitchFamily="34" charset="0"/>
              </a:rPr>
              <a:t>AMOR EXTREMO</a:t>
            </a:r>
            <a:endParaRPr lang="es-CO" sz="28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8749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1513</TotalTime>
  <Words>256</Words>
  <Application>Microsoft Office PowerPoint</Application>
  <PresentationFormat>Presentación en pantalla (4:3)</PresentationFormat>
  <Paragraphs>44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9" baseType="lpstr">
      <vt:lpstr>Aharoni</vt:lpstr>
      <vt:lpstr>Arial</vt:lpstr>
      <vt:lpstr>Arial Rounded MT Bold</vt:lpstr>
      <vt:lpstr>Berlin Sans FB Demi</vt:lpstr>
      <vt:lpstr>Calibri</vt:lpstr>
      <vt:lpstr>Calibri Light</vt:lpstr>
      <vt:lpstr>Lucida Calligraphy</vt:lpstr>
      <vt:lpstr>Lucida Handwriting</vt:lpstr>
      <vt:lpstr>Tema de Office</vt:lpstr>
      <vt:lpstr>No sabía que alguien  Me pudiera AMAR así</vt:lpstr>
      <vt:lpstr>No pensé que en mi lugar Él  fuera a morir</vt:lpstr>
      <vt:lpstr>SEÑOR me salvaste y curaste mi vivir</vt:lpstr>
      <vt:lpstr>Presentación de PowerPoint</vt:lpstr>
      <vt:lpstr>Con todo mi corazón  Te amaré SEÑOR</vt:lpstr>
      <vt:lpstr>Con todo mi alma  y mi mente Yo te amaré</vt:lpstr>
      <vt:lpstr>Con todas mis fuerzas DIOS Te amaré y diré</vt:lpstr>
      <vt:lpstr>Que solo en JESÚS hay salvación</vt:lpstr>
      <vt:lpstr>Vienen días de luchar TÚ conmigo estarás</vt:lpstr>
      <vt:lpstr>Mil lugares y ciudades Sufren hoy sin ti  Obedezco tu llamado al salir</vt:lpstr>
      <vt:lpstr>Con todo mi corazón  Te amaré SEÑOR</vt:lpstr>
      <vt:lpstr>Con todo mi alma  y mi mente Yo te amaré</vt:lpstr>
      <vt:lpstr>Con todas mis fuerzas DIOS Te amaré y diré</vt:lpstr>
      <vt:lpstr>Que solo en JESÚS hay salvación</vt:lpstr>
      <vt:lpstr>Como no amar a DIOS   Quien por mí SE ENTREGÓ</vt:lpstr>
      <vt:lpstr>Digno de alabanza, honra,     Gloria  y poder</vt:lpstr>
      <vt:lpstr>Con todo mi corazón  Te amaré SEÑOR</vt:lpstr>
      <vt:lpstr>Con todo mi alma y mi mente Yo te amaré</vt:lpstr>
      <vt:lpstr>Con todas mis fuerzas DIOS Te amaré y diré</vt:lpstr>
      <vt:lpstr>//Que solo en JESÚS hay salvación//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wilmar cañon</dc:creator>
  <cp:lastModifiedBy>Familia Cañon Peña</cp:lastModifiedBy>
  <cp:revision>15</cp:revision>
  <dcterms:created xsi:type="dcterms:W3CDTF">2020-04-20T22:40:36Z</dcterms:created>
  <dcterms:modified xsi:type="dcterms:W3CDTF">2021-07-27T03:06:47Z</dcterms:modified>
</cp:coreProperties>
</file>