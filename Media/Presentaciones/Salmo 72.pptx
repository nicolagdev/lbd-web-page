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57" r:id="rId4"/>
    <p:sldId id="264" r:id="rId5"/>
    <p:sldId id="258" r:id="rId6"/>
    <p:sldId id="259" r:id="rId7"/>
    <p:sldId id="270" r:id="rId8"/>
    <p:sldId id="266" r:id="rId9"/>
    <p:sldId id="267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F052-1FDE-4955-8F76-74D3C66EFDC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78FFC-FC25-4603-8267-05F357783E1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580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F052-1FDE-4955-8F76-74D3C66EFDC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78FFC-FC25-4603-8267-05F357783E1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965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F052-1FDE-4955-8F76-74D3C66EFDC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78FFC-FC25-4603-8267-05F357783E1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0313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F052-1FDE-4955-8F76-74D3C66EFDC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78FFC-FC25-4603-8267-05F357783E1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556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F052-1FDE-4955-8F76-74D3C66EFDC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78FFC-FC25-4603-8267-05F357783E1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8532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F052-1FDE-4955-8F76-74D3C66EFDC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78FFC-FC25-4603-8267-05F357783E1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18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F052-1FDE-4955-8F76-74D3C66EFDC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78FFC-FC25-4603-8267-05F357783E1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654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F052-1FDE-4955-8F76-74D3C66EFDC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78FFC-FC25-4603-8267-05F357783E1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4792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F052-1FDE-4955-8F76-74D3C66EFDC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78FFC-FC25-4603-8267-05F357783E1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898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F052-1FDE-4955-8F76-74D3C66EFDC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78FFC-FC25-4603-8267-05F357783E1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502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F052-1FDE-4955-8F76-74D3C66EFDC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78FFC-FC25-4603-8267-05F357783E1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067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8F052-1FDE-4955-8F76-74D3C66EFDC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78FFC-FC25-4603-8267-05F357783E1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903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64C20B5E-ED71-418E-8117-92F73CA2B9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636589" y="194642"/>
            <a:ext cx="2348387" cy="52769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SALMO 72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47466E75-0D11-4B64-AF66-D795D3EC5E1A}"/>
              </a:ext>
            </a:extLst>
          </p:cNvPr>
          <p:cNvSpPr txBox="1">
            <a:spLocks/>
          </p:cNvSpPr>
          <p:nvPr/>
        </p:nvSpPr>
        <p:spPr>
          <a:xfrm>
            <a:off x="826811" y="1557247"/>
            <a:ext cx="7490377" cy="1702788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defPPr>
              <a:defRPr lang="es-CO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Tu REINO es VIDA</a:t>
            </a:r>
            <a:b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Tu REINO es VERDAD</a:t>
            </a:r>
          </a:p>
        </p:txBody>
      </p:sp>
    </p:spTree>
    <p:extLst>
      <p:ext uri="{BB962C8B-B14F-4D97-AF65-F5344CB8AC3E}">
        <p14:creationId xmlns:p14="http://schemas.microsoft.com/office/powerpoint/2010/main" val="963535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64C20B5E-ED71-418E-8117-92F73CA2B9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47920" y="1977888"/>
            <a:ext cx="7648160" cy="145111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Tu REINO es JUSTICIA</a:t>
            </a:r>
            <a:b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Tu REINO es PAZ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7EA8600A-9EE6-46AC-B3C6-21946E5146A8}"/>
              </a:ext>
            </a:extLst>
          </p:cNvPr>
          <p:cNvSpPr txBox="1">
            <a:spLocks/>
          </p:cNvSpPr>
          <p:nvPr/>
        </p:nvSpPr>
        <p:spPr>
          <a:xfrm>
            <a:off x="6636589" y="194642"/>
            <a:ext cx="2348387" cy="52769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3200" b="1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SALMO 72</a:t>
            </a:r>
            <a:endParaRPr lang="es-CO" sz="32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3004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64C20B5E-ED71-418E-8117-92F73CA2B9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4167" y="2117035"/>
            <a:ext cx="7715665" cy="1311965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Tu REINO es GRACIA</a:t>
            </a:r>
            <a:b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Tu REINO es AMOR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E22E5269-75AB-45CC-B6DA-4A12E4AF337E}"/>
              </a:ext>
            </a:extLst>
          </p:cNvPr>
          <p:cNvSpPr txBox="1">
            <a:spLocks/>
          </p:cNvSpPr>
          <p:nvPr/>
        </p:nvSpPr>
        <p:spPr>
          <a:xfrm>
            <a:off x="6636589" y="194642"/>
            <a:ext cx="2348387" cy="52769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3200" b="1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SALMO 72</a:t>
            </a:r>
            <a:endParaRPr lang="es-CO" sz="32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16409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64C20B5E-ED71-418E-8117-92F73CA2B9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76544" y="2016817"/>
            <a:ext cx="6790911" cy="1311965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/ Venga a nosotros tu REINO SEÑOR /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2D763E0C-F900-4B03-A8B9-7ECD24326D31}"/>
              </a:ext>
            </a:extLst>
          </p:cNvPr>
          <p:cNvSpPr txBox="1">
            <a:spLocks/>
          </p:cNvSpPr>
          <p:nvPr/>
        </p:nvSpPr>
        <p:spPr>
          <a:xfrm>
            <a:off x="6636589" y="194642"/>
            <a:ext cx="2348387" cy="52769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3200" b="1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SALMO 72</a:t>
            </a:r>
            <a:endParaRPr lang="es-CO" sz="32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34209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64C20B5E-ED71-418E-8117-92F73CA2B9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35446" y="722332"/>
            <a:ext cx="8473108" cy="1995280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DIOS mío da tu </a:t>
            </a:r>
            <a:b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juicio al rey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49B2151A-82C8-4C1A-8FC9-DEB637FDA87F}"/>
              </a:ext>
            </a:extLst>
          </p:cNvPr>
          <p:cNvSpPr txBox="1">
            <a:spLocks/>
          </p:cNvSpPr>
          <p:nvPr/>
        </p:nvSpPr>
        <p:spPr>
          <a:xfrm>
            <a:off x="6636589" y="194642"/>
            <a:ext cx="2348387" cy="52769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3200" b="1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SALMO 72</a:t>
            </a:r>
            <a:endParaRPr lang="es-CO" sz="32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7A0DA707-F297-4447-A59F-9107D732CFB4}"/>
              </a:ext>
            </a:extLst>
          </p:cNvPr>
          <p:cNvSpPr txBox="1">
            <a:spLocks/>
          </p:cNvSpPr>
          <p:nvPr/>
        </p:nvSpPr>
        <p:spPr>
          <a:xfrm>
            <a:off x="159024" y="2717612"/>
            <a:ext cx="8473108" cy="1995280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Tu justicia al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hijo del rey</a:t>
            </a:r>
          </a:p>
        </p:txBody>
      </p:sp>
    </p:spTree>
    <p:extLst>
      <p:ext uri="{BB962C8B-B14F-4D97-AF65-F5344CB8AC3E}">
        <p14:creationId xmlns:p14="http://schemas.microsoft.com/office/powerpoint/2010/main" val="3844132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64C20B5E-ED71-418E-8117-92F73CA2B9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9647" y="1539734"/>
            <a:ext cx="8484706" cy="2534480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Para que rija a tu</a:t>
            </a:r>
            <a:b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pueblo con justicia</a:t>
            </a:r>
            <a:b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b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9F2D7FE5-82C6-42EA-BE3D-F6941F732923}"/>
              </a:ext>
            </a:extLst>
          </p:cNvPr>
          <p:cNvSpPr txBox="1">
            <a:spLocks/>
          </p:cNvSpPr>
          <p:nvPr/>
        </p:nvSpPr>
        <p:spPr>
          <a:xfrm>
            <a:off x="6636589" y="194642"/>
            <a:ext cx="2348387" cy="52769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3200" b="1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SALMO 72</a:t>
            </a:r>
            <a:endParaRPr lang="es-CO" sz="32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04A093A4-26CC-43EB-9F80-C66D8B61E9B8}"/>
              </a:ext>
            </a:extLst>
          </p:cNvPr>
          <p:cNvSpPr txBox="1">
            <a:spLocks/>
          </p:cNvSpPr>
          <p:nvPr/>
        </p:nvSpPr>
        <p:spPr>
          <a:xfrm>
            <a:off x="329647" y="1980371"/>
            <a:ext cx="8484706" cy="2534480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b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A tus humildes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con rectitud</a:t>
            </a:r>
          </a:p>
        </p:txBody>
      </p:sp>
    </p:spTree>
    <p:extLst>
      <p:ext uri="{BB962C8B-B14F-4D97-AF65-F5344CB8AC3E}">
        <p14:creationId xmlns:p14="http://schemas.microsoft.com/office/powerpoint/2010/main" val="1912668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64C20B5E-ED71-418E-8117-92F73CA2B9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9647" y="1539734"/>
            <a:ext cx="8484706" cy="2534480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Para que rija a tu</a:t>
            </a:r>
            <a:b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pueblo con justicia</a:t>
            </a:r>
            <a:b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b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9F2D7FE5-82C6-42EA-BE3D-F6941F732923}"/>
              </a:ext>
            </a:extLst>
          </p:cNvPr>
          <p:cNvSpPr txBox="1">
            <a:spLocks/>
          </p:cNvSpPr>
          <p:nvPr/>
        </p:nvSpPr>
        <p:spPr>
          <a:xfrm>
            <a:off x="6636589" y="194642"/>
            <a:ext cx="2348387" cy="52769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3200" b="1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SALMO 72</a:t>
            </a:r>
            <a:endParaRPr lang="es-CO" sz="32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04A093A4-26CC-43EB-9F80-C66D8B61E9B8}"/>
              </a:ext>
            </a:extLst>
          </p:cNvPr>
          <p:cNvSpPr txBox="1">
            <a:spLocks/>
          </p:cNvSpPr>
          <p:nvPr/>
        </p:nvSpPr>
        <p:spPr>
          <a:xfrm>
            <a:off x="329647" y="1980371"/>
            <a:ext cx="8484706" cy="2534480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b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A tus humildes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con rectitud</a:t>
            </a:r>
          </a:p>
        </p:txBody>
      </p:sp>
    </p:spTree>
    <p:extLst>
      <p:ext uri="{BB962C8B-B14F-4D97-AF65-F5344CB8AC3E}">
        <p14:creationId xmlns:p14="http://schemas.microsoft.com/office/powerpoint/2010/main" val="3918930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64C20B5E-ED71-418E-8117-92F73CA2B9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87055" y="2117035"/>
            <a:ext cx="7569890" cy="1311965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Tu REINO es VIDA</a:t>
            </a:r>
            <a:b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Tu REINO es VERDAD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4170F730-2A20-4D68-8AEB-D012013491F8}"/>
              </a:ext>
            </a:extLst>
          </p:cNvPr>
          <p:cNvSpPr txBox="1">
            <a:spLocks/>
          </p:cNvSpPr>
          <p:nvPr/>
        </p:nvSpPr>
        <p:spPr>
          <a:xfrm>
            <a:off x="6636589" y="194642"/>
            <a:ext cx="2348387" cy="52769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3200" b="1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SALMO 72</a:t>
            </a:r>
            <a:endParaRPr lang="es-CO" sz="32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8142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64C20B5E-ED71-418E-8117-92F73CA2B9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4800" y="2003565"/>
            <a:ext cx="8534400" cy="1311965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Tu REINO es JUSTICIA</a:t>
            </a:r>
            <a:b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Tu REINO es PAZ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469871C4-BB94-4949-B735-526CC7131741}"/>
              </a:ext>
            </a:extLst>
          </p:cNvPr>
          <p:cNvSpPr txBox="1">
            <a:spLocks/>
          </p:cNvSpPr>
          <p:nvPr/>
        </p:nvSpPr>
        <p:spPr>
          <a:xfrm>
            <a:off x="6636589" y="194642"/>
            <a:ext cx="2348387" cy="52769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3200" b="1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SALMO 72</a:t>
            </a:r>
            <a:endParaRPr lang="es-CO" sz="32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9041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64C20B5E-ED71-418E-8117-92F73CA2B9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88272" y="2117035"/>
            <a:ext cx="7967456" cy="1311965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Tu REINO es GRACIA</a:t>
            </a:r>
            <a:b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Tu REINO es AMOR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7A54C7AE-F1B1-44D2-B297-F82C39FBBFF6}"/>
              </a:ext>
            </a:extLst>
          </p:cNvPr>
          <p:cNvSpPr txBox="1">
            <a:spLocks/>
          </p:cNvSpPr>
          <p:nvPr/>
        </p:nvSpPr>
        <p:spPr>
          <a:xfrm>
            <a:off x="6636589" y="194642"/>
            <a:ext cx="2348387" cy="52769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3200" b="1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SALMO 72</a:t>
            </a:r>
            <a:endParaRPr lang="es-CO" sz="32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96201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64C20B5E-ED71-418E-8117-92F73CA2B9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76544" y="2117035"/>
            <a:ext cx="6790911" cy="1311965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/ Venga a nosotros tu REINO SEÑOR /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35936BC6-009E-4E56-ADB8-49C1C3015706}"/>
              </a:ext>
            </a:extLst>
          </p:cNvPr>
          <p:cNvSpPr txBox="1">
            <a:spLocks/>
          </p:cNvSpPr>
          <p:nvPr/>
        </p:nvSpPr>
        <p:spPr>
          <a:xfrm>
            <a:off x="6636589" y="194642"/>
            <a:ext cx="2348387" cy="52769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3200" b="1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SALMO 72</a:t>
            </a:r>
            <a:endParaRPr lang="es-CO" sz="3200" b="1" dirty="0">
              <a:ln w="22225">
                <a:noFill/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442605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</TotalTime>
  <Words>143</Words>
  <Application>Microsoft Office PowerPoint</Application>
  <PresentationFormat>Presentación en pantalla (4:3)</PresentationFormat>
  <Paragraphs>28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Arial Rounded MT Bold</vt:lpstr>
      <vt:lpstr>Bahnschrift</vt:lpstr>
      <vt:lpstr>Calibri</vt:lpstr>
      <vt:lpstr>Calibri Light</vt:lpstr>
      <vt:lpstr>Tema de Office</vt:lpstr>
      <vt:lpstr>SALMO 72</vt:lpstr>
      <vt:lpstr>Tu REINO es JUSTICIA  Tu REINO es PAZ</vt:lpstr>
      <vt:lpstr>Tu REINO es GRACIA Tu REINO es AMOR</vt:lpstr>
      <vt:lpstr>/ Venga a nosotros tu REINO SEÑOR /</vt:lpstr>
      <vt:lpstr>DIOS mío da tu  juicio al rey</vt:lpstr>
      <vt:lpstr>Para que rija a tu pueblo con justicia  </vt:lpstr>
      <vt:lpstr>Para que rija a tu pueblo con justicia  </vt:lpstr>
      <vt:lpstr>Tu REINO es VIDA Tu REINO es VERDAD</vt:lpstr>
      <vt:lpstr>Tu REINO es JUSTICIA  Tu REINO es PAZ</vt:lpstr>
      <vt:lpstr>Tu REINO es GRACIA Tu REINO es AMOR</vt:lpstr>
      <vt:lpstr>/ Venga a nosotros tu REINO SEÑOR /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 REINO es VIDA Tu REINO es VERDAD</dc:title>
  <dc:creator>wilmar cañon</dc:creator>
  <cp:lastModifiedBy>Familia Cañon Peña</cp:lastModifiedBy>
  <cp:revision>8</cp:revision>
  <dcterms:created xsi:type="dcterms:W3CDTF">2020-06-20T18:05:28Z</dcterms:created>
  <dcterms:modified xsi:type="dcterms:W3CDTF">2021-07-27T04:17:25Z</dcterms:modified>
</cp:coreProperties>
</file>