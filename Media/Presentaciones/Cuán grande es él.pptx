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93" r:id="rId3"/>
    <p:sldId id="257" r:id="rId4"/>
    <p:sldId id="294" r:id="rId5"/>
    <p:sldId id="260" r:id="rId6"/>
    <p:sldId id="295" r:id="rId7"/>
    <p:sldId id="296" r:id="rId8"/>
    <p:sldId id="297" r:id="rId9"/>
    <p:sldId id="256" r:id="rId10"/>
    <p:sldId id="298" r:id="rId11"/>
    <p:sldId id="299" r:id="rId12"/>
    <p:sldId id="258" r:id="rId13"/>
    <p:sldId id="300" r:id="rId14"/>
    <p:sldId id="301" r:id="rId15"/>
    <p:sldId id="310" r:id="rId16"/>
    <p:sldId id="311" r:id="rId17"/>
    <p:sldId id="262" r:id="rId18"/>
    <p:sldId id="302" r:id="rId19"/>
    <p:sldId id="263" r:id="rId20"/>
    <p:sldId id="292" r:id="rId21"/>
    <p:sldId id="303" r:id="rId22"/>
    <p:sldId id="304" r:id="rId23"/>
    <p:sldId id="312" r:id="rId24"/>
    <p:sldId id="313" r:id="rId25"/>
    <p:sldId id="264" r:id="rId26"/>
    <p:sldId id="288" r:id="rId27"/>
    <p:sldId id="265" r:id="rId28"/>
    <p:sldId id="305" r:id="rId29"/>
    <p:sldId id="306" r:id="rId30"/>
    <p:sldId id="307" r:id="rId31"/>
    <p:sldId id="308" r:id="rId32"/>
    <p:sldId id="309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891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7311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334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0748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433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041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374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061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476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204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9374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B7F73-2D14-4C02-B048-A31F5EC5AE14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BB217-AB0B-4EEF-8E3A-21464FD02A7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354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" y="1832710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SEÑOR MI DIOS al </a:t>
            </a:r>
          </a:p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contemplar los cielos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362073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" y="1830279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El firmamento y las</a:t>
            </a:r>
          </a:p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estrellas mil </a:t>
            </a:r>
          </a:p>
        </p:txBody>
      </p:sp>
      <p:sp>
        <p:nvSpPr>
          <p:cNvPr id="7" name="Rectángulo 6"/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93919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Al oír tu voz en los potentes truenos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701B52-ED15-416D-9FCE-15A377AEC3B0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71239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74035" y="1697757"/>
            <a:ext cx="719593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 ver brillar el sol en su cenit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701B52-ED15-416D-9FCE-15A377AEC3B0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49517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entona la canción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208912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D32009-6A86-4764-9437-F4D21893F7A8}"/>
              </a:ext>
            </a:extLst>
          </p:cNvPr>
          <p:cNvSpPr/>
          <p:nvPr/>
        </p:nvSpPr>
        <p:spPr>
          <a:xfrm>
            <a:off x="1" y="1710954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 </a:t>
            </a:r>
          </a:p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13272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entona la canción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432324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D32009-6A86-4764-9437-F4D21893F7A8}"/>
              </a:ext>
            </a:extLst>
          </p:cNvPr>
          <p:cNvSpPr/>
          <p:nvPr/>
        </p:nvSpPr>
        <p:spPr>
          <a:xfrm>
            <a:off x="1" y="1882423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 </a:t>
            </a:r>
          </a:p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441284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602974" y="1697757"/>
            <a:ext cx="7938052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Al recorrer los montes y los valles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D03114-34D0-40A3-8B0A-0DA5749EAF0C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73844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841513" y="1697757"/>
            <a:ext cx="7460974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ver las bellas flores al pasar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D03114-34D0-40A3-8B0A-0DA5749EAF0C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2662518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417282" y="1697757"/>
            <a:ext cx="8309435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Al escuchar el canto de las aves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818BA6-60C4-448D-8456-728427C8EFB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2961967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417282" y="1697757"/>
            <a:ext cx="8309435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 el murmurar del claro manantial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818BA6-60C4-448D-8456-728427C8EFB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2080479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entona la canción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226468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D32009-6A86-4764-9437-F4D21893F7A8}"/>
              </a:ext>
            </a:extLst>
          </p:cNvPr>
          <p:cNvSpPr/>
          <p:nvPr/>
        </p:nvSpPr>
        <p:spPr>
          <a:xfrm>
            <a:off x="1" y="1882423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 </a:t>
            </a:r>
          </a:p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227090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entona la canción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963178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D32009-6A86-4764-9437-F4D21893F7A8}"/>
              </a:ext>
            </a:extLst>
          </p:cNvPr>
          <p:cNvSpPr/>
          <p:nvPr/>
        </p:nvSpPr>
        <p:spPr>
          <a:xfrm>
            <a:off x="1" y="1882423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 </a:t>
            </a:r>
          </a:p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16830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775252" y="1697757"/>
            <a:ext cx="7593496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Cuando recuerdo del amor divino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A12EEFE-89BE-4D21-93DF-CA5418B81FD3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2546196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desde el cielo al SALVADOR ENVIÓ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A12EEFE-89BE-4D21-93DF-CA5418B81FD3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403518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715617" y="1697757"/>
            <a:ext cx="7712765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Aquel JESÚS que</a:t>
            </a:r>
          </a:p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por SALVARME vino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AA4830-8CD3-4E04-BAF6-AC49546F7DCA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4268542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1033669" y="1697757"/>
            <a:ext cx="7076662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en una CRUZ sufrió y por mí murió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7D7141-4264-4BFF-87AE-D80432E93EBA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93075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entona la canción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960482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D32009-6A86-4764-9437-F4D21893F7A8}"/>
              </a:ext>
            </a:extLst>
          </p:cNvPr>
          <p:cNvSpPr/>
          <p:nvPr/>
        </p:nvSpPr>
        <p:spPr>
          <a:xfrm>
            <a:off x="1" y="1882423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 </a:t>
            </a:r>
          </a:p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823135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entona la canción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552341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D32009-6A86-4764-9437-F4D21893F7A8}"/>
              </a:ext>
            </a:extLst>
          </p:cNvPr>
          <p:cNvSpPr/>
          <p:nvPr/>
        </p:nvSpPr>
        <p:spPr>
          <a:xfrm>
            <a:off x="1" y="1882423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 </a:t>
            </a:r>
          </a:p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1737715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401292" y="1697757"/>
            <a:ext cx="8341416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Cuando el SEÑOR me llame a su presencia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A8BAF0B-C6C6-4445-BA29-183BA04EC81E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2306953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332960" y="1697757"/>
            <a:ext cx="847807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Al dulce hogar</a:t>
            </a:r>
          </a:p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Al cielo de esplendor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703F2DE-B686-4B45-9133-109AE734C346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527412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40293" y="1697757"/>
            <a:ext cx="8863414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Le adoraré cantando </a:t>
            </a:r>
          </a:p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la grandeza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D1FD4E5-1999-4FA9-A458-8708C498A549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1963600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40293" y="1697757"/>
            <a:ext cx="8863414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 su poder y su</a:t>
            </a:r>
          </a:p>
          <a:p>
            <a:pPr algn="ctr" fontAlgn="base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INFINITO AMOR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D1FD4E5-1999-4FA9-A458-8708C498A549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1317465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entona la canción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911412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D32009-6A86-4764-9437-F4D21893F7A8}"/>
              </a:ext>
            </a:extLst>
          </p:cNvPr>
          <p:cNvSpPr/>
          <p:nvPr/>
        </p:nvSpPr>
        <p:spPr>
          <a:xfrm>
            <a:off x="1" y="1882423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 </a:t>
            </a:r>
          </a:p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3011905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Mi corazón entona la canción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587311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8D32009-6A86-4764-9437-F4D21893F7A8}"/>
              </a:ext>
            </a:extLst>
          </p:cNvPr>
          <p:cNvSpPr/>
          <p:nvPr/>
        </p:nvSpPr>
        <p:spPr>
          <a:xfrm>
            <a:off x="1" y="1882423"/>
            <a:ext cx="9143999" cy="154657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 </a:t>
            </a:r>
          </a:p>
          <a:p>
            <a:pPr algn="ctr" fontAlgn="base"/>
            <a:r>
              <a:rPr lang="es-CO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E68C54-6343-4979-B8A2-A90B7CE4F924}"/>
              </a:ext>
            </a:extLst>
          </p:cNvPr>
          <p:cNvSpPr/>
          <p:nvPr/>
        </p:nvSpPr>
        <p:spPr>
          <a:xfrm>
            <a:off x="5038917" y="360296"/>
            <a:ext cx="3995326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CUÁN GRANDE ES ÉL</a:t>
            </a:r>
          </a:p>
        </p:txBody>
      </p:sp>
    </p:spTree>
    <p:extLst>
      <p:ext uri="{BB962C8B-B14F-4D97-AF65-F5344CB8AC3E}">
        <p14:creationId xmlns:p14="http://schemas.microsoft.com/office/powerpoint/2010/main" val="608978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344</Words>
  <Application>Microsoft Office PowerPoint</Application>
  <PresentationFormat>Presentación en pantalla (4:3)</PresentationFormat>
  <Paragraphs>78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7" baseType="lpstr"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Sara</dc:creator>
  <cp:lastModifiedBy>Familia Cañon Peña</cp:lastModifiedBy>
  <cp:revision>18</cp:revision>
  <dcterms:created xsi:type="dcterms:W3CDTF">2020-06-25T21:40:08Z</dcterms:created>
  <dcterms:modified xsi:type="dcterms:W3CDTF">2021-07-27T03:10:47Z</dcterms:modified>
</cp:coreProperties>
</file>