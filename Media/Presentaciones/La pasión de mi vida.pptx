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87" r:id="rId2"/>
    <p:sldId id="320" r:id="rId3"/>
    <p:sldId id="321" r:id="rId4"/>
    <p:sldId id="288" r:id="rId5"/>
    <p:sldId id="291" r:id="rId6"/>
    <p:sldId id="322" r:id="rId7"/>
    <p:sldId id="292" r:id="rId8"/>
    <p:sldId id="323" r:id="rId9"/>
    <p:sldId id="324" r:id="rId10"/>
    <p:sldId id="325" r:id="rId11"/>
    <p:sldId id="326" r:id="rId12"/>
    <p:sldId id="327" r:id="rId13"/>
    <p:sldId id="328" r:id="rId14"/>
    <p:sldId id="329" r:id="rId15"/>
    <p:sldId id="330" r:id="rId16"/>
    <p:sldId id="331" r:id="rId17"/>
    <p:sldId id="332" r:id="rId18"/>
    <p:sldId id="301" r:id="rId19"/>
    <p:sldId id="310" r:id="rId20"/>
    <p:sldId id="31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EEA1D-AC2E-4B01-9635-F7A883BECAF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7A80-A2FD-444E-80E4-C7E31D9BB27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58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EEA1D-AC2E-4B01-9635-F7A883BECAF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7A80-A2FD-444E-80E4-C7E31D9BB27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45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EEA1D-AC2E-4B01-9635-F7A883BECAF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7A80-A2FD-444E-80E4-C7E31D9BB27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97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EEA1D-AC2E-4B01-9635-F7A883BECAF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7A80-A2FD-444E-80E4-C7E31D9BB27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02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EEA1D-AC2E-4B01-9635-F7A883BECAF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7A80-A2FD-444E-80E4-C7E31D9BB27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01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EEA1D-AC2E-4B01-9635-F7A883BECAF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7A80-A2FD-444E-80E4-C7E31D9BB27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861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EEA1D-AC2E-4B01-9635-F7A883BECAF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7A80-A2FD-444E-80E4-C7E31D9BB27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84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EEA1D-AC2E-4B01-9635-F7A883BECAF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7A80-A2FD-444E-80E4-C7E31D9BB27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95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EEA1D-AC2E-4B01-9635-F7A883BECAF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7A80-A2FD-444E-80E4-C7E31D9BB27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153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EEA1D-AC2E-4B01-9635-F7A883BECAF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7A80-A2FD-444E-80E4-C7E31D9BB27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496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EEA1D-AC2E-4B01-9635-F7A883BECAF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77A80-A2FD-444E-80E4-C7E31D9BB27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701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9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EA1D-AC2E-4B01-9635-F7A883BECAFF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77A80-A2FD-444E-80E4-C7E31D9BB279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071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980601" y="1628800"/>
            <a:ext cx="71827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tu nombre me guiarás</a:t>
            </a:r>
          </a:p>
          <a:p>
            <a:pPr algn="ctr"/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020FE29-5C98-47C4-BA37-651373501ABB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</p:spTree>
    <p:extLst>
      <p:ext uri="{BB962C8B-B14F-4D97-AF65-F5344CB8AC3E}">
        <p14:creationId xmlns:p14="http://schemas.microsoft.com/office/powerpoint/2010/main" val="2409424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197514" y="1556792"/>
            <a:ext cx="87489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Muéstrame oh Jehová</a:t>
            </a:r>
          </a:p>
          <a:p>
            <a:pPr algn="ctr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Tus caminos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ea typeface="Calibri" panose="020F0502020204030204" pitchFamily="34" charset="0"/>
              <a:cs typeface="Aharoni" panose="02010803020104030203" pitchFamily="2" charset="-79"/>
            </a:endParaRPr>
          </a:p>
          <a:p>
            <a:pPr algn="ctr"/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020FE29-5C98-47C4-BA37-651373501ABB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</p:spTree>
    <p:extLst>
      <p:ext uri="{BB962C8B-B14F-4D97-AF65-F5344CB8AC3E}">
        <p14:creationId xmlns:p14="http://schemas.microsoft.com/office/powerpoint/2010/main" val="1875860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4"/>
          <p:cNvSpPr txBox="1"/>
          <p:nvPr/>
        </p:nvSpPr>
        <p:spPr>
          <a:xfrm>
            <a:off x="295886" y="1340768"/>
            <a:ext cx="8552228" cy="344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pPr>
              <a:lnSpc>
                <a:spcPct val="115000"/>
              </a:lnSpc>
            </a:pPr>
            <a:r>
              <a:rPr lang="es-ES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Enséñame </a:t>
            </a:r>
          </a:p>
          <a:p>
            <a:pPr>
              <a:lnSpc>
                <a:spcPct val="115000"/>
              </a:lnSpc>
            </a:pPr>
            <a:r>
              <a:rPr lang="es-ES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tus sendas</a:t>
            </a:r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ea typeface="Calibri" panose="020F0502020204030204" pitchFamily="34" charset="0"/>
              <a:cs typeface="Aharoni" panose="02010803020104030203" pitchFamily="2" charset="-79"/>
            </a:endParaRPr>
          </a:p>
          <a:p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CE43813-B8BA-4167-9401-DD8AA2FBE5E5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</p:spTree>
    <p:extLst>
      <p:ext uri="{BB962C8B-B14F-4D97-AF65-F5344CB8AC3E}">
        <p14:creationId xmlns:p14="http://schemas.microsoft.com/office/powerpoint/2010/main" val="3679471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4"/>
          <p:cNvSpPr txBox="1"/>
          <p:nvPr/>
        </p:nvSpPr>
        <p:spPr>
          <a:xfrm>
            <a:off x="295886" y="1196752"/>
            <a:ext cx="8552228" cy="344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pPr algn="l">
              <a:lnSpc>
                <a:spcPct val="115000"/>
              </a:lnSpc>
            </a:pPr>
            <a:r>
              <a:rPr lang="es-ES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Porque tú eres mi </a:t>
            </a:r>
          </a:p>
          <a:p>
            <a:pPr algn="r">
              <a:lnSpc>
                <a:spcPct val="115000"/>
              </a:lnSpc>
            </a:pPr>
            <a:r>
              <a:rPr lang="es-ES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Roca y mi castillo</a:t>
            </a:r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ea typeface="Calibri" panose="020F0502020204030204" pitchFamily="34" charset="0"/>
              <a:cs typeface="Aharoni" panose="02010803020104030203" pitchFamily="2" charset="-79"/>
            </a:endParaRPr>
          </a:p>
          <a:p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CE43813-B8BA-4167-9401-DD8AA2FBE5E5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</p:spTree>
    <p:extLst>
      <p:ext uri="{BB962C8B-B14F-4D97-AF65-F5344CB8AC3E}">
        <p14:creationId xmlns:p14="http://schemas.microsoft.com/office/powerpoint/2010/main" val="3107242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78523" y="1628800"/>
            <a:ext cx="858695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La PASIÓN de </a:t>
            </a:r>
          </a:p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mi vida eres TÚ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D572F2D-1519-4A67-81D2-2E131DA1099A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</p:spTree>
    <p:extLst>
      <p:ext uri="{BB962C8B-B14F-4D97-AF65-F5344CB8AC3E}">
        <p14:creationId xmlns:p14="http://schemas.microsoft.com/office/powerpoint/2010/main" val="2489200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79512" y="1484784"/>
            <a:ext cx="858695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	Caminar a tu lado </a:t>
            </a:r>
          </a:p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eso haré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D572F2D-1519-4A67-81D2-2E131DA1099A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</p:spTree>
    <p:extLst>
      <p:ext uri="{BB962C8B-B14F-4D97-AF65-F5344CB8AC3E}">
        <p14:creationId xmlns:p14="http://schemas.microsoft.com/office/powerpoint/2010/main" val="1290575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21550" y="1124744"/>
            <a:ext cx="81009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pPr algn="l"/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Porque tú </a:t>
            </a:r>
          </a:p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Moriste en una</a:t>
            </a:r>
          </a:p>
          <a:p>
            <a:pPr algn="r"/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 CRUZ POR MÍ	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264B1AA-F08F-4127-B0EF-310DC78C0DDC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</p:spTree>
    <p:extLst>
      <p:ext uri="{BB962C8B-B14F-4D97-AF65-F5344CB8AC3E}">
        <p14:creationId xmlns:p14="http://schemas.microsoft.com/office/powerpoint/2010/main" val="505201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980601" y="1628800"/>
            <a:ext cx="71827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tu nombre me guiarás</a:t>
            </a:r>
          </a:p>
          <a:p>
            <a:pPr algn="ctr"/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020FE29-5C98-47C4-BA37-651373501ABB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</p:spTree>
    <p:extLst>
      <p:ext uri="{BB962C8B-B14F-4D97-AF65-F5344CB8AC3E}">
        <p14:creationId xmlns:p14="http://schemas.microsoft.com/office/powerpoint/2010/main" val="2734478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197514" y="1556792"/>
            <a:ext cx="87489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Muéstrame oh Jehová</a:t>
            </a:r>
          </a:p>
          <a:p>
            <a:pPr algn="ctr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Tus caminos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ea typeface="Calibri" panose="020F0502020204030204" pitchFamily="34" charset="0"/>
              <a:cs typeface="Aharoni" panose="02010803020104030203" pitchFamily="2" charset="-79"/>
            </a:endParaRPr>
          </a:p>
          <a:p>
            <a:pPr algn="ctr"/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020FE29-5C98-47C4-BA37-651373501ABB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</p:spTree>
    <p:extLst>
      <p:ext uri="{BB962C8B-B14F-4D97-AF65-F5344CB8AC3E}">
        <p14:creationId xmlns:p14="http://schemas.microsoft.com/office/powerpoint/2010/main" val="29040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4"/>
          <p:cNvSpPr txBox="1"/>
          <p:nvPr/>
        </p:nvSpPr>
        <p:spPr>
          <a:xfrm>
            <a:off x="295886" y="1340768"/>
            <a:ext cx="8552228" cy="344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pPr>
              <a:lnSpc>
                <a:spcPct val="115000"/>
              </a:lnSpc>
            </a:pPr>
            <a:r>
              <a:rPr lang="es-ES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Enséñame </a:t>
            </a:r>
          </a:p>
          <a:p>
            <a:pPr>
              <a:lnSpc>
                <a:spcPct val="115000"/>
              </a:lnSpc>
            </a:pPr>
            <a:r>
              <a:rPr lang="es-ES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tus sendas</a:t>
            </a:r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ea typeface="Calibri" panose="020F0502020204030204" pitchFamily="34" charset="0"/>
              <a:cs typeface="Aharoni" panose="02010803020104030203" pitchFamily="2" charset="-79"/>
            </a:endParaRPr>
          </a:p>
          <a:p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CE43813-B8BA-4167-9401-DD8AA2FBE5E5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</p:spTree>
    <p:extLst>
      <p:ext uri="{BB962C8B-B14F-4D97-AF65-F5344CB8AC3E}">
        <p14:creationId xmlns:p14="http://schemas.microsoft.com/office/powerpoint/2010/main" val="2650017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4"/>
          <p:cNvSpPr txBox="1"/>
          <p:nvPr/>
        </p:nvSpPr>
        <p:spPr>
          <a:xfrm>
            <a:off x="295886" y="1196752"/>
            <a:ext cx="8552228" cy="344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pPr algn="l">
              <a:lnSpc>
                <a:spcPct val="115000"/>
              </a:lnSpc>
            </a:pPr>
            <a:r>
              <a:rPr lang="es-ES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Porque tú eres mi </a:t>
            </a:r>
          </a:p>
          <a:p>
            <a:pPr algn="r">
              <a:lnSpc>
                <a:spcPct val="115000"/>
              </a:lnSpc>
            </a:pPr>
            <a:r>
              <a:rPr lang="es-ES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ea typeface="Calibri" panose="020F0502020204030204" pitchFamily="34" charset="0"/>
                <a:cs typeface="Aharoni" panose="02010803020104030203" pitchFamily="2" charset="-79"/>
              </a:rPr>
              <a:t>Roca y mi castillo</a:t>
            </a:r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ea typeface="Calibri" panose="020F0502020204030204" pitchFamily="34" charset="0"/>
              <a:cs typeface="Aharoni" panose="02010803020104030203" pitchFamily="2" charset="-79"/>
            </a:endParaRPr>
          </a:p>
          <a:p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CE43813-B8BA-4167-9401-DD8AA2FBE5E5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</p:spTree>
    <p:extLst>
      <p:ext uri="{BB962C8B-B14F-4D97-AF65-F5344CB8AC3E}">
        <p14:creationId xmlns:p14="http://schemas.microsoft.com/office/powerpoint/2010/main" val="3873221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78523" y="1628800"/>
            <a:ext cx="858695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La PASIÓN de </a:t>
            </a:r>
          </a:p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mi vida eres TÚ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D572F2D-1519-4A67-81D2-2E131DA1099A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</p:spTree>
    <p:extLst>
      <p:ext uri="{BB962C8B-B14F-4D97-AF65-F5344CB8AC3E}">
        <p14:creationId xmlns:p14="http://schemas.microsoft.com/office/powerpoint/2010/main" val="3669878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79512" y="1484784"/>
            <a:ext cx="858695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	Caminar a tu lado </a:t>
            </a:r>
          </a:p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eso haré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D572F2D-1519-4A67-81D2-2E131DA1099A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</p:spTree>
    <p:extLst>
      <p:ext uri="{BB962C8B-B14F-4D97-AF65-F5344CB8AC3E}">
        <p14:creationId xmlns:p14="http://schemas.microsoft.com/office/powerpoint/2010/main" val="1594662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21550" y="1124744"/>
            <a:ext cx="81009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pPr algn="l"/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Porque tú </a:t>
            </a:r>
          </a:p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Moriste en una</a:t>
            </a:r>
          </a:p>
          <a:p>
            <a:pPr algn="r"/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 CRUZ POR MÍ	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264B1AA-F08F-4127-B0EF-310DC78C0DDC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</p:spTree>
    <p:extLst>
      <p:ext uri="{BB962C8B-B14F-4D97-AF65-F5344CB8AC3E}">
        <p14:creationId xmlns:p14="http://schemas.microsoft.com/office/powerpoint/2010/main" val="4274665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78523" y="1628800"/>
            <a:ext cx="858695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La PASIÓN de </a:t>
            </a:r>
          </a:p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mi vida eres TÚ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D572F2D-1519-4A67-81D2-2E131DA1099A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</p:spTree>
    <p:extLst>
      <p:ext uri="{BB962C8B-B14F-4D97-AF65-F5344CB8AC3E}">
        <p14:creationId xmlns:p14="http://schemas.microsoft.com/office/powerpoint/2010/main" val="3751008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79512" y="1484784"/>
            <a:ext cx="858695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	Caminar a tu lado </a:t>
            </a:r>
          </a:p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eso haré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D572F2D-1519-4A67-81D2-2E131DA1099A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</p:spTree>
    <p:extLst>
      <p:ext uri="{BB962C8B-B14F-4D97-AF65-F5344CB8AC3E}">
        <p14:creationId xmlns:p14="http://schemas.microsoft.com/office/powerpoint/2010/main" val="1244723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21550" y="1124744"/>
            <a:ext cx="81009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pPr algn="l"/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Porque tú </a:t>
            </a:r>
          </a:p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Moriste en una</a:t>
            </a:r>
          </a:p>
          <a:p>
            <a:pPr algn="r"/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 CRUZ POR MÍ	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264B1AA-F08F-4127-B0EF-310DC78C0DDC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</p:spTree>
    <p:extLst>
      <p:ext uri="{BB962C8B-B14F-4D97-AF65-F5344CB8AC3E}">
        <p14:creationId xmlns:p14="http://schemas.microsoft.com/office/powerpoint/2010/main" val="4196713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67544" y="1974756"/>
            <a:ext cx="820891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pPr algn="l"/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Cada golpe</a:t>
            </a:r>
          </a:p>
          <a:p>
            <a:pPr algn="r"/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Cada golpe	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EA3C6E7-49A4-4866-A57D-1C9CC5506FBD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</p:spTree>
    <p:extLst>
      <p:ext uri="{BB962C8B-B14F-4D97-AF65-F5344CB8AC3E}">
        <p14:creationId xmlns:p14="http://schemas.microsoft.com/office/powerpoint/2010/main" val="3552568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733327" y="1844824"/>
            <a:ext cx="76773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pPr algn="l"/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tu cuerpo</a:t>
            </a:r>
          </a:p>
          <a:p>
            <a:pPr algn="r"/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En tu cuerpo	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FA81BEA-688C-424D-BE71-90BB6CB91340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</p:spTree>
    <p:extLst>
      <p:ext uri="{BB962C8B-B14F-4D97-AF65-F5344CB8AC3E}">
        <p14:creationId xmlns:p14="http://schemas.microsoft.com/office/powerpoint/2010/main" val="1327994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67544" y="1340768"/>
            <a:ext cx="820891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pPr algn="l"/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Cada golpe</a:t>
            </a:r>
          </a:p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Cada golpe	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EA3C6E7-49A4-4866-A57D-1C9CC5506FBD}"/>
              </a:ext>
            </a:extLst>
          </p:cNvPr>
          <p:cNvSpPr txBox="1"/>
          <p:nvPr/>
        </p:nvSpPr>
        <p:spPr>
          <a:xfrm>
            <a:off x="3275856" y="188640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PASIÓN DE MI VIDA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01954FE-9165-4D89-87B5-F53C0A21FD78}"/>
              </a:ext>
            </a:extLst>
          </p:cNvPr>
          <p:cNvSpPr txBox="1"/>
          <p:nvPr/>
        </p:nvSpPr>
        <p:spPr>
          <a:xfrm>
            <a:off x="3275856" y="3429000"/>
            <a:ext cx="621069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s-CO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Fue por mí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93395979"/>
      </p:ext>
    </p:extLst>
  </p:cSld>
  <p:clrMapOvr>
    <a:masterClrMapping/>
  </p:clrMapOvr>
</p:sld>
</file>

<file path=ppt/theme/theme1.xml><?xml version="1.0" encoding="utf-8"?>
<a:theme xmlns:a="http://schemas.openxmlformats.org/drawingml/2006/main" name="4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234</Words>
  <Application>Microsoft Office PowerPoint</Application>
  <PresentationFormat>Presentación en pantalla (4:3)</PresentationFormat>
  <Paragraphs>62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Aharoni</vt:lpstr>
      <vt:lpstr>Arial</vt:lpstr>
      <vt:lpstr>Arial Rounded MT Bold</vt:lpstr>
      <vt:lpstr>Calibri</vt:lpstr>
      <vt:lpstr>Calibri Light</vt:lpstr>
      <vt:lpstr>4_Tema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DAVID RUIZ</dc:creator>
  <cp:lastModifiedBy>Familia Cañon Peña</cp:lastModifiedBy>
  <cp:revision>12</cp:revision>
  <dcterms:created xsi:type="dcterms:W3CDTF">2016-03-01T23:09:12Z</dcterms:created>
  <dcterms:modified xsi:type="dcterms:W3CDTF">2021-07-27T03:56:11Z</dcterms:modified>
</cp:coreProperties>
</file>