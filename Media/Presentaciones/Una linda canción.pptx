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2" r:id="rId4"/>
    <p:sldId id="273" r:id="rId5"/>
    <p:sldId id="257" r:id="rId6"/>
    <p:sldId id="258" r:id="rId7"/>
    <p:sldId id="259" r:id="rId8"/>
    <p:sldId id="260" r:id="rId9"/>
    <p:sldId id="266" r:id="rId10"/>
    <p:sldId id="261" r:id="rId11"/>
    <p:sldId id="263" r:id="rId12"/>
    <p:sldId id="264" r:id="rId13"/>
    <p:sldId id="270" r:id="rId14"/>
    <p:sldId id="271" r:id="rId1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402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918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695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38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756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332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323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9528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5464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942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2034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325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341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678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985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797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601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4868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901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889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841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7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26F3C-5CC0-4B75-97B6-5DA801D9766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D9E4C-7987-411A-A952-CEA42E5313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531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26F3C-5CC0-4B75-97B6-5DA801D97661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D9E4C-7987-411A-A952-CEA42E531357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1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541898" y="2114271"/>
            <a:ext cx="8060205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cantar una linda canción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D78B91-B27F-4F43-9762-791FAE8894D3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1825652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541898" y="2114271"/>
            <a:ext cx="8060205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un hombre que me transformó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D78B91-B27F-4F43-9762-791FAE8894D3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480426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541898" y="2114271"/>
            <a:ext cx="8060205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cantar una linda canción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D78B91-B27F-4F43-9762-791FAE8894D3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180789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02560" y="2114271"/>
            <a:ext cx="7938881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AQUEL que mi vida cambió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8386CD-94F0-4E69-8B2F-C51BD37AF7BE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1970838"/>
            <a:ext cx="8820472" cy="26294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mi amigo JESÚS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mi amigo JESÚS 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7FB374-9C1A-4976-B711-6549BD5115BD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55576" y="1844824"/>
            <a:ext cx="7992888" cy="289890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es DIOS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Él es Rey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Es Amor y Verdad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E76B24-FB3E-41A8-8DF9-4F2A69F6B2A1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9502" y="1844824"/>
            <a:ext cx="8464996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Sólo en Él encontré esa PAZ que busqué</a:t>
            </a:r>
          </a:p>
          <a:p>
            <a:pPr marL="0" indent="0" algn="ctr">
              <a:buNone/>
            </a:pPr>
            <a:endParaRPr lang="es-MX" sz="7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F87F4D-6992-4EC6-A55E-C304B88D9D20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88259" y="2114271"/>
            <a:ext cx="7767482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Sólo en Él encontré la FELICIDAD</a:t>
            </a:r>
          </a:p>
          <a:p>
            <a:pPr marL="0" indent="0" algn="ctr">
              <a:buNone/>
            </a:pPr>
            <a:endParaRPr lang="es-MX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0D9BE9-3BB8-4B05-B896-CB861896F594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798664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26241" y="1772816"/>
            <a:ext cx="8091518" cy="302433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/Unidos cantemos y gloria entonemos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 maravilloso JESÚS/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19AD61-0374-4D32-8CFD-DF22594BF26C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259632" y="1916832"/>
            <a:ext cx="6858000" cy="262945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Religiones habrá pero no salvarán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1A20EA-EA15-4978-A11A-C5797722579A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916832"/>
            <a:ext cx="6858000" cy="262945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Sólo CRISTO JESÚS puede dar libertad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018AB8-296A-4A86-BA8D-CE7C8F1A6239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399030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71500" y="2114271"/>
            <a:ext cx="8001000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Sólo en Él encontré esa PAZ que busqué</a:t>
            </a:r>
          </a:p>
          <a:p>
            <a:pPr marL="0" indent="0" algn="ctr">
              <a:buNone/>
            </a:pPr>
            <a:endParaRPr lang="es-MX" sz="66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41E5C1-A940-4024-829E-14FDEC12A496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1188688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81236" y="1988840"/>
            <a:ext cx="8181528" cy="26294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Sólo en Él encontré la FELICIDAD</a:t>
            </a:r>
          </a:p>
          <a:p>
            <a:pPr marL="0" indent="0" algn="ctr">
              <a:buNone/>
            </a:pP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093530-E36B-462B-ACF3-2A60B5878140}"/>
              </a:ext>
            </a:extLst>
          </p:cNvPr>
          <p:cNvSpPr txBox="1"/>
          <p:nvPr/>
        </p:nvSpPr>
        <p:spPr>
          <a:xfrm>
            <a:off x="2483768" y="260648"/>
            <a:ext cx="6426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UNA LINDA CANCIÓN</a:t>
            </a:r>
          </a:p>
        </p:txBody>
      </p:sp>
    </p:spTree>
    <p:extLst>
      <p:ext uri="{BB962C8B-B14F-4D97-AF65-F5344CB8AC3E}">
        <p14:creationId xmlns:p14="http://schemas.microsoft.com/office/powerpoint/2010/main" val="2635672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129</Words>
  <Application>Microsoft Office PowerPoint</Application>
  <PresentationFormat>Presentación en pantalla (4:3)</PresentationFormat>
  <Paragraphs>30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Arial Rounded MT Bold</vt:lpstr>
      <vt:lpstr>Berlin Sans FB Demi</vt:lpstr>
      <vt:lpstr>Calibri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19</cp:revision>
  <dcterms:created xsi:type="dcterms:W3CDTF">2016-02-22T03:25:43Z</dcterms:created>
  <dcterms:modified xsi:type="dcterms:W3CDTF">2021-07-27T04:48:55Z</dcterms:modified>
</cp:coreProperties>
</file>