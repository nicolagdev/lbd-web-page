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65" r:id="rId3"/>
    <p:sldId id="257" r:id="rId4"/>
    <p:sldId id="266" r:id="rId5"/>
    <p:sldId id="258" r:id="rId6"/>
    <p:sldId id="259" r:id="rId7"/>
    <p:sldId id="272" r:id="rId8"/>
    <p:sldId id="268" r:id="rId9"/>
    <p:sldId id="269" r:id="rId10"/>
    <p:sldId id="270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29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920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423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392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690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195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020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432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89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764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65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70ECC-59E1-44EF-B3AE-F14A3483BAE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2472E-59A2-45F2-80EF-8AC221CA79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819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705" y="1876839"/>
            <a:ext cx="7504590" cy="1790700"/>
          </a:xfrm>
        </p:spPr>
        <p:txBody>
          <a:bodyPr>
            <a:noAutofit/>
          </a:bodyPr>
          <a:lstStyle/>
          <a:p>
            <a:r>
              <a:rPr lang="es-ES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 es MARAVILLOSO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5AF3BC-4B8E-4F47-A633-36485A9D3F30}"/>
              </a:ext>
            </a:extLst>
          </p:cNvPr>
          <p:cNvSpPr txBox="1"/>
          <p:nvPr/>
        </p:nvSpPr>
        <p:spPr>
          <a:xfrm>
            <a:off x="4050194" y="197954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401490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763" y="1389821"/>
            <a:ext cx="7270474" cy="2039179"/>
          </a:xfrm>
        </p:spPr>
        <p:txBody>
          <a:bodyPr>
            <a:normAutofit/>
          </a:bodyPr>
          <a:lstStyle/>
          <a:p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grandes las cosas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me ha hecho a mí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0E0859-6541-4A6D-A4BF-53785BCFFF89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315856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339" y="1884345"/>
            <a:ext cx="6533322" cy="1790700"/>
          </a:xfrm>
        </p:spPr>
        <p:txBody>
          <a:bodyPr>
            <a:noAutofit/>
          </a:bodyPr>
          <a:lstStyle/>
          <a:p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 es BONDADOSO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D1D3C3-0A1B-4322-86CF-C0422B17508D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14611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95" y="1837082"/>
            <a:ext cx="7444409" cy="1790700"/>
          </a:xfrm>
        </p:spPr>
        <p:txBody>
          <a:bodyPr>
            <a:noAutofit/>
          </a:bodyPr>
          <a:lstStyle/>
          <a:p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Qué gozo poderle cantar</a:t>
            </a:r>
            <a:b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5762F2-EC9B-4C96-88B9-E087BB6D4834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277918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0E1DE-B5D2-4F41-8C83-5697A2FB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93" y="2434828"/>
            <a:ext cx="8194813" cy="994172"/>
          </a:xfrm>
        </p:spPr>
        <p:txBody>
          <a:bodyPr>
            <a:noAutofit/>
          </a:bodyPr>
          <a:lstStyle/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es su amor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alcanza aun los cielos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6D8662-D9F6-4F3B-953A-27580527ADFB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395715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0E1DE-B5D2-4F41-8C83-5697A2FB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161" y="2024011"/>
            <a:ext cx="7563678" cy="994172"/>
          </a:xfrm>
        </p:spPr>
        <p:txBody>
          <a:bodyPr>
            <a:noAutofit/>
          </a:bodyPr>
          <a:lstStyle/>
          <a:p>
            <a:pPr algn="ctr"/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Con el CORAZÓN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Me BUSCÓ y me PERDONÓ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4646B93-B8A6-426B-B985-F5CF77B7FB76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152049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43" y="1638300"/>
            <a:ext cx="7574713" cy="1790700"/>
          </a:xfrm>
        </p:spPr>
        <p:txBody>
          <a:bodyPr>
            <a:noAutofit/>
          </a:bodyPr>
          <a:lstStyle/>
          <a:p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 es MARAVILLOSO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8672CE-01F1-4149-A6E2-C7499A3E7053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12795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145" y="1651551"/>
            <a:ext cx="7177709" cy="1966291"/>
          </a:xfrm>
        </p:spPr>
        <p:txBody>
          <a:bodyPr>
            <a:normAutofit/>
          </a:bodyPr>
          <a:lstStyle/>
          <a:p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grandes las cosas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Que me ha hecho a mí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A63C0C-395E-4E52-B67D-93D9938B3D45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184184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727" y="1850335"/>
            <a:ext cx="7612545" cy="1790700"/>
          </a:xfrm>
        </p:spPr>
        <p:txBody>
          <a:bodyPr>
            <a:noAutofit/>
          </a:bodyPr>
          <a:lstStyle/>
          <a:p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 es BONDADOSO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6CB51A-1961-4BC4-B6BD-D003578C12CF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186141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152" y="1638300"/>
            <a:ext cx="7669695" cy="1790700"/>
          </a:xfrm>
        </p:spPr>
        <p:txBody>
          <a:bodyPr>
            <a:noAutofit/>
          </a:bodyPr>
          <a:lstStyle/>
          <a:p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Qué gozo poderle cantar</a:t>
            </a:r>
            <a:b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28B33E-95D1-46CC-A0BF-451A3CE726A1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1907911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7BFC-4CDB-4C5A-8C5B-C1EBEA5BC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1776543"/>
            <a:ext cx="7696200" cy="1790700"/>
          </a:xfrm>
        </p:spPr>
        <p:txBody>
          <a:bodyPr>
            <a:noAutofit/>
          </a:bodyPr>
          <a:lstStyle/>
          <a:p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Qué gozo poderle cantar</a:t>
            </a:r>
            <a:b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Cuán GRANDE el SEÑOR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3AC462A-AEDA-4DCA-A080-51D921FC493A}"/>
              </a:ext>
            </a:extLst>
          </p:cNvPr>
          <p:cNvSpPr txBox="1"/>
          <p:nvPr/>
        </p:nvSpPr>
        <p:spPr>
          <a:xfrm>
            <a:off x="4050194" y="184702"/>
            <a:ext cx="50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CUÁN GRANDE EL SEÑOR</a:t>
            </a:r>
          </a:p>
        </p:txBody>
      </p:sp>
    </p:spTree>
    <p:extLst>
      <p:ext uri="{BB962C8B-B14F-4D97-AF65-F5344CB8AC3E}">
        <p14:creationId xmlns:p14="http://schemas.microsoft.com/office/powerpoint/2010/main" val="2284753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142</Words>
  <Application>Microsoft Office PowerPoint</Application>
  <PresentationFormat>Presentación en pantalla (4:3)</PresentationFormat>
  <Paragraphs>22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Agency FB</vt:lpstr>
      <vt:lpstr>Arial</vt:lpstr>
      <vt:lpstr>Arial Rounded MT Bold</vt:lpstr>
      <vt:lpstr>Calibri</vt:lpstr>
      <vt:lpstr>Calibri Light</vt:lpstr>
      <vt:lpstr>Tema de Office</vt:lpstr>
      <vt:lpstr>Cuán grande el SEÑOR es MARAVILLOSO</vt:lpstr>
      <vt:lpstr>Cuán grandes las cosas Que me ha hecho a mí</vt:lpstr>
      <vt:lpstr> Cuán grande el SEÑOR es BONDADOSO</vt:lpstr>
      <vt:lpstr>Qué gozo poderle cantar Cuán GRANDE el SEÑOR</vt:lpstr>
      <vt:lpstr>Cuán grande es su amor Que alcanza aun los cielos </vt:lpstr>
      <vt:lpstr> Con el CORAZÓN Me BUSCÓ y me PERDONÓ </vt:lpstr>
      <vt:lpstr>Cuán grande el SEÑOR es MARAVILLOSO</vt:lpstr>
      <vt:lpstr>Cuán grandes las cosas Que me ha hecho a mí</vt:lpstr>
      <vt:lpstr> Cuán grande el SEÑOR es BONDADOSO</vt:lpstr>
      <vt:lpstr>Qué gozo poderle cantar Cuán GRANDE el SEÑOR</vt:lpstr>
      <vt:lpstr>Qué gozo poderle cantar Cuán GRANDE el SEÑOR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Cuán grande el Señor es maravilloso Cuán grandes las cosas Que me ha hecho a mí</dc:title>
  <dc:creator>wilmar cañon</dc:creator>
  <cp:lastModifiedBy>Familia Cañon Peña</cp:lastModifiedBy>
  <cp:revision>12</cp:revision>
  <dcterms:created xsi:type="dcterms:W3CDTF">2020-05-16T18:59:41Z</dcterms:created>
  <dcterms:modified xsi:type="dcterms:W3CDTF">2021-07-27T03:10:36Z</dcterms:modified>
</cp:coreProperties>
</file>