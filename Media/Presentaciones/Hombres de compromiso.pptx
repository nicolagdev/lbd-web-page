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8" r:id="rId9"/>
    <p:sldId id="264" r:id="rId10"/>
    <p:sldId id="265" r:id="rId11"/>
    <p:sldId id="268" r:id="rId12"/>
    <p:sldId id="269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33" autoAdjust="0"/>
    <p:restoredTop sz="94660"/>
  </p:normalViewPr>
  <p:slideViewPr>
    <p:cSldViewPr>
      <p:cViewPr varScale="1">
        <p:scale>
          <a:sx n="68" d="100"/>
          <a:sy n="68" d="100"/>
        </p:scale>
        <p:origin x="1488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287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A2D6EE5-03D9-4114-98EA-5065546824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33880D3-ED5B-485F-A73E-37E231099A1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24B63D-1635-4705-A2FB-34D4F36EB6E1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D76C11A-E21E-4C7E-A45F-AA35539AE0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6E0310-8FB4-47D5-B88D-5704B07E53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5AD88-7913-40D1-9BEC-53DB9ECB4C7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464166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05743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41190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7401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68035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17229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5267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C237214-F4E7-4BFC-A9C8-14215F3A6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13293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83348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69038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0071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E4A37725-F6AC-4B86-A4E1-EE90EF993EBF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/>
          <a:lstStyle/>
          <a:p>
            <a:fld id="{84D887A1-FE8E-4E96-8646-5BD2A41F1ED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83210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6703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60521" y="1646802"/>
            <a:ext cx="8622958" cy="3564396"/>
          </a:xfrm>
        </p:spPr>
        <p:txBody>
          <a:bodyPr>
            <a:norm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Hombres que no se conforman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Al mundo y su condición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6727D6A-8F18-4869-958E-E2A695CB6F4F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1251401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700808"/>
            <a:ext cx="9144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Hombres que harán compromisos para vencer toda tentación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DEB4AA8-43AF-4567-8A53-DAF8AFF2E1C4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56797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77280" y="1880828"/>
            <a:ext cx="738944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Hombres que sean ejemplo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 amor, justicia y verdad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FD2CD1E-4837-4ADF-A4FC-23BAF03B8166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1854171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47273" y="1988840"/>
            <a:ext cx="8649453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Hombres que cambian su mundo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no se dejan por el cambiar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007A4B-07F3-45B4-8E76-BE132B960D62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8488874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268760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Dios está buscando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 Dios está llamando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6DC340-816F-4CB3-B540-58A39E7ECFF7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848887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646802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quieran su mundo impactar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9511502-AC40-4C3E-875B-A3A7DB183CC6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8488874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7230" y="1646802"/>
            <a:ext cx="828954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Las buenas nuevas de Cristo llevar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92BFFD-798D-4738-A42A-1D6F5BA6B94B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848887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646802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Dios está buscando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Dios está llamando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A65ACF-3497-43B2-B1B0-BC360F1C1513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217311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514" y="1646802"/>
            <a:ext cx="8748972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quieran a Dios agradar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4DF27F5-E6B8-4EC6-A24A-81B32C237322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848887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646802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quieran su vida entregar a Él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A07FDDF-827F-4014-8A00-924464C00530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848887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571500" y="1340768"/>
            <a:ext cx="8001000" cy="3564396"/>
          </a:xfrm>
        </p:spPr>
        <p:txBody>
          <a:bodyPr>
            <a:normAutofit/>
          </a:bodyPr>
          <a:lstStyle/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no se conforman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Al mundo y su condición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6E3B5DF-70B1-4EF9-80F8-1DE1158F0FC7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1761939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45402" y="1484784"/>
            <a:ext cx="8253195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harán compromiso para vencer toda tentación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949F6B5-3987-4007-867C-99D51933D2C1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2005806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03548" y="1430778"/>
            <a:ext cx="8136904" cy="399644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Hombres que sean ejemplo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De amor, justicia y verdad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70D14D8-B96A-4CFC-AAF1-E83ED5CFE66F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585828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3013" y="1646802"/>
            <a:ext cx="8757973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Hombres que cambian su mundo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no se dejan por el cambiar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A77419-EBF2-437E-983C-FB5066BF14D0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2714091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484784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Dios está buscando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Dios está llamando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5BEC305-3339-45A0-8258-62242D87AA6A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7944147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646802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quieran su mundo impactar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E8000D7-BAB7-402C-A0E8-7FA1B8AEB18D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7403806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27230" y="1646802"/>
            <a:ext cx="828954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Las buenas nuevas de Cristo llevar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82CD4A2-4404-4543-A40A-050A1126857A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3860093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43608" y="1484784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Dios está buscando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Dios está llamando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462F48-445C-4ACF-91BB-9273EADFD968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1179475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7514" y="1646802"/>
            <a:ext cx="8748972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quieran a Dios agradar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049075E-EE18-4686-A05A-3146451DF257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2904452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143000" y="1772816"/>
            <a:ext cx="6858000" cy="3564396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+mj-lt"/>
              </a:rPr>
              <a:t>Hombres que quieran su vida entregar a Él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+mj-lt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38871F5-BA41-4609-B1A8-93B304C5112C}"/>
              </a:ext>
            </a:extLst>
          </p:cNvPr>
          <p:cNvSpPr txBox="1"/>
          <p:nvPr/>
        </p:nvSpPr>
        <p:spPr>
          <a:xfrm>
            <a:off x="4067436" y="260648"/>
            <a:ext cx="5076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latin typeface="Arial Rounded MT Bold" panose="020F0704030504030204" pitchFamily="34" charset="0"/>
              </a:rPr>
              <a:t>HOMBRES DE COMPROMISO</a:t>
            </a:r>
          </a:p>
        </p:txBody>
      </p:sp>
    </p:spTree>
    <p:extLst>
      <p:ext uri="{BB962C8B-B14F-4D97-AF65-F5344CB8AC3E}">
        <p14:creationId xmlns:p14="http://schemas.microsoft.com/office/powerpoint/2010/main" val="17130784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ersonalizado 1">
      <a:majorFont>
        <a:latin typeface="Agency FB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217</Words>
  <Application>Microsoft Office PowerPoint</Application>
  <PresentationFormat>Presentación en pantalla (4:3)</PresentationFormat>
  <Paragraphs>50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Agency FB</vt:lpstr>
      <vt:lpstr>Arial</vt:lpstr>
      <vt:lpstr>Arial Rounded MT Bold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Familia Cañon Peña</cp:lastModifiedBy>
  <cp:revision>8</cp:revision>
  <dcterms:created xsi:type="dcterms:W3CDTF">2017-07-20T02:02:56Z</dcterms:created>
  <dcterms:modified xsi:type="dcterms:W3CDTF">2021-07-27T03:51:08Z</dcterms:modified>
</cp:coreProperties>
</file>