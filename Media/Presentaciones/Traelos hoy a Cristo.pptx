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71" r:id="rId4"/>
    <p:sldId id="275" r:id="rId5"/>
    <p:sldId id="272" r:id="rId6"/>
    <p:sldId id="288" r:id="rId7"/>
    <p:sldId id="274" r:id="rId8"/>
    <p:sldId id="276" r:id="rId9"/>
    <p:sldId id="289" r:id="rId10"/>
    <p:sldId id="277" r:id="rId11"/>
    <p:sldId id="290" r:id="rId12"/>
    <p:sldId id="292" r:id="rId13"/>
    <p:sldId id="291" r:id="rId14"/>
    <p:sldId id="293" r:id="rId15"/>
    <p:sldId id="294" r:id="rId16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A369A0A9-2A3C-4669-958D-666A7D402D82}"/>
    <pc:docChg chg="undo redo custSel addSld delSld modSld">
      <pc:chgData name="wilmar cañon" userId="7918cb078fdc7ad0" providerId="LiveId" clId="{A369A0A9-2A3C-4669-958D-666A7D402D82}" dt="2020-08-01T16:05:17.484" v="1245" actId="22"/>
      <pc:docMkLst>
        <pc:docMk/>
      </pc:docMkLst>
      <pc:sldChg chg="addSp delSp modSp mod setBg">
        <pc:chgData name="wilmar cañon" userId="7918cb078fdc7ad0" providerId="LiveId" clId="{A369A0A9-2A3C-4669-958D-666A7D402D82}" dt="2020-08-01T15:58:40.705" v="1058" actId="404"/>
        <pc:sldMkLst>
          <pc:docMk/>
          <pc:sldMk cId="960160263" sldId="256"/>
        </pc:sldMkLst>
        <pc:spChg chg="add del mod">
          <ac:chgData name="wilmar cañon" userId="7918cb078fdc7ad0" providerId="LiveId" clId="{A369A0A9-2A3C-4669-958D-666A7D402D82}" dt="2020-08-01T15:45:36.209" v="434" actId="478"/>
          <ac:spMkLst>
            <pc:docMk/>
            <pc:sldMk cId="960160263" sldId="256"/>
            <ac:spMk id="2" creationId="{7A38A27B-8205-4912-8F4F-B5C41478848D}"/>
          </ac:spMkLst>
        </pc:spChg>
        <pc:spChg chg="del mod">
          <ac:chgData name="wilmar cañon" userId="7918cb078fdc7ad0" providerId="LiveId" clId="{A369A0A9-2A3C-4669-958D-666A7D402D82}" dt="2020-08-01T15:34:03.857" v="257" actId="478"/>
          <ac:spMkLst>
            <pc:docMk/>
            <pc:sldMk cId="960160263" sldId="256"/>
            <ac:spMk id="3" creationId="{00000000-0000-0000-0000-000000000000}"/>
          </ac:spMkLst>
        </pc:spChg>
        <pc:spChg chg="del">
          <ac:chgData name="wilmar cañon" userId="7918cb078fdc7ad0" providerId="LiveId" clId="{A369A0A9-2A3C-4669-958D-666A7D402D82}" dt="2020-08-01T14:52:41.979" v="2" actId="478"/>
          <ac:spMkLst>
            <pc:docMk/>
            <pc:sldMk cId="960160263" sldId="256"/>
            <ac:spMk id="4" creationId="{00000000-0000-0000-0000-000000000000}"/>
          </ac:spMkLst>
        </pc:spChg>
        <pc:spChg chg="add del mod">
          <ac:chgData name="wilmar cañon" userId="7918cb078fdc7ad0" providerId="LiveId" clId="{A369A0A9-2A3C-4669-958D-666A7D402D82}" dt="2020-08-01T15:24:21.996" v="193" actId="478"/>
          <ac:spMkLst>
            <pc:docMk/>
            <pc:sldMk cId="960160263" sldId="256"/>
            <ac:spMk id="5" creationId="{99F8EAA8-8E0C-4925-AD15-BEF157DCC131}"/>
          </ac:spMkLst>
        </pc:spChg>
        <pc:spChg chg="add del mod">
          <ac:chgData name="wilmar cañon" userId="7918cb078fdc7ad0" providerId="LiveId" clId="{A369A0A9-2A3C-4669-958D-666A7D402D82}" dt="2020-08-01T15:34:01.018" v="256" actId="478"/>
          <ac:spMkLst>
            <pc:docMk/>
            <pc:sldMk cId="960160263" sldId="256"/>
            <ac:spMk id="6" creationId="{B5130C33-5E49-490E-A813-ED0014B4F404}"/>
          </ac:spMkLst>
        </pc:spChg>
        <pc:spChg chg="add del mod">
          <ac:chgData name="wilmar cañon" userId="7918cb078fdc7ad0" providerId="LiveId" clId="{A369A0A9-2A3C-4669-958D-666A7D402D82}" dt="2020-08-01T15:34:06.528" v="258" actId="478"/>
          <ac:spMkLst>
            <pc:docMk/>
            <pc:sldMk cId="960160263" sldId="256"/>
            <ac:spMk id="8" creationId="{425CF660-1112-4D34-A8E4-60E994FB071D}"/>
          </ac:spMkLst>
        </pc:spChg>
        <pc:spChg chg="add mod">
          <ac:chgData name="wilmar cañon" userId="7918cb078fdc7ad0" providerId="LiveId" clId="{A369A0A9-2A3C-4669-958D-666A7D402D82}" dt="2020-08-01T15:58:40.705" v="1058" actId="404"/>
          <ac:spMkLst>
            <pc:docMk/>
            <pc:sldMk cId="960160263" sldId="256"/>
            <ac:spMk id="10" creationId="{4192988A-CFE4-4FF5-A609-8B71EA93DA3B}"/>
          </ac:spMkLst>
        </pc:spChg>
        <pc:spChg chg="add mod">
          <ac:chgData name="wilmar cañon" userId="7918cb078fdc7ad0" providerId="LiveId" clId="{A369A0A9-2A3C-4669-958D-666A7D402D82}" dt="2020-08-01T15:48:14.510" v="560" actId="1076"/>
          <ac:spMkLst>
            <pc:docMk/>
            <pc:sldMk cId="960160263" sldId="256"/>
            <ac:spMk id="11" creationId="{C52FF02D-3517-44E6-B6F2-03F845C624B2}"/>
          </ac:spMkLst>
        </pc:spChg>
        <pc:spChg chg="add mod">
          <ac:chgData name="wilmar cañon" userId="7918cb078fdc7ad0" providerId="LiveId" clId="{A369A0A9-2A3C-4669-958D-666A7D402D82}" dt="2020-08-01T15:53:30.472" v="851" actId="255"/>
          <ac:spMkLst>
            <pc:docMk/>
            <pc:sldMk cId="960160263" sldId="256"/>
            <ac:spMk id="13" creationId="{CAE94D8A-3542-43FD-9C77-D754A15CD007}"/>
          </ac:spMkLst>
        </pc:spChg>
        <pc:spChg chg="add mod">
          <ac:chgData name="wilmar cañon" userId="7918cb078fdc7ad0" providerId="LiveId" clId="{A369A0A9-2A3C-4669-958D-666A7D402D82}" dt="2020-08-01T15:53:23.422" v="850" actId="1076"/>
          <ac:spMkLst>
            <pc:docMk/>
            <pc:sldMk cId="960160263" sldId="256"/>
            <ac:spMk id="15" creationId="{2F61FDAF-1840-41DF-AE46-7AC678EB9204}"/>
          </ac:spMkLst>
        </pc:spChg>
        <pc:picChg chg="add del">
          <ac:chgData name="wilmar cañon" userId="7918cb078fdc7ad0" providerId="LiveId" clId="{A369A0A9-2A3C-4669-958D-666A7D402D82}" dt="2020-08-01T15:51:31.176" v="771" actId="478"/>
          <ac:picMkLst>
            <pc:docMk/>
            <pc:sldMk cId="960160263" sldId="256"/>
            <ac:picMk id="16" creationId="{261C3AE5-D97C-4EFA-B432-9BA36C414CFD}"/>
          </ac:picMkLst>
        </pc:picChg>
      </pc:sldChg>
      <pc:sldChg chg="modSp del mod">
        <pc:chgData name="wilmar cañon" userId="7918cb078fdc7ad0" providerId="LiveId" clId="{A369A0A9-2A3C-4669-958D-666A7D402D82}" dt="2020-08-01T14:53:31.541" v="30" actId="47"/>
        <pc:sldMkLst>
          <pc:docMk/>
          <pc:sldMk cId="2091884725" sldId="257"/>
        </pc:sldMkLst>
        <pc:spChg chg="mod">
          <ac:chgData name="wilmar cañon" userId="7918cb078fdc7ad0" providerId="LiveId" clId="{A369A0A9-2A3C-4669-958D-666A7D402D82}" dt="2020-08-01T14:52:55.079" v="3" actId="21"/>
          <ac:spMkLst>
            <pc:docMk/>
            <pc:sldMk cId="2091884725" sldId="257"/>
            <ac:spMk id="2" creationId="{00000000-0000-0000-0000-000000000000}"/>
          </ac:spMkLst>
        </pc:spChg>
      </pc:sldChg>
      <pc:sldChg chg="addSp delSp modSp del mod">
        <pc:chgData name="wilmar cañon" userId="7918cb078fdc7ad0" providerId="LiveId" clId="{A369A0A9-2A3C-4669-958D-666A7D402D82}" dt="2020-08-01T14:59:00.362" v="115" actId="47"/>
        <pc:sldMkLst>
          <pc:docMk/>
          <pc:sldMk cId="3066298601" sldId="258"/>
        </pc:sldMkLst>
        <pc:spChg chg="mod">
          <ac:chgData name="wilmar cañon" userId="7918cb078fdc7ad0" providerId="LiveId" clId="{A369A0A9-2A3C-4669-958D-666A7D402D82}" dt="2020-08-01T14:57:24.026" v="96" actId="27636"/>
          <ac:spMkLst>
            <pc:docMk/>
            <pc:sldMk cId="3066298601" sldId="258"/>
            <ac:spMk id="2" creationId="{00000000-0000-0000-0000-000000000000}"/>
          </ac:spMkLst>
        </pc:spChg>
        <pc:spChg chg="add del">
          <ac:chgData name="wilmar cañon" userId="7918cb078fdc7ad0" providerId="LiveId" clId="{A369A0A9-2A3C-4669-958D-666A7D402D82}" dt="2020-08-01T14:57:01.669" v="76" actId="478"/>
          <ac:spMkLst>
            <pc:docMk/>
            <pc:sldMk cId="3066298601" sldId="258"/>
            <ac:spMk id="4" creationId="{398D2DC1-82CA-4030-A9CE-58B810BE1499}"/>
          </ac:spMkLst>
        </pc:spChg>
        <pc:picChg chg="add del">
          <ac:chgData name="wilmar cañon" userId="7918cb078fdc7ad0" providerId="LiveId" clId="{A369A0A9-2A3C-4669-958D-666A7D402D82}" dt="2020-08-01T14:57:00.580" v="75" actId="478"/>
          <ac:picMkLst>
            <pc:docMk/>
            <pc:sldMk cId="3066298601" sldId="258"/>
            <ac:picMk id="6" creationId="{A6D2449F-E1D5-4CF3-A6F4-B81916BB7E34}"/>
          </ac:picMkLst>
        </pc:picChg>
      </pc:sldChg>
      <pc:sldChg chg="addSp delSp modSp del mod">
        <pc:chgData name="wilmar cañon" userId="7918cb078fdc7ad0" providerId="LiveId" clId="{A369A0A9-2A3C-4669-958D-666A7D402D82}" dt="2020-08-01T15:58:33.638" v="1056" actId="47"/>
        <pc:sldMkLst>
          <pc:docMk/>
          <pc:sldMk cId="3066298601" sldId="259"/>
        </pc:sldMkLst>
        <pc:spChg chg="del mod">
          <ac:chgData name="wilmar cañon" userId="7918cb078fdc7ad0" providerId="LiveId" clId="{A369A0A9-2A3C-4669-958D-666A7D402D82}" dt="2020-08-01T15:54:41.986" v="878" actId="478"/>
          <ac:spMkLst>
            <pc:docMk/>
            <pc:sldMk cId="3066298601" sldId="259"/>
            <ac:spMk id="2" creationId="{00000000-0000-0000-0000-000000000000}"/>
          </ac:spMkLst>
        </pc:spChg>
        <pc:spChg chg="add mod">
          <ac:chgData name="wilmar cañon" userId="7918cb078fdc7ad0" providerId="LiveId" clId="{A369A0A9-2A3C-4669-958D-666A7D402D82}" dt="2020-08-01T15:54:58.390" v="885" actId="1076"/>
          <ac:spMkLst>
            <pc:docMk/>
            <pc:sldMk cId="3066298601" sldId="259"/>
            <ac:spMk id="4" creationId="{05CB7210-E68D-44F3-9D3F-463225055044}"/>
          </ac:spMkLst>
        </pc:spChg>
        <pc:spChg chg="add mod">
          <ac:chgData name="wilmar cañon" userId="7918cb078fdc7ad0" providerId="LiveId" clId="{A369A0A9-2A3C-4669-958D-666A7D402D82}" dt="2020-08-01T15:55:27.892" v="909" actId="20577"/>
          <ac:spMkLst>
            <pc:docMk/>
            <pc:sldMk cId="3066298601" sldId="259"/>
            <ac:spMk id="6" creationId="{CB863D43-990C-4D74-8CC4-24D1E6A09307}"/>
          </ac:spMkLst>
        </pc:spChg>
        <pc:spChg chg="add mod">
          <ac:chgData name="wilmar cañon" userId="7918cb078fdc7ad0" providerId="LiveId" clId="{A369A0A9-2A3C-4669-958D-666A7D402D82}" dt="2020-08-01T15:55:20.470" v="904" actId="1076"/>
          <ac:spMkLst>
            <pc:docMk/>
            <pc:sldMk cId="3066298601" sldId="259"/>
            <ac:spMk id="8" creationId="{78A2B9F3-8E3D-471B-9F5C-ACB2BC3AB3D4}"/>
          </ac:spMkLst>
        </pc:spChg>
      </pc:sldChg>
      <pc:sldChg chg="del">
        <pc:chgData name="wilmar cañon" userId="7918cb078fdc7ad0" providerId="LiveId" clId="{A369A0A9-2A3C-4669-958D-666A7D402D82}" dt="2020-08-01T15:56:52.591" v="991" actId="47"/>
        <pc:sldMkLst>
          <pc:docMk/>
          <pc:sldMk cId="3066298601" sldId="260"/>
        </pc:sldMkLst>
      </pc:sldChg>
      <pc:sldChg chg="del">
        <pc:chgData name="wilmar cañon" userId="7918cb078fdc7ad0" providerId="LiveId" clId="{A369A0A9-2A3C-4669-958D-666A7D402D82}" dt="2020-08-01T15:57:11.206" v="995" actId="47"/>
        <pc:sldMkLst>
          <pc:docMk/>
          <pc:sldMk cId="3066298601" sldId="261"/>
        </pc:sldMkLst>
      </pc:sldChg>
      <pc:sldChg chg="del">
        <pc:chgData name="wilmar cañon" userId="7918cb078fdc7ad0" providerId="LiveId" clId="{A369A0A9-2A3C-4669-958D-666A7D402D82}" dt="2020-08-01T15:59:47.833" v="1068" actId="47"/>
        <pc:sldMkLst>
          <pc:docMk/>
          <pc:sldMk cId="3066298601" sldId="262"/>
        </pc:sldMkLst>
      </pc:sldChg>
      <pc:sldChg chg="del">
        <pc:chgData name="wilmar cañon" userId="7918cb078fdc7ad0" providerId="LiveId" clId="{A369A0A9-2A3C-4669-958D-666A7D402D82}" dt="2020-08-01T16:02:08.820" v="1148" actId="47"/>
        <pc:sldMkLst>
          <pc:docMk/>
          <pc:sldMk cId="3066298601" sldId="263"/>
        </pc:sldMkLst>
      </pc:sldChg>
      <pc:sldChg chg="del">
        <pc:chgData name="wilmar cañon" userId="7918cb078fdc7ad0" providerId="LiveId" clId="{A369A0A9-2A3C-4669-958D-666A7D402D82}" dt="2020-08-01T16:02:10.097" v="1149" actId="47"/>
        <pc:sldMkLst>
          <pc:docMk/>
          <pc:sldMk cId="3066298601" sldId="264"/>
        </pc:sldMkLst>
      </pc:sldChg>
      <pc:sldChg chg="del">
        <pc:chgData name="wilmar cañon" userId="7918cb078fdc7ad0" providerId="LiveId" clId="{A369A0A9-2A3C-4669-958D-666A7D402D82}" dt="2020-08-01T16:03:39.648" v="1227" actId="47"/>
        <pc:sldMkLst>
          <pc:docMk/>
          <pc:sldMk cId="3066298601" sldId="265"/>
        </pc:sldMkLst>
      </pc:sldChg>
      <pc:sldChg chg="del">
        <pc:chgData name="wilmar cañon" userId="7918cb078fdc7ad0" providerId="LiveId" clId="{A369A0A9-2A3C-4669-958D-666A7D402D82}" dt="2020-08-01T16:03:48.748" v="1231" actId="47"/>
        <pc:sldMkLst>
          <pc:docMk/>
          <pc:sldMk cId="3066298601" sldId="266"/>
        </pc:sldMkLst>
      </pc:sldChg>
      <pc:sldChg chg="del">
        <pc:chgData name="wilmar cañon" userId="7918cb078fdc7ad0" providerId="LiveId" clId="{A369A0A9-2A3C-4669-958D-666A7D402D82}" dt="2020-08-01T16:04:00.622" v="1235" actId="47"/>
        <pc:sldMkLst>
          <pc:docMk/>
          <pc:sldMk cId="3066298601" sldId="267"/>
        </pc:sldMkLst>
      </pc:sldChg>
      <pc:sldChg chg="del">
        <pc:chgData name="wilmar cañon" userId="7918cb078fdc7ad0" providerId="LiveId" clId="{A369A0A9-2A3C-4669-958D-666A7D402D82}" dt="2020-08-01T16:04:02.088" v="1236" actId="47"/>
        <pc:sldMkLst>
          <pc:docMk/>
          <pc:sldMk cId="3066298601" sldId="268"/>
        </pc:sldMkLst>
      </pc:sldChg>
      <pc:sldChg chg="del">
        <pc:chgData name="wilmar cañon" userId="7918cb078fdc7ad0" providerId="LiveId" clId="{A369A0A9-2A3C-4669-958D-666A7D402D82}" dt="2020-08-01T16:04:02.779" v="1237" actId="47"/>
        <pc:sldMkLst>
          <pc:docMk/>
          <pc:sldMk cId="3066298601" sldId="269"/>
        </pc:sldMkLst>
      </pc:sldChg>
      <pc:sldChg chg="modSp add del mod setBg">
        <pc:chgData name="wilmar cañon" userId="7918cb078fdc7ad0" providerId="LiveId" clId="{A369A0A9-2A3C-4669-958D-666A7D402D82}" dt="2020-08-01T15:53:52.748" v="852" actId="47"/>
        <pc:sldMkLst>
          <pc:docMk/>
          <pc:sldMk cId="601754691" sldId="270"/>
        </pc:sldMkLst>
        <pc:spChg chg="mod">
          <ac:chgData name="wilmar cañon" userId="7918cb078fdc7ad0" providerId="LiveId" clId="{A369A0A9-2A3C-4669-958D-666A7D402D82}" dt="2020-08-01T15:13:20.051" v="129" actId="207"/>
          <ac:spMkLst>
            <pc:docMk/>
            <pc:sldMk cId="601754691" sldId="270"/>
            <ac:spMk id="3" creationId="{00000000-0000-0000-0000-000000000000}"/>
          </ac:spMkLst>
        </pc:spChg>
      </pc:sldChg>
      <pc:sldChg chg="add del setBg">
        <pc:chgData name="wilmar cañon" userId="7918cb078fdc7ad0" providerId="LiveId" clId="{A369A0A9-2A3C-4669-958D-666A7D402D82}" dt="2020-08-01T14:57:34.170" v="98"/>
        <pc:sldMkLst>
          <pc:docMk/>
          <pc:sldMk cId="2016820798" sldId="270"/>
        </pc:sldMkLst>
      </pc:sldChg>
      <pc:sldChg chg="add del setBg">
        <pc:chgData name="wilmar cañon" userId="7918cb078fdc7ad0" providerId="LiveId" clId="{A369A0A9-2A3C-4669-958D-666A7D402D82}" dt="2020-08-01T15:51:28.685" v="769"/>
        <pc:sldMkLst>
          <pc:docMk/>
          <pc:sldMk cId="302960498" sldId="271"/>
        </pc:sldMkLst>
      </pc:sldChg>
      <pc:sldChg chg="modSp add del mod">
        <pc:chgData name="wilmar cañon" userId="7918cb078fdc7ad0" providerId="LiveId" clId="{A369A0A9-2A3C-4669-958D-666A7D402D82}" dt="2020-08-01T15:51:24.621" v="767" actId="47"/>
        <pc:sldMkLst>
          <pc:docMk/>
          <pc:sldMk cId="1034823076" sldId="271"/>
        </pc:sldMkLst>
        <pc:spChg chg="mod">
          <ac:chgData name="wilmar cañon" userId="7918cb078fdc7ad0" providerId="LiveId" clId="{A369A0A9-2A3C-4669-958D-666A7D402D82}" dt="2020-08-01T15:38:53.959" v="419" actId="14100"/>
          <ac:spMkLst>
            <pc:docMk/>
            <pc:sldMk cId="1034823076" sldId="271"/>
            <ac:spMk id="2" creationId="{7A38A27B-8205-4912-8F4F-B5C41478848D}"/>
          </ac:spMkLst>
        </pc:spChg>
        <pc:spChg chg="mod">
          <ac:chgData name="wilmar cañon" userId="7918cb078fdc7ad0" providerId="LiveId" clId="{A369A0A9-2A3C-4669-958D-666A7D402D82}" dt="2020-08-01T15:37:48.402" v="341" actId="21"/>
          <ac:spMkLst>
            <pc:docMk/>
            <pc:sldMk cId="1034823076" sldId="271"/>
            <ac:spMk id="10" creationId="{4192988A-CFE4-4FF5-A609-8B71EA93DA3B}"/>
          </ac:spMkLst>
        </pc:spChg>
      </pc:sldChg>
      <pc:sldChg chg="add del setBg">
        <pc:chgData name="wilmar cañon" userId="7918cb078fdc7ad0" providerId="LiveId" clId="{A369A0A9-2A3C-4669-958D-666A7D402D82}" dt="2020-08-01T15:51:34.166" v="773"/>
        <pc:sldMkLst>
          <pc:docMk/>
          <pc:sldMk cId="1124378150" sldId="271"/>
        </pc:sldMkLst>
      </pc:sldChg>
      <pc:sldChg chg="delSp modSp add mod">
        <pc:chgData name="wilmar cañon" userId="7918cb078fdc7ad0" providerId="LiveId" clId="{A369A0A9-2A3C-4669-958D-666A7D402D82}" dt="2020-08-01T15:59:01.246" v="1062" actId="1076"/>
        <pc:sldMkLst>
          <pc:docMk/>
          <pc:sldMk cId="2256475157" sldId="271"/>
        </pc:sldMkLst>
        <pc:spChg chg="mod">
          <ac:chgData name="wilmar cañon" userId="7918cb078fdc7ad0" providerId="LiveId" clId="{A369A0A9-2A3C-4669-958D-666A7D402D82}" dt="2020-08-01T15:59:01.246" v="1062" actId="1076"/>
          <ac:spMkLst>
            <pc:docMk/>
            <pc:sldMk cId="2256475157" sldId="271"/>
            <ac:spMk id="10" creationId="{4192988A-CFE4-4FF5-A609-8B71EA93DA3B}"/>
          </ac:spMkLst>
        </pc:spChg>
        <pc:spChg chg="mod">
          <ac:chgData name="wilmar cañon" userId="7918cb078fdc7ad0" providerId="LiveId" clId="{A369A0A9-2A3C-4669-958D-666A7D402D82}" dt="2020-08-01T15:58:56.286" v="1060" actId="14100"/>
          <ac:spMkLst>
            <pc:docMk/>
            <pc:sldMk cId="2256475157" sldId="271"/>
            <ac:spMk id="13" creationId="{CAE94D8A-3542-43FD-9C77-D754A15CD007}"/>
          </ac:spMkLst>
        </pc:spChg>
        <pc:spChg chg="del">
          <ac:chgData name="wilmar cañon" userId="7918cb078fdc7ad0" providerId="LiveId" clId="{A369A0A9-2A3C-4669-958D-666A7D402D82}" dt="2020-08-01T15:52:09.864" v="827" actId="478"/>
          <ac:spMkLst>
            <pc:docMk/>
            <pc:sldMk cId="2256475157" sldId="271"/>
            <ac:spMk id="15" creationId="{2F61FDAF-1840-41DF-AE46-7AC678EB9204}"/>
          </ac:spMkLst>
        </pc:spChg>
      </pc:sldChg>
      <pc:sldChg chg="add del setBg">
        <pc:chgData name="wilmar cañon" userId="7918cb078fdc7ad0" providerId="LiveId" clId="{A369A0A9-2A3C-4669-958D-666A7D402D82}" dt="2020-08-01T15:36:14.776" v="311"/>
        <pc:sldMkLst>
          <pc:docMk/>
          <pc:sldMk cId="2489680610" sldId="271"/>
        </pc:sldMkLst>
      </pc:sldChg>
      <pc:sldChg chg="add del setBg">
        <pc:chgData name="wilmar cañon" userId="7918cb078fdc7ad0" providerId="LiveId" clId="{A369A0A9-2A3C-4669-958D-666A7D402D82}" dt="2020-08-01T15:55:47.911" v="911"/>
        <pc:sldMkLst>
          <pc:docMk/>
          <pc:sldMk cId="792807569" sldId="272"/>
        </pc:sldMkLst>
      </pc:sldChg>
      <pc:sldChg chg="addSp delSp modSp add mod">
        <pc:chgData name="wilmar cañon" userId="7918cb078fdc7ad0" providerId="LiveId" clId="{A369A0A9-2A3C-4669-958D-666A7D402D82}" dt="2020-08-01T16:05:06.619" v="1239" actId="22"/>
        <pc:sldMkLst>
          <pc:docMk/>
          <pc:sldMk cId="2127147445" sldId="272"/>
        </pc:sldMkLst>
        <pc:spChg chg="add">
          <ac:chgData name="wilmar cañon" userId="7918cb078fdc7ad0" providerId="LiveId" clId="{A369A0A9-2A3C-4669-958D-666A7D402D82}" dt="2020-08-01T16:05:06.619" v="1239" actId="22"/>
          <ac:spMkLst>
            <pc:docMk/>
            <pc:sldMk cId="2127147445" sldId="272"/>
            <ac:spMk id="2" creationId="{4336EFF4-1742-4391-AF68-02FF53AFF6F7}"/>
          </ac:spMkLst>
        </pc:spChg>
        <pc:spChg chg="mod">
          <ac:chgData name="wilmar cañon" userId="7918cb078fdc7ad0" providerId="LiveId" clId="{A369A0A9-2A3C-4669-958D-666A7D402D82}" dt="2020-08-01T15:59:27.470" v="1067" actId="1076"/>
          <ac:spMkLst>
            <pc:docMk/>
            <pc:sldMk cId="2127147445" sldId="272"/>
            <ac:spMk id="4" creationId="{05CB7210-E68D-44F3-9D3F-463225055044}"/>
          </ac:spMkLst>
        </pc:spChg>
        <pc:spChg chg="mod">
          <ac:chgData name="wilmar cañon" userId="7918cb078fdc7ad0" providerId="LiveId" clId="{A369A0A9-2A3C-4669-958D-666A7D402D82}" dt="2020-08-01T15:59:20.886" v="1065" actId="1076"/>
          <ac:spMkLst>
            <pc:docMk/>
            <pc:sldMk cId="2127147445" sldId="272"/>
            <ac:spMk id="6" creationId="{CB863D43-990C-4D74-8CC4-24D1E6A09307}"/>
          </ac:spMkLst>
        </pc:spChg>
        <pc:spChg chg="del mod">
          <ac:chgData name="wilmar cañon" userId="7918cb078fdc7ad0" providerId="LiveId" clId="{A369A0A9-2A3C-4669-958D-666A7D402D82}" dt="2020-08-01T15:56:33.598" v="985" actId="478"/>
          <ac:spMkLst>
            <pc:docMk/>
            <pc:sldMk cId="2127147445" sldId="272"/>
            <ac:spMk id="8" creationId="{78A2B9F3-8E3D-471B-9F5C-ACB2BC3AB3D4}"/>
          </ac:spMkLst>
        </pc:spChg>
      </pc:sldChg>
      <pc:sldChg chg="add del setBg">
        <pc:chgData name="wilmar cañon" userId="7918cb078fdc7ad0" providerId="LiveId" clId="{A369A0A9-2A3C-4669-958D-666A7D402D82}" dt="2020-08-01T15:57:07.542" v="993"/>
        <pc:sldMkLst>
          <pc:docMk/>
          <pc:sldMk cId="2639610450" sldId="273"/>
        </pc:sldMkLst>
      </pc:sldChg>
      <pc:sldChg chg="addSp modSp add mod">
        <pc:chgData name="wilmar cañon" userId="7918cb078fdc7ad0" providerId="LiveId" clId="{A369A0A9-2A3C-4669-958D-666A7D402D82}" dt="2020-08-01T16:05:09.262" v="1240" actId="22"/>
        <pc:sldMkLst>
          <pc:docMk/>
          <pc:sldMk cId="3371409758" sldId="273"/>
        </pc:sldMkLst>
        <pc:spChg chg="add">
          <ac:chgData name="wilmar cañon" userId="7918cb078fdc7ad0" providerId="LiveId" clId="{A369A0A9-2A3C-4669-958D-666A7D402D82}" dt="2020-08-01T16:05:09.262" v="1240" actId="22"/>
          <ac:spMkLst>
            <pc:docMk/>
            <pc:sldMk cId="3371409758" sldId="273"/>
            <ac:spMk id="2" creationId="{E0027E7C-F0ED-48F5-B087-1ED481AB98E9}"/>
          </ac:spMkLst>
        </pc:spChg>
        <pc:spChg chg="mod">
          <ac:chgData name="wilmar cañon" userId="7918cb078fdc7ad0" providerId="LiveId" clId="{A369A0A9-2A3C-4669-958D-666A7D402D82}" dt="2020-08-01T15:58:11.222" v="1049" actId="1076"/>
          <ac:spMkLst>
            <pc:docMk/>
            <pc:sldMk cId="3371409758" sldId="273"/>
            <ac:spMk id="4" creationId="{05CB7210-E68D-44F3-9D3F-463225055044}"/>
          </ac:spMkLst>
        </pc:spChg>
        <pc:spChg chg="mod">
          <ac:chgData name="wilmar cañon" userId="7918cb078fdc7ad0" providerId="LiveId" clId="{A369A0A9-2A3C-4669-958D-666A7D402D82}" dt="2020-08-01T15:58:19.461" v="1052" actId="1076"/>
          <ac:spMkLst>
            <pc:docMk/>
            <pc:sldMk cId="3371409758" sldId="273"/>
            <ac:spMk id="6" creationId="{CB863D43-990C-4D74-8CC4-24D1E6A09307}"/>
          </ac:spMkLst>
        </pc:spChg>
        <pc:spChg chg="mod">
          <ac:chgData name="wilmar cañon" userId="7918cb078fdc7ad0" providerId="LiveId" clId="{A369A0A9-2A3C-4669-958D-666A7D402D82}" dt="2020-08-01T15:58:16.798" v="1051" actId="1076"/>
          <ac:spMkLst>
            <pc:docMk/>
            <pc:sldMk cId="3371409758" sldId="273"/>
            <ac:spMk id="8" creationId="{78A2B9F3-8E3D-471B-9F5C-ACB2BC3AB3D4}"/>
          </ac:spMkLst>
        </pc:spChg>
      </pc:sldChg>
      <pc:sldChg chg="add del setBg">
        <pc:chgData name="wilmar cañon" userId="7918cb078fdc7ad0" providerId="LiveId" clId="{A369A0A9-2A3C-4669-958D-666A7D402D82}" dt="2020-08-01T15:57:19.222" v="997"/>
        <pc:sldMkLst>
          <pc:docMk/>
          <pc:sldMk cId="1326814022" sldId="274"/>
        </pc:sldMkLst>
      </pc:sldChg>
      <pc:sldChg chg="addSp delSp modSp add mod">
        <pc:chgData name="wilmar cañon" userId="7918cb078fdc7ad0" providerId="LiveId" clId="{A369A0A9-2A3C-4669-958D-666A7D402D82}" dt="2020-08-01T16:05:12.908" v="1241" actId="22"/>
        <pc:sldMkLst>
          <pc:docMk/>
          <pc:sldMk cId="3448285798" sldId="274"/>
        </pc:sldMkLst>
        <pc:spChg chg="add">
          <ac:chgData name="wilmar cañon" userId="7918cb078fdc7ad0" providerId="LiveId" clId="{A369A0A9-2A3C-4669-958D-666A7D402D82}" dt="2020-08-01T16:05:12.908" v="1241" actId="22"/>
          <ac:spMkLst>
            <pc:docMk/>
            <pc:sldMk cId="3448285798" sldId="274"/>
            <ac:spMk id="2" creationId="{1EC04440-4F04-4667-B51C-2045BDB299F4}"/>
          </ac:spMkLst>
        </pc:spChg>
        <pc:spChg chg="mod">
          <ac:chgData name="wilmar cañon" userId="7918cb078fdc7ad0" providerId="LiveId" clId="{A369A0A9-2A3C-4669-958D-666A7D402D82}" dt="2020-08-01T15:57:57.552" v="1045" actId="403"/>
          <ac:spMkLst>
            <pc:docMk/>
            <pc:sldMk cId="3448285798" sldId="274"/>
            <ac:spMk id="4" creationId="{05CB7210-E68D-44F3-9D3F-463225055044}"/>
          </ac:spMkLst>
        </pc:spChg>
        <pc:spChg chg="mod">
          <ac:chgData name="wilmar cañon" userId="7918cb078fdc7ad0" providerId="LiveId" clId="{A369A0A9-2A3C-4669-958D-666A7D402D82}" dt="2020-08-01T15:58:01.721" v="1046" actId="403"/>
          <ac:spMkLst>
            <pc:docMk/>
            <pc:sldMk cId="3448285798" sldId="274"/>
            <ac:spMk id="6" creationId="{CB863D43-990C-4D74-8CC4-24D1E6A09307}"/>
          </ac:spMkLst>
        </pc:spChg>
        <pc:spChg chg="del">
          <ac:chgData name="wilmar cañon" userId="7918cb078fdc7ad0" providerId="LiveId" clId="{A369A0A9-2A3C-4669-958D-666A7D402D82}" dt="2020-08-01T15:57:44.418" v="1041" actId="478"/>
          <ac:spMkLst>
            <pc:docMk/>
            <pc:sldMk cId="3448285798" sldId="274"/>
            <ac:spMk id="8" creationId="{78A2B9F3-8E3D-471B-9F5C-ACB2BC3AB3D4}"/>
          </ac:spMkLst>
        </pc:spChg>
      </pc:sldChg>
      <pc:sldChg chg="add del setBg">
        <pc:chgData name="wilmar cañon" userId="7918cb078fdc7ad0" providerId="LiveId" clId="{A369A0A9-2A3C-4669-958D-666A7D402D82}" dt="2020-08-01T15:58:31.972" v="1054"/>
        <pc:sldMkLst>
          <pc:docMk/>
          <pc:sldMk cId="1837088364" sldId="275"/>
        </pc:sldMkLst>
      </pc:sldChg>
      <pc:sldChg chg="addSp add mod">
        <pc:chgData name="wilmar cañon" userId="7918cb078fdc7ad0" providerId="LiveId" clId="{A369A0A9-2A3C-4669-958D-666A7D402D82}" dt="2020-08-01T16:05:03.733" v="1238" actId="22"/>
        <pc:sldMkLst>
          <pc:docMk/>
          <pc:sldMk cId="2879505480" sldId="275"/>
        </pc:sldMkLst>
        <pc:spChg chg="add">
          <ac:chgData name="wilmar cañon" userId="7918cb078fdc7ad0" providerId="LiveId" clId="{A369A0A9-2A3C-4669-958D-666A7D402D82}" dt="2020-08-01T16:05:03.733" v="1238" actId="22"/>
          <ac:spMkLst>
            <pc:docMk/>
            <pc:sldMk cId="2879505480" sldId="275"/>
            <ac:spMk id="2" creationId="{6727A88E-A7F0-426B-A037-6DA1EF007DB7}"/>
          </ac:spMkLst>
        </pc:spChg>
      </pc:sldChg>
      <pc:sldChg chg="add del setBg">
        <pc:chgData name="wilmar cañon" userId="7918cb078fdc7ad0" providerId="LiveId" clId="{A369A0A9-2A3C-4669-958D-666A7D402D82}" dt="2020-08-01T15:59:57.358" v="1070"/>
        <pc:sldMkLst>
          <pc:docMk/>
          <pc:sldMk cId="1716560576" sldId="276"/>
        </pc:sldMkLst>
      </pc:sldChg>
      <pc:sldChg chg="modSp add mod">
        <pc:chgData name="wilmar cañon" userId="7918cb078fdc7ad0" providerId="LiveId" clId="{A369A0A9-2A3C-4669-958D-666A7D402D82}" dt="2020-08-01T16:01:11.463" v="1147" actId="1076"/>
        <pc:sldMkLst>
          <pc:docMk/>
          <pc:sldMk cId="2092691950" sldId="276"/>
        </pc:sldMkLst>
        <pc:spChg chg="mod">
          <ac:chgData name="wilmar cañon" userId="7918cb078fdc7ad0" providerId="LiveId" clId="{A369A0A9-2A3C-4669-958D-666A7D402D82}" dt="2020-08-01T16:01:04.191" v="1145" actId="14100"/>
          <ac:spMkLst>
            <pc:docMk/>
            <pc:sldMk cId="2092691950" sldId="276"/>
            <ac:spMk id="10" creationId="{4192988A-CFE4-4FF5-A609-8B71EA93DA3B}"/>
          </ac:spMkLst>
        </pc:spChg>
        <pc:spChg chg="mod">
          <ac:chgData name="wilmar cañon" userId="7918cb078fdc7ad0" providerId="LiveId" clId="{A369A0A9-2A3C-4669-958D-666A7D402D82}" dt="2020-08-01T16:01:11.463" v="1147" actId="1076"/>
          <ac:spMkLst>
            <pc:docMk/>
            <pc:sldMk cId="2092691950" sldId="276"/>
            <ac:spMk id="13" creationId="{CAE94D8A-3542-43FD-9C77-D754A15CD007}"/>
          </ac:spMkLst>
        </pc:spChg>
      </pc:sldChg>
      <pc:sldChg chg="add del setBg">
        <pc:chgData name="wilmar cañon" userId="7918cb078fdc7ad0" providerId="LiveId" clId="{A369A0A9-2A3C-4669-958D-666A7D402D82}" dt="2020-08-01T16:02:14.438" v="1151"/>
        <pc:sldMkLst>
          <pc:docMk/>
          <pc:sldMk cId="2531275691" sldId="277"/>
        </pc:sldMkLst>
      </pc:sldChg>
      <pc:sldChg chg="addSp modSp add mod">
        <pc:chgData name="wilmar cañon" userId="7918cb078fdc7ad0" providerId="LiveId" clId="{A369A0A9-2A3C-4669-958D-666A7D402D82}" dt="2020-08-01T16:03:28.750" v="1226" actId="1076"/>
        <pc:sldMkLst>
          <pc:docMk/>
          <pc:sldMk cId="3605036933" sldId="277"/>
        </pc:sldMkLst>
        <pc:spChg chg="add mod">
          <ac:chgData name="wilmar cañon" userId="7918cb078fdc7ad0" providerId="LiveId" clId="{A369A0A9-2A3C-4669-958D-666A7D402D82}" dt="2020-08-01T16:03:07.542" v="1194" actId="1076"/>
          <ac:spMkLst>
            <pc:docMk/>
            <pc:sldMk cId="3605036933" sldId="277"/>
            <ac:spMk id="2" creationId="{25BB8F2A-3C3A-4B0F-9727-2FDA348677B5}"/>
          </ac:spMkLst>
        </pc:spChg>
        <pc:spChg chg="add mod">
          <ac:chgData name="wilmar cañon" userId="7918cb078fdc7ad0" providerId="LiveId" clId="{A369A0A9-2A3C-4669-958D-666A7D402D82}" dt="2020-08-01T16:03:28.750" v="1226" actId="1076"/>
          <ac:spMkLst>
            <pc:docMk/>
            <pc:sldMk cId="3605036933" sldId="277"/>
            <ac:spMk id="3" creationId="{51E405EE-295B-4B65-BE23-C382F69DE6A2}"/>
          </ac:spMkLst>
        </pc:spChg>
        <pc:spChg chg="mod">
          <ac:chgData name="wilmar cañon" userId="7918cb078fdc7ad0" providerId="LiveId" clId="{A369A0A9-2A3C-4669-958D-666A7D402D82}" dt="2020-08-01T16:03:01.356" v="1192" actId="6549"/>
          <ac:spMkLst>
            <pc:docMk/>
            <pc:sldMk cId="3605036933" sldId="277"/>
            <ac:spMk id="10" creationId="{4192988A-CFE4-4FF5-A609-8B71EA93DA3B}"/>
          </ac:spMkLst>
        </pc:spChg>
        <pc:spChg chg="mod">
          <ac:chgData name="wilmar cañon" userId="7918cb078fdc7ad0" providerId="LiveId" clId="{A369A0A9-2A3C-4669-958D-666A7D402D82}" dt="2020-08-01T16:03:22.640" v="1223" actId="6549"/>
          <ac:spMkLst>
            <pc:docMk/>
            <pc:sldMk cId="3605036933" sldId="277"/>
            <ac:spMk id="13" creationId="{CAE94D8A-3542-43FD-9C77-D754A15CD007}"/>
          </ac:spMkLst>
        </pc:spChg>
      </pc:sldChg>
      <pc:sldChg chg="add del setBg">
        <pc:chgData name="wilmar cañon" userId="7918cb078fdc7ad0" providerId="LiveId" clId="{A369A0A9-2A3C-4669-958D-666A7D402D82}" dt="2020-08-01T16:03:46.902" v="1229"/>
        <pc:sldMkLst>
          <pc:docMk/>
          <pc:sldMk cId="344803070" sldId="278"/>
        </pc:sldMkLst>
      </pc:sldChg>
      <pc:sldChg chg="addSp add mod">
        <pc:chgData name="wilmar cañon" userId="7918cb078fdc7ad0" providerId="LiveId" clId="{A369A0A9-2A3C-4669-958D-666A7D402D82}" dt="2020-08-01T16:05:15.152" v="1242" actId="22"/>
        <pc:sldMkLst>
          <pc:docMk/>
          <pc:sldMk cId="3538743006" sldId="278"/>
        </pc:sldMkLst>
        <pc:spChg chg="add">
          <ac:chgData name="wilmar cañon" userId="7918cb078fdc7ad0" providerId="LiveId" clId="{A369A0A9-2A3C-4669-958D-666A7D402D82}" dt="2020-08-01T16:05:15.152" v="1242" actId="22"/>
          <ac:spMkLst>
            <pc:docMk/>
            <pc:sldMk cId="3538743006" sldId="278"/>
            <ac:spMk id="2" creationId="{8511049C-5CE0-4240-9705-30E0488EE75B}"/>
          </ac:spMkLst>
        </pc:spChg>
      </pc:sldChg>
      <pc:sldChg chg="addSp add mod">
        <pc:chgData name="wilmar cañon" userId="7918cb078fdc7ad0" providerId="LiveId" clId="{A369A0A9-2A3C-4669-958D-666A7D402D82}" dt="2020-08-01T16:05:16.097" v="1243" actId="22"/>
        <pc:sldMkLst>
          <pc:docMk/>
          <pc:sldMk cId="67252087" sldId="279"/>
        </pc:sldMkLst>
        <pc:spChg chg="add">
          <ac:chgData name="wilmar cañon" userId="7918cb078fdc7ad0" providerId="LiveId" clId="{A369A0A9-2A3C-4669-958D-666A7D402D82}" dt="2020-08-01T16:05:16.097" v="1243" actId="22"/>
          <ac:spMkLst>
            <pc:docMk/>
            <pc:sldMk cId="67252087" sldId="279"/>
            <ac:spMk id="2" creationId="{4714CF41-A585-40DD-AA2E-D7FAA8B23FFC}"/>
          </ac:spMkLst>
        </pc:spChg>
      </pc:sldChg>
      <pc:sldChg chg="add del setBg">
        <pc:chgData name="wilmar cañon" userId="7918cb078fdc7ad0" providerId="LiveId" clId="{A369A0A9-2A3C-4669-958D-666A7D402D82}" dt="2020-08-01T16:03:57.262" v="1233"/>
        <pc:sldMkLst>
          <pc:docMk/>
          <pc:sldMk cId="3948855103" sldId="279"/>
        </pc:sldMkLst>
      </pc:sldChg>
      <pc:sldChg chg="addSp add mod">
        <pc:chgData name="wilmar cañon" userId="7918cb078fdc7ad0" providerId="LiveId" clId="{A369A0A9-2A3C-4669-958D-666A7D402D82}" dt="2020-08-01T16:05:16.732" v="1244" actId="22"/>
        <pc:sldMkLst>
          <pc:docMk/>
          <pc:sldMk cId="3101994835" sldId="280"/>
        </pc:sldMkLst>
        <pc:spChg chg="add">
          <ac:chgData name="wilmar cañon" userId="7918cb078fdc7ad0" providerId="LiveId" clId="{A369A0A9-2A3C-4669-958D-666A7D402D82}" dt="2020-08-01T16:05:16.732" v="1244" actId="22"/>
          <ac:spMkLst>
            <pc:docMk/>
            <pc:sldMk cId="3101994835" sldId="280"/>
            <ac:spMk id="2" creationId="{8AB0658A-BCE8-4A75-93CF-7EDDA7A8BEBE}"/>
          </ac:spMkLst>
        </pc:spChg>
      </pc:sldChg>
      <pc:sldChg chg="add del setBg">
        <pc:chgData name="wilmar cañon" userId="7918cb078fdc7ad0" providerId="LiveId" clId="{A369A0A9-2A3C-4669-958D-666A7D402D82}" dt="2020-08-01T16:03:57.262" v="1233"/>
        <pc:sldMkLst>
          <pc:docMk/>
          <pc:sldMk cId="4226376000" sldId="280"/>
        </pc:sldMkLst>
      </pc:sldChg>
      <pc:sldChg chg="addSp add mod">
        <pc:chgData name="wilmar cañon" userId="7918cb078fdc7ad0" providerId="LiveId" clId="{A369A0A9-2A3C-4669-958D-666A7D402D82}" dt="2020-08-01T16:05:17.484" v="1245" actId="22"/>
        <pc:sldMkLst>
          <pc:docMk/>
          <pc:sldMk cId="1119885494" sldId="281"/>
        </pc:sldMkLst>
        <pc:spChg chg="add">
          <ac:chgData name="wilmar cañon" userId="7918cb078fdc7ad0" providerId="LiveId" clId="{A369A0A9-2A3C-4669-958D-666A7D402D82}" dt="2020-08-01T16:05:17.484" v="1245" actId="22"/>
          <ac:spMkLst>
            <pc:docMk/>
            <pc:sldMk cId="1119885494" sldId="281"/>
            <ac:spMk id="2" creationId="{97B68E91-5A9C-44FC-A354-5118F5724381}"/>
          </ac:spMkLst>
        </pc:spChg>
      </pc:sldChg>
      <pc:sldChg chg="add del setBg">
        <pc:chgData name="wilmar cañon" userId="7918cb078fdc7ad0" providerId="LiveId" clId="{A369A0A9-2A3C-4669-958D-666A7D402D82}" dt="2020-08-01T16:03:57.262" v="1233"/>
        <pc:sldMkLst>
          <pc:docMk/>
          <pc:sldMk cId="1283050795" sldId="28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5841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297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252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789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6409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462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417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3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751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118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652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D82D8-11A0-417B-AD83-302A1BF0B27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3D555-1AE8-42C3-B92B-85891F4BE2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610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192988A-CFE4-4FF5-A609-8B71EA93DA3B}"/>
              </a:ext>
            </a:extLst>
          </p:cNvPr>
          <p:cNvSpPr/>
          <p:nvPr/>
        </p:nvSpPr>
        <p:spPr>
          <a:xfrm>
            <a:off x="926594" y="1988840"/>
            <a:ext cx="7290811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Estás CANSADO de correr tras sueños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A09547C-1715-4839-8826-EB85D7264C36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96016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192988A-CFE4-4FF5-A609-8B71EA93DA3B}"/>
              </a:ext>
            </a:extLst>
          </p:cNvPr>
          <p:cNvSpPr/>
          <p:nvPr/>
        </p:nvSpPr>
        <p:spPr>
          <a:xfrm>
            <a:off x="926594" y="1988840"/>
            <a:ext cx="7290811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600" b="1" i="0" u="none" strike="noStrike" kern="1200" cap="none" spc="0" normalizeH="0" baseline="0" noProof="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Berlin Sans FB Demi" panose="020E0802020502020306" pitchFamily="34" charset="0"/>
                <a:ea typeface="+mn-ea"/>
                <a:cs typeface="+mn-cs"/>
              </a:rPr>
              <a:t>Estás CANSADO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600" b="1" i="0" u="none" strike="noStrike" kern="1200" cap="none" spc="0" normalizeH="0" baseline="0" noProof="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Berlin Sans FB Demi" panose="020E0802020502020306" pitchFamily="34" charset="0"/>
                <a:ea typeface="+mn-ea"/>
                <a:cs typeface="+mn-cs"/>
              </a:rPr>
              <a:t>de fracasar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A09547C-1715-4839-8826-EB85D7264C36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892590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192988A-CFE4-4FF5-A609-8B71EA93DA3B}"/>
              </a:ext>
            </a:extLst>
          </p:cNvPr>
          <p:cNvSpPr/>
          <p:nvPr/>
        </p:nvSpPr>
        <p:spPr>
          <a:xfrm>
            <a:off x="539552" y="1124744"/>
            <a:ext cx="8064896" cy="413190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Tus ilusiones disipadas </a:t>
            </a:r>
          </a:p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 los pies de Cristo tráelas hoy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F0F1ED-6998-4C98-97ED-EEACFFC38775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2256475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5CB7210-E68D-44F3-9D3F-463225055044}"/>
              </a:ext>
            </a:extLst>
          </p:cNvPr>
          <p:cNvSpPr/>
          <p:nvPr/>
        </p:nvSpPr>
        <p:spPr>
          <a:xfrm>
            <a:off x="413538" y="731250"/>
            <a:ext cx="5292588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76082A-D4E2-43E4-82C0-3B0E92EBE158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DDEC56-B8BF-4689-9C5B-7DEC9F927B97}"/>
              </a:ext>
            </a:extLst>
          </p:cNvPr>
          <p:cNvSpPr/>
          <p:nvPr/>
        </p:nvSpPr>
        <p:spPr>
          <a:xfrm>
            <a:off x="715455" y="1816162"/>
            <a:ext cx="5292588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4FBF7F-D50A-451C-9EB1-32806115C2DB}"/>
              </a:ext>
            </a:extLst>
          </p:cNvPr>
          <p:cNvSpPr/>
          <p:nvPr/>
        </p:nvSpPr>
        <p:spPr>
          <a:xfrm>
            <a:off x="1259632" y="2806596"/>
            <a:ext cx="7470830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2879505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B863D43-990C-4D74-8CC4-24D1E6A09307}"/>
              </a:ext>
            </a:extLst>
          </p:cNvPr>
          <p:cNvSpPr/>
          <p:nvPr/>
        </p:nvSpPr>
        <p:spPr>
          <a:xfrm>
            <a:off x="656565" y="1196752"/>
            <a:ext cx="7830870" cy="31162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 dolor</a:t>
            </a:r>
          </a:p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Tus esperanzas </a:t>
            </a:r>
          </a:p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ansiedad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72BFC6-A840-41D0-8BCC-48D0930AAE67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2127147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5CB7210-E68D-44F3-9D3F-463225055044}"/>
              </a:ext>
            </a:extLst>
          </p:cNvPr>
          <p:cNvSpPr/>
          <p:nvPr/>
        </p:nvSpPr>
        <p:spPr>
          <a:xfrm>
            <a:off x="413538" y="731250"/>
            <a:ext cx="5292588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76082A-D4E2-43E4-82C0-3B0E92EBE158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DDEC56-B8BF-4689-9C5B-7DEC9F927B97}"/>
              </a:ext>
            </a:extLst>
          </p:cNvPr>
          <p:cNvSpPr/>
          <p:nvPr/>
        </p:nvSpPr>
        <p:spPr>
          <a:xfrm>
            <a:off x="715455" y="1816162"/>
            <a:ext cx="5292588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4FBF7F-D50A-451C-9EB1-32806115C2DB}"/>
              </a:ext>
            </a:extLst>
          </p:cNvPr>
          <p:cNvSpPr/>
          <p:nvPr/>
        </p:nvSpPr>
        <p:spPr>
          <a:xfrm>
            <a:off x="1259632" y="2806596"/>
            <a:ext cx="7470830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58990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5CB7210-E68D-44F3-9D3F-463225055044}"/>
              </a:ext>
            </a:extLst>
          </p:cNvPr>
          <p:cNvSpPr/>
          <p:nvPr/>
        </p:nvSpPr>
        <p:spPr>
          <a:xfrm>
            <a:off x="18858" y="1772816"/>
            <a:ext cx="8964488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una VIDA NUEVA</a:t>
            </a:r>
          </a:p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 ofrece dar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9F6175-717E-40D3-A268-10A509BF0F18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344828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192988A-CFE4-4FF5-A609-8B71EA93DA3B}"/>
              </a:ext>
            </a:extLst>
          </p:cNvPr>
          <p:cNvSpPr/>
          <p:nvPr/>
        </p:nvSpPr>
        <p:spPr>
          <a:xfrm>
            <a:off x="629562" y="1700808"/>
            <a:ext cx="7884876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 prometió que sería tan fácil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8EADE4-8EAF-4F03-9C30-3060923DD5C5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209269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AE94D8A-3542-43FD-9C77-D754A15CD007}"/>
              </a:ext>
            </a:extLst>
          </p:cNvPr>
          <p:cNvSpPr/>
          <p:nvPr/>
        </p:nvSpPr>
        <p:spPr>
          <a:xfrm>
            <a:off x="737574" y="1772816"/>
            <a:ext cx="7668851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Caminar de cerca en pos de ÉL</a:t>
            </a:r>
            <a:endParaRPr lang="es-ES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8EADE4-8EAF-4F03-9C30-3060923DD5C5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3702454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192988A-CFE4-4FF5-A609-8B71EA93DA3B}"/>
              </a:ext>
            </a:extLst>
          </p:cNvPr>
          <p:cNvSpPr/>
          <p:nvPr/>
        </p:nvSpPr>
        <p:spPr>
          <a:xfrm>
            <a:off x="1250631" y="1686484"/>
            <a:ext cx="6642738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Tan sólo ofrece su promesa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5524674-9A28-4656-8604-FEA14888F9F7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360503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192988A-CFE4-4FF5-A609-8B71EA93DA3B}"/>
              </a:ext>
            </a:extLst>
          </p:cNvPr>
          <p:cNvSpPr/>
          <p:nvPr/>
        </p:nvSpPr>
        <p:spPr>
          <a:xfrm>
            <a:off x="1250631" y="1686484"/>
            <a:ext cx="6642738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 andar contigo</a:t>
            </a:r>
          </a:p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Hasta el fin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5524674-9A28-4656-8604-FEA14888F9F7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377943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5CB7210-E68D-44F3-9D3F-463225055044}"/>
              </a:ext>
            </a:extLst>
          </p:cNvPr>
          <p:cNvSpPr/>
          <p:nvPr/>
        </p:nvSpPr>
        <p:spPr>
          <a:xfrm>
            <a:off x="413538" y="731250"/>
            <a:ext cx="5292588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76082A-D4E2-43E4-82C0-3B0E92EBE158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DDEC56-B8BF-4689-9C5B-7DEC9F927B97}"/>
              </a:ext>
            </a:extLst>
          </p:cNvPr>
          <p:cNvSpPr/>
          <p:nvPr/>
        </p:nvSpPr>
        <p:spPr>
          <a:xfrm>
            <a:off x="715455" y="1816162"/>
            <a:ext cx="5292588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4FBF7F-D50A-451C-9EB1-32806115C2DB}"/>
              </a:ext>
            </a:extLst>
          </p:cNvPr>
          <p:cNvSpPr/>
          <p:nvPr/>
        </p:nvSpPr>
        <p:spPr>
          <a:xfrm>
            <a:off x="1259632" y="2806596"/>
            <a:ext cx="7470830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1425074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B863D43-990C-4D74-8CC4-24D1E6A09307}"/>
              </a:ext>
            </a:extLst>
          </p:cNvPr>
          <p:cNvSpPr/>
          <p:nvPr/>
        </p:nvSpPr>
        <p:spPr>
          <a:xfrm>
            <a:off x="656565" y="1196752"/>
            <a:ext cx="7830870" cy="31162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 dolor</a:t>
            </a:r>
          </a:p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Tus esperanzas </a:t>
            </a:r>
          </a:p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ansiedad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72BFC6-A840-41D0-8BCC-48D0930AAE67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1928275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5CB7210-E68D-44F3-9D3F-463225055044}"/>
              </a:ext>
            </a:extLst>
          </p:cNvPr>
          <p:cNvSpPr/>
          <p:nvPr/>
        </p:nvSpPr>
        <p:spPr>
          <a:xfrm>
            <a:off x="413538" y="731250"/>
            <a:ext cx="5292588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76082A-D4E2-43E4-82C0-3B0E92EBE158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DDEC56-B8BF-4689-9C5B-7DEC9F927B97}"/>
              </a:ext>
            </a:extLst>
          </p:cNvPr>
          <p:cNvSpPr/>
          <p:nvPr/>
        </p:nvSpPr>
        <p:spPr>
          <a:xfrm>
            <a:off x="715455" y="1816162"/>
            <a:ext cx="5292588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4FBF7F-D50A-451C-9EB1-32806115C2DB}"/>
              </a:ext>
            </a:extLst>
          </p:cNvPr>
          <p:cNvSpPr/>
          <p:nvPr/>
        </p:nvSpPr>
        <p:spPr>
          <a:xfrm>
            <a:off x="1259632" y="2806596"/>
            <a:ext cx="7470830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2681819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5CB7210-E68D-44F3-9D3F-463225055044}"/>
              </a:ext>
            </a:extLst>
          </p:cNvPr>
          <p:cNvSpPr/>
          <p:nvPr/>
        </p:nvSpPr>
        <p:spPr>
          <a:xfrm>
            <a:off x="18858" y="1772816"/>
            <a:ext cx="8964488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una VIDA NUEVA</a:t>
            </a:r>
          </a:p>
          <a:p>
            <a:pPr algn="ctr"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 ofrece dar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9F6175-717E-40D3-A268-10A509BF0F18}"/>
              </a:ext>
            </a:extLst>
          </p:cNvPr>
          <p:cNvSpPr txBox="1"/>
          <p:nvPr/>
        </p:nvSpPr>
        <p:spPr>
          <a:xfrm>
            <a:off x="3361749" y="-642"/>
            <a:ext cx="5782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TRÁELOS HOY A CRISTO</a:t>
            </a:r>
          </a:p>
        </p:txBody>
      </p:sp>
    </p:spTree>
    <p:extLst>
      <p:ext uri="{BB962C8B-B14F-4D97-AF65-F5344CB8AC3E}">
        <p14:creationId xmlns:p14="http://schemas.microsoft.com/office/powerpoint/2010/main" val="26339541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162</Words>
  <Application>Microsoft Office PowerPoint</Application>
  <PresentationFormat>Presentación en pantalla (4:3)</PresentationFormat>
  <Paragraphs>47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Arial Rounded MT Bold</vt:lpstr>
      <vt:lpstr>Berlin Sans FB Demi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15</cp:revision>
  <dcterms:created xsi:type="dcterms:W3CDTF">2016-05-03T16:45:26Z</dcterms:created>
  <dcterms:modified xsi:type="dcterms:W3CDTF">2021-07-27T04:47:52Z</dcterms:modified>
</cp:coreProperties>
</file>