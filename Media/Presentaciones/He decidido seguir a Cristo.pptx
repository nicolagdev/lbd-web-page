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204F64EC-AC11-4663-A140-E29B8DD4F508}"/>
    <pc:docChg chg="custSel addSld delSld modSld">
      <pc:chgData name="wilmar cañon" userId="7918cb078fdc7ad0" providerId="LiveId" clId="{204F64EC-AC11-4663-A140-E29B8DD4F508}" dt="2020-09-16T17:58:09.292" v="273" actId="14100"/>
      <pc:docMkLst>
        <pc:docMk/>
      </pc:docMkLst>
      <pc:sldChg chg="modSp mod">
        <pc:chgData name="wilmar cañon" userId="7918cb078fdc7ad0" providerId="LiveId" clId="{204F64EC-AC11-4663-A140-E29B8DD4F508}" dt="2020-09-16T17:54:07.297" v="43" actId="121"/>
        <pc:sldMkLst>
          <pc:docMk/>
          <pc:sldMk cId="2606749278" sldId="258"/>
        </pc:sldMkLst>
        <pc:spChg chg="mod">
          <ac:chgData name="wilmar cañon" userId="7918cb078fdc7ad0" providerId="LiveId" clId="{204F64EC-AC11-4663-A140-E29B8DD4F508}" dt="2020-09-16T17:54:07.297" v="43" actId="121"/>
          <ac:spMkLst>
            <pc:docMk/>
            <pc:sldMk cId="2606749278" sldId="258"/>
            <ac:spMk id="4" creationId="{CAE7ECDD-B665-43B2-91E8-7EFDA033E03E}"/>
          </ac:spMkLst>
        </pc:spChg>
      </pc:sldChg>
      <pc:sldChg chg="modSp mod">
        <pc:chgData name="wilmar cañon" userId="7918cb078fdc7ad0" providerId="LiveId" clId="{204F64EC-AC11-4663-A140-E29B8DD4F508}" dt="2020-09-16T17:55:54.248" v="122" actId="14100"/>
        <pc:sldMkLst>
          <pc:docMk/>
          <pc:sldMk cId="309450597" sldId="259"/>
        </pc:sldMkLst>
        <pc:spChg chg="mod">
          <ac:chgData name="wilmar cañon" userId="7918cb078fdc7ad0" providerId="LiveId" clId="{204F64EC-AC11-4663-A140-E29B8DD4F508}" dt="2020-09-16T17:55:54.248" v="122" actId="14100"/>
          <ac:spMkLst>
            <pc:docMk/>
            <pc:sldMk cId="309450597" sldId="259"/>
            <ac:spMk id="4" creationId="{CAE7ECDD-B665-43B2-91E8-7EFDA033E03E}"/>
          </ac:spMkLst>
        </pc:spChg>
      </pc:sldChg>
      <pc:sldChg chg="del">
        <pc:chgData name="wilmar cañon" userId="7918cb078fdc7ad0" providerId="LiveId" clId="{204F64EC-AC11-4663-A140-E29B8DD4F508}" dt="2020-09-16T17:55:45.801" v="119" actId="47"/>
        <pc:sldMkLst>
          <pc:docMk/>
          <pc:sldMk cId="125370416" sldId="260"/>
        </pc:sldMkLst>
      </pc:sldChg>
      <pc:sldChg chg="add del">
        <pc:chgData name="wilmar cañon" userId="7918cb078fdc7ad0" providerId="LiveId" clId="{204F64EC-AC11-4663-A140-E29B8DD4F508}" dt="2020-09-16T17:55:58.923" v="124" actId="47"/>
        <pc:sldMkLst>
          <pc:docMk/>
          <pc:sldMk cId="623832495" sldId="260"/>
        </pc:sldMkLst>
      </pc:sldChg>
      <pc:sldChg chg="modSp add mod">
        <pc:chgData name="wilmar cañon" userId="7918cb078fdc7ad0" providerId="LiveId" clId="{204F64EC-AC11-4663-A140-E29B8DD4F508}" dt="2020-09-16T17:56:26.620" v="157" actId="14100"/>
        <pc:sldMkLst>
          <pc:docMk/>
          <pc:sldMk cId="2956284850" sldId="261"/>
        </pc:sldMkLst>
        <pc:spChg chg="mod">
          <ac:chgData name="wilmar cañon" userId="7918cb078fdc7ad0" providerId="LiveId" clId="{204F64EC-AC11-4663-A140-E29B8DD4F508}" dt="2020-09-16T17:56:26.620" v="157" actId="14100"/>
          <ac:spMkLst>
            <pc:docMk/>
            <pc:sldMk cId="2956284850" sldId="261"/>
            <ac:spMk id="4" creationId="{CAE7ECDD-B665-43B2-91E8-7EFDA033E03E}"/>
          </ac:spMkLst>
        </pc:spChg>
      </pc:sldChg>
      <pc:sldChg chg="modSp add mod">
        <pc:chgData name="wilmar cañon" userId="7918cb078fdc7ad0" providerId="LiveId" clId="{204F64EC-AC11-4663-A140-E29B8DD4F508}" dt="2020-09-16T17:57:06.145" v="233" actId="313"/>
        <pc:sldMkLst>
          <pc:docMk/>
          <pc:sldMk cId="2423982900" sldId="262"/>
        </pc:sldMkLst>
        <pc:spChg chg="mod">
          <ac:chgData name="wilmar cañon" userId="7918cb078fdc7ad0" providerId="LiveId" clId="{204F64EC-AC11-4663-A140-E29B8DD4F508}" dt="2020-09-16T17:57:06.145" v="233" actId="313"/>
          <ac:spMkLst>
            <pc:docMk/>
            <pc:sldMk cId="2423982900" sldId="262"/>
            <ac:spMk id="4" creationId="{CAE7ECDD-B665-43B2-91E8-7EFDA033E03E}"/>
          </ac:spMkLst>
        </pc:spChg>
      </pc:sldChg>
      <pc:sldChg chg="del">
        <pc:chgData name="wilmar cañon" userId="7918cb078fdc7ad0" providerId="LiveId" clId="{204F64EC-AC11-4663-A140-E29B8DD4F508}" dt="2020-09-16T17:55:45.821" v="120" actId="47"/>
        <pc:sldMkLst>
          <pc:docMk/>
          <pc:sldMk cId="2992271357" sldId="262"/>
        </pc:sldMkLst>
      </pc:sldChg>
      <pc:sldChg chg="modSp add mod">
        <pc:chgData name="wilmar cañon" userId="7918cb078fdc7ad0" providerId="LiveId" clId="{204F64EC-AC11-4663-A140-E29B8DD4F508}" dt="2020-09-16T17:57:19.837" v="237" actId="14100"/>
        <pc:sldMkLst>
          <pc:docMk/>
          <pc:sldMk cId="3031052732" sldId="263"/>
        </pc:sldMkLst>
        <pc:spChg chg="mod">
          <ac:chgData name="wilmar cañon" userId="7918cb078fdc7ad0" providerId="LiveId" clId="{204F64EC-AC11-4663-A140-E29B8DD4F508}" dt="2020-09-16T17:57:19.837" v="237" actId="14100"/>
          <ac:spMkLst>
            <pc:docMk/>
            <pc:sldMk cId="3031052732" sldId="263"/>
            <ac:spMk id="4" creationId="{CAE7ECDD-B665-43B2-91E8-7EFDA033E03E}"/>
          </ac:spMkLst>
        </pc:spChg>
      </pc:sldChg>
      <pc:sldChg chg="modSp add mod">
        <pc:chgData name="wilmar cañon" userId="7918cb078fdc7ad0" providerId="LiveId" clId="{204F64EC-AC11-4663-A140-E29B8DD4F508}" dt="2020-09-16T17:58:09.292" v="273" actId="14100"/>
        <pc:sldMkLst>
          <pc:docMk/>
          <pc:sldMk cId="905550790" sldId="264"/>
        </pc:sldMkLst>
        <pc:spChg chg="mod">
          <ac:chgData name="wilmar cañon" userId="7918cb078fdc7ad0" providerId="LiveId" clId="{204F64EC-AC11-4663-A140-E29B8DD4F508}" dt="2020-09-16T17:58:09.292" v="273" actId="14100"/>
          <ac:spMkLst>
            <pc:docMk/>
            <pc:sldMk cId="905550790" sldId="264"/>
            <ac:spMk id="4" creationId="{CAE7ECDD-B665-43B2-91E8-7EFDA033E03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003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297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32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606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963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650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520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811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51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707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513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2000" r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D03FE-F4F4-4CB6-BB85-EA2A0D582A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0E1A5-B423-4098-9C71-F63935728A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424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81458C3-03D0-4950-B62D-AFC0E60BE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6260" y="166222"/>
            <a:ext cx="5267740" cy="369663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HE DECIDIDO SEGUIR A CRISTO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E7ECDD-B665-43B2-91E8-7EFDA033E03E}"/>
              </a:ext>
            </a:extLst>
          </p:cNvPr>
          <p:cNvSpPr txBox="1"/>
          <p:nvPr/>
        </p:nvSpPr>
        <p:spPr>
          <a:xfrm>
            <a:off x="0" y="1120676"/>
            <a:ext cx="9051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He decidido SEGUIR a CRISTO</a:t>
            </a:r>
          </a:p>
          <a:p>
            <a:pPr algn="r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He decidido SEGUIR a CRISTO</a:t>
            </a:r>
          </a:p>
          <a:p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86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E7ECDD-B665-43B2-91E8-7EFDA033E03E}"/>
              </a:ext>
            </a:extLst>
          </p:cNvPr>
          <p:cNvSpPr txBox="1"/>
          <p:nvPr/>
        </p:nvSpPr>
        <p:spPr>
          <a:xfrm>
            <a:off x="119269" y="1307827"/>
            <a:ext cx="89054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He decidido SEGUIR a CRISTO</a:t>
            </a:r>
          </a:p>
          <a:p>
            <a:pPr algn="ctr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No vuelvo atrás</a:t>
            </a:r>
          </a:p>
          <a:p>
            <a:pPr algn="r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No vuelvo atrás</a:t>
            </a:r>
          </a:p>
          <a:p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0803596C-DEC9-4F16-8B88-53598CC6A018}"/>
              </a:ext>
            </a:extLst>
          </p:cNvPr>
          <p:cNvSpPr txBox="1">
            <a:spLocks/>
          </p:cNvSpPr>
          <p:nvPr/>
        </p:nvSpPr>
        <p:spPr>
          <a:xfrm>
            <a:off x="3876260" y="166222"/>
            <a:ext cx="5267740" cy="369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latin typeface="Arial Rounded MT Bold" panose="020F0704030504030204" pitchFamily="34" charset="0"/>
              </a:rPr>
              <a:t>HE DECIDIDO SEGUIR A CRISTO</a:t>
            </a:r>
            <a:endParaRPr lang="es-CO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18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E7ECDD-B665-43B2-91E8-7EFDA033E03E}"/>
              </a:ext>
            </a:extLst>
          </p:cNvPr>
          <p:cNvSpPr txBox="1"/>
          <p:nvPr/>
        </p:nvSpPr>
        <p:spPr>
          <a:xfrm>
            <a:off x="430695" y="1198494"/>
            <a:ext cx="82826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El Rey de Gloria me ha transformado</a:t>
            </a:r>
          </a:p>
          <a:p>
            <a:pPr algn="r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El Rey de Gloria me ha transformado</a:t>
            </a:r>
          </a:p>
          <a:p>
            <a:pPr algn="ctr"/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83CD524-1B6C-44C6-9725-72899B97BFFF}"/>
              </a:ext>
            </a:extLst>
          </p:cNvPr>
          <p:cNvSpPr txBox="1">
            <a:spLocks/>
          </p:cNvSpPr>
          <p:nvPr/>
        </p:nvSpPr>
        <p:spPr>
          <a:xfrm>
            <a:off x="3876260" y="166222"/>
            <a:ext cx="5267740" cy="369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latin typeface="Arial Rounded MT Bold" panose="020F0704030504030204" pitchFamily="34" charset="0"/>
              </a:rPr>
              <a:t>HE DECIDIDO SEGUIR A CRISTO</a:t>
            </a:r>
            <a:endParaRPr lang="es-CO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74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E7ECDD-B665-43B2-91E8-7EFDA033E03E}"/>
              </a:ext>
            </a:extLst>
          </p:cNvPr>
          <p:cNvSpPr txBox="1"/>
          <p:nvPr/>
        </p:nvSpPr>
        <p:spPr>
          <a:xfrm>
            <a:off x="485362" y="1334329"/>
            <a:ext cx="83637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El Rey de Gloria me ha transformado</a:t>
            </a:r>
          </a:p>
          <a:p>
            <a:pPr algn="r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/No vuelvo atrás/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F727442-F0BC-4C95-864A-D15D5999E201}"/>
              </a:ext>
            </a:extLst>
          </p:cNvPr>
          <p:cNvSpPr txBox="1">
            <a:spLocks/>
          </p:cNvSpPr>
          <p:nvPr/>
        </p:nvSpPr>
        <p:spPr>
          <a:xfrm>
            <a:off x="3876260" y="166222"/>
            <a:ext cx="5267740" cy="369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latin typeface="Arial Rounded MT Bold" panose="020F0704030504030204" pitchFamily="34" charset="0"/>
              </a:rPr>
              <a:t>HE DECIDIDO SEGUIR A CRISTO</a:t>
            </a:r>
            <a:endParaRPr lang="es-CO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55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E7ECDD-B665-43B2-91E8-7EFDA033E03E}"/>
              </a:ext>
            </a:extLst>
          </p:cNvPr>
          <p:cNvSpPr txBox="1"/>
          <p:nvPr/>
        </p:nvSpPr>
        <p:spPr>
          <a:xfrm>
            <a:off x="209549" y="1201807"/>
            <a:ext cx="87249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La vida vieja ya he dejado</a:t>
            </a:r>
          </a:p>
          <a:p>
            <a:pPr algn="r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La vida vieja ya he dejado 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EF3A04D-820F-4798-849D-43FE4BDBBDAE}"/>
              </a:ext>
            </a:extLst>
          </p:cNvPr>
          <p:cNvSpPr txBox="1">
            <a:spLocks/>
          </p:cNvSpPr>
          <p:nvPr/>
        </p:nvSpPr>
        <p:spPr>
          <a:xfrm>
            <a:off x="3876260" y="166222"/>
            <a:ext cx="5267740" cy="369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latin typeface="Arial Rounded MT Bold" panose="020F0704030504030204" pitchFamily="34" charset="0"/>
              </a:rPr>
              <a:t>HE DECIDIDO SEGUIR A CRISTO</a:t>
            </a:r>
            <a:endParaRPr lang="es-CO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50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E7ECDD-B665-43B2-91E8-7EFDA033E03E}"/>
              </a:ext>
            </a:extLst>
          </p:cNvPr>
          <p:cNvSpPr txBox="1"/>
          <p:nvPr/>
        </p:nvSpPr>
        <p:spPr>
          <a:xfrm>
            <a:off x="438978" y="1307825"/>
            <a:ext cx="82660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La vida vieja ya he dejado</a:t>
            </a:r>
          </a:p>
          <a:p>
            <a:pPr algn="r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/No vuelvo atrás/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D3C541A-090E-4B5C-A5DE-9117B398837A}"/>
              </a:ext>
            </a:extLst>
          </p:cNvPr>
          <p:cNvSpPr txBox="1">
            <a:spLocks/>
          </p:cNvSpPr>
          <p:nvPr/>
        </p:nvSpPr>
        <p:spPr>
          <a:xfrm>
            <a:off x="3876260" y="166222"/>
            <a:ext cx="5267740" cy="369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latin typeface="Arial Rounded MT Bold" panose="020F0704030504030204" pitchFamily="34" charset="0"/>
              </a:rPr>
              <a:t>HE DECIDIDO SEGUIR A CRISTO</a:t>
            </a:r>
            <a:endParaRPr lang="es-CO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8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E7ECDD-B665-43B2-91E8-7EFDA033E03E}"/>
              </a:ext>
            </a:extLst>
          </p:cNvPr>
          <p:cNvSpPr txBox="1"/>
          <p:nvPr/>
        </p:nvSpPr>
        <p:spPr>
          <a:xfrm>
            <a:off x="253448" y="1493355"/>
            <a:ext cx="863710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Tomo el bautismo por obediencia</a:t>
            </a:r>
          </a:p>
          <a:p>
            <a:pPr algn="r"/>
            <a:r>
              <a:rPr lang="es-CO" sz="4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Tomo el bautismo por obediencia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9A48893-1C29-4C08-AC9B-3D1C47557595}"/>
              </a:ext>
            </a:extLst>
          </p:cNvPr>
          <p:cNvSpPr txBox="1">
            <a:spLocks/>
          </p:cNvSpPr>
          <p:nvPr/>
        </p:nvSpPr>
        <p:spPr>
          <a:xfrm>
            <a:off x="3876260" y="166222"/>
            <a:ext cx="5267740" cy="369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latin typeface="Arial Rounded MT Bold" panose="020F0704030504030204" pitchFamily="34" charset="0"/>
              </a:rPr>
              <a:t>HE DECIDIDO SEGUIR A CRISTO</a:t>
            </a:r>
            <a:endParaRPr lang="es-CO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982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E7ECDD-B665-43B2-91E8-7EFDA033E03E}"/>
              </a:ext>
            </a:extLst>
          </p:cNvPr>
          <p:cNvSpPr txBox="1"/>
          <p:nvPr/>
        </p:nvSpPr>
        <p:spPr>
          <a:xfrm>
            <a:off x="251792" y="1228312"/>
            <a:ext cx="8640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Tomo el bautismo por obediencia</a:t>
            </a:r>
          </a:p>
          <a:p>
            <a:pPr algn="r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/No vuelvo atrás/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BF787C34-3DB5-4E8D-A9ED-B0ED60F9EA3D}"/>
              </a:ext>
            </a:extLst>
          </p:cNvPr>
          <p:cNvSpPr txBox="1">
            <a:spLocks/>
          </p:cNvSpPr>
          <p:nvPr/>
        </p:nvSpPr>
        <p:spPr>
          <a:xfrm>
            <a:off x="3876260" y="166222"/>
            <a:ext cx="5267740" cy="369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b="1">
                <a:latin typeface="Arial Rounded MT Bold" panose="020F0704030504030204" pitchFamily="34" charset="0"/>
              </a:rPr>
              <a:t>HE DECIDIDO SEGUIR A CRISTO</a:t>
            </a:r>
            <a:endParaRPr lang="es-CO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0527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130</Words>
  <Application>Microsoft Office PowerPoint</Application>
  <PresentationFormat>Presentación en pantalla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4</cp:revision>
  <dcterms:created xsi:type="dcterms:W3CDTF">2020-09-04T04:37:16Z</dcterms:created>
  <dcterms:modified xsi:type="dcterms:W3CDTF">2021-07-27T03:50:34Z</dcterms:modified>
</cp:coreProperties>
</file>