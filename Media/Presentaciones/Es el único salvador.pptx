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3"/>
    <p:sldId id="270" r:id="rId4"/>
    <p:sldId id="260" r:id="rId5"/>
    <p:sldId id="261" r:id="rId6"/>
    <p:sldId id="271" r:id="rId7"/>
    <p:sldId id="269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37FE9-D344-46A7-A48D-431DCD4F593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F5AD-20D2-4FF4-AD26-83853EE0FF0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99306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37FE9-D344-46A7-A48D-431DCD4F593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F5AD-20D2-4FF4-AD26-83853EE0FF0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54707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37FE9-D344-46A7-A48D-431DCD4F593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F5AD-20D2-4FF4-AD26-83853EE0FF0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5259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37FE9-D344-46A7-A48D-431DCD4F593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F5AD-20D2-4FF4-AD26-83853EE0FF0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3136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37FE9-D344-46A7-A48D-431DCD4F593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F5AD-20D2-4FF4-AD26-83853EE0FF0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62327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37FE9-D344-46A7-A48D-431DCD4F593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F5AD-20D2-4FF4-AD26-83853EE0FF0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69229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37FE9-D344-46A7-A48D-431DCD4F593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F5AD-20D2-4FF4-AD26-83853EE0FF0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46003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37FE9-D344-46A7-A48D-431DCD4F593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F5AD-20D2-4FF4-AD26-83853EE0FF0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422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37FE9-D344-46A7-A48D-431DCD4F593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F5AD-20D2-4FF4-AD26-83853EE0FF0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06700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37FE9-D344-46A7-A48D-431DCD4F593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F5AD-20D2-4FF4-AD26-83853EE0FF0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505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37FE9-D344-46A7-A48D-431DCD4F593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F5AD-20D2-4FF4-AD26-83853EE0FF0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03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37FE9-D344-46A7-A48D-431DCD4F593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FF5AD-20D2-4FF4-AD26-83853EE0FF0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4811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1035851" y="1490008"/>
            <a:ext cx="682270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En mi </a:t>
            </a:r>
            <a:r>
              <a:rPr lang="es-ES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corazón</a:t>
            </a:r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 </a:t>
            </a:r>
          </a:p>
          <a:p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				    	está su LUZ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9D20181-67EA-4446-A80B-63A491D34C2F}"/>
              </a:ext>
            </a:extLst>
          </p:cNvPr>
          <p:cNvSpPr txBox="1"/>
          <p:nvPr/>
        </p:nvSpPr>
        <p:spPr>
          <a:xfrm>
            <a:off x="4447202" y="187548"/>
            <a:ext cx="4696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 EL ÚNICO SALVADOR</a:t>
            </a:r>
          </a:p>
        </p:txBody>
      </p:sp>
    </p:spTree>
    <p:extLst>
      <p:ext uri="{BB962C8B-B14F-4D97-AF65-F5344CB8AC3E}">
        <p14:creationId xmlns:p14="http://schemas.microsoft.com/office/powerpoint/2010/main" val="410854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643389" y="1490008"/>
            <a:ext cx="560762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Mi CRISTO   </a:t>
            </a:r>
          </a:p>
          <a:p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				mi CRISTO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C315669-03BA-4A92-A357-8DFC5A4A3E28}"/>
              </a:ext>
            </a:extLst>
          </p:cNvPr>
          <p:cNvSpPr txBox="1"/>
          <p:nvPr/>
        </p:nvSpPr>
        <p:spPr>
          <a:xfrm>
            <a:off x="4447202" y="187548"/>
            <a:ext cx="4696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 EL ÚNICO SALVADOR</a:t>
            </a:r>
          </a:p>
        </p:txBody>
      </p:sp>
    </p:spTree>
    <p:extLst>
      <p:ext uri="{BB962C8B-B14F-4D97-AF65-F5344CB8AC3E}">
        <p14:creationId xmlns:p14="http://schemas.microsoft.com/office/powerpoint/2010/main" val="3526002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1035851" y="1490008"/>
            <a:ext cx="682270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En mi </a:t>
            </a:r>
            <a:r>
              <a:rPr lang="es-ES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corazón</a:t>
            </a:r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 </a:t>
            </a:r>
          </a:p>
          <a:p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				    	está su LUZ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9D20181-67EA-4446-A80B-63A491D34C2F}"/>
              </a:ext>
            </a:extLst>
          </p:cNvPr>
          <p:cNvSpPr txBox="1"/>
          <p:nvPr/>
        </p:nvSpPr>
        <p:spPr>
          <a:xfrm>
            <a:off x="4447202" y="187548"/>
            <a:ext cx="4696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 EL ÚNICO SALVADOR</a:t>
            </a:r>
          </a:p>
        </p:txBody>
      </p:sp>
    </p:spTree>
    <p:extLst>
      <p:ext uri="{BB962C8B-B14F-4D97-AF65-F5344CB8AC3E}">
        <p14:creationId xmlns:p14="http://schemas.microsoft.com/office/powerpoint/2010/main" val="3529727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170267" y="1753182"/>
            <a:ext cx="680346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Es el único </a:t>
            </a:r>
          </a:p>
          <a:p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					  SALVADOR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1DD2F78-1C70-427D-8875-37FE82668D8B}"/>
              </a:ext>
            </a:extLst>
          </p:cNvPr>
          <p:cNvSpPr txBox="1"/>
          <p:nvPr/>
        </p:nvSpPr>
        <p:spPr>
          <a:xfrm>
            <a:off x="4447202" y="187548"/>
            <a:ext cx="4696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 EL ÚNICO SALVADOR</a:t>
            </a:r>
          </a:p>
        </p:txBody>
      </p:sp>
    </p:spTree>
    <p:extLst>
      <p:ext uri="{BB962C8B-B14F-4D97-AF65-F5344CB8AC3E}">
        <p14:creationId xmlns:p14="http://schemas.microsoft.com/office/powerpoint/2010/main" val="181458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669700" y="1012116"/>
            <a:ext cx="66583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CRISTO  </a:t>
            </a:r>
          </a:p>
          <a:p>
            <a:pPr algn="ctr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CRISTO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51E5A73-AFBA-4007-AD3F-3AF686489591}"/>
              </a:ext>
            </a:extLst>
          </p:cNvPr>
          <p:cNvSpPr txBox="1"/>
          <p:nvPr/>
        </p:nvSpPr>
        <p:spPr>
          <a:xfrm>
            <a:off x="4447202" y="187548"/>
            <a:ext cx="4696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 EL ÚNICO SALVADOR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F3DCF63-426F-476F-AE38-120DE550FCEB}"/>
              </a:ext>
            </a:extLst>
          </p:cNvPr>
          <p:cNvSpPr txBox="1"/>
          <p:nvPr/>
        </p:nvSpPr>
        <p:spPr>
          <a:xfrm>
            <a:off x="3670479" y="2766442"/>
            <a:ext cx="66583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CRISTO  </a:t>
            </a:r>
          </a:p>
          <a:p>
            <a:pPr algn="ctr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CRISTO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153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1035851" y="1490008"/>
            <a:ext cx="682270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En mi </a:t>
            </a:r>
            <a:r>
              <a:rPr lang="es-ES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corazón</a:t>
            </a:r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 </a:t>
            </a:r>
          </a:p>
          <a:p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				    	está su LUZ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9D20181-67EA-4446-A80B-63A491D34C2F}"/>
              </a:ext>
            </a:extLst>
          </p:cNvPr>
          <p:cNvSpPr txBox="1"/>
          <p:nvPr/>
        </p:nvSpPr>
        <p:spPr>
          <a:xfrm>
            <a:off x="4447202" y="187548"/>
            <a:ext cx="4696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 EL ÚNICO SALVADOR</a:t>
            </a:r>
          </a:p>
        </p:txBody>
      </p:sp>
    </p:spTree>
    <p:extLst>
      <p:ext uri="{BB962C8B-B14F-4D97-AF65-F5344CB8AC3E}">
        <p14:creationId xmlns:p14="http://schemas.microsoft.com/office/powerpoint/2010/main" val="3245501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170267" y="1753182"/>
            <a:ext cx="705834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/Es el único </a:t>
            </a:r>
          </a:p>
          <a:p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					  SALVADOR/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1DD2F78-1C70-427D-8875-37FE82668D8B}"/>
              </a:ext>
            </a:extLst>
          </p:cNvPr>
          <p:cNvSpPr txBox="1"/>
          <p:nvPr/>
        </p:nvSpPr>
        <p:spPr>
          <a:xfrm>
            <a:off x="4447202" y="187548"/>
            <a:ext cx="4696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 EL ÚNICO SALVADOR</a:t>
            </a:r>
          </a:p>
        </p:txBody>
      </p:sp>
    </p:spTree>
    <p:extLst>
      <p:ext uri="{BB962C8B-B14F-4D97-AF65-F5344CB8AC3E}">
        <p14:creationId xmlns:p14="http://schemas.microsoft.com/office/powerpoint/2010/main" val="14161496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</TotalTime>
  <Words>98</Words>
  <Application>Microsoft Office PowerPoint</Application>
  <PresentationFormat>Presentación en pantalla (4:3)</PresentationFormat>
  <Paragraphs>23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Arial</vt:lpstr>
      <vt:lpstr>Arial Rounded MT Bold</vt:lpstr>
      <vt:lpstr>Berlin Sans FB Demi</vt:lpstr>
      <vt:lpstr>Brush Script MT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Lorena</dc:creator>
  <cp:lastModifiedBy>Familia Cañon Peña</cp:lastModifiedBy>
  <cp:revision>10</cp:revision>
  <dcterms:created xsi:type="dcterms:W3CDTF">2020-07-08T15:02:57Z</dcterms:created>
  <dcterms:modified xsi:type="dcterms:W3CDTF">2021-07-27T03:33:49Z</dcterms:modified>
</cp:coreProperties>
</file>