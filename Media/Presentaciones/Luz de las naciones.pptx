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301" r:id="rId3"/>
    <p:sldId id="274" r:id="rId4"/>
    <p:sldId id="302" r:id="rId5"/>
    <p:sldId id="275" r:id="rId6"/>
    <p:sldId id="303" r:id="rId7"/>
    <p:sldId id="276" r:id="rId8"/>
    <p:sldId id="304" r:id="rId9"/>
    <p:sldId id="305" r:id="rId10"/>
    <p:sldId id="306" r:id="rId11"/>
    <p:sldId id="307" r:id="rId12"/>
    <p:sldId id="308" r:id="rId13"/>
    <p:sldId id="309" r:id="rId14"/>
    <p:sldId id="297" r:id="rId15"/>
    <p:sldId id="310" r:id="rId16"/>
    <p:sldId id="311" r:id="rId17"/>
    <p:sldId id="298" r:id="rId18"/>
    <p:sldId id="312" r:id="rId19"/>
    <p:sldId id="313" r:id="rId20"/>
    <p:sldId id="300" r:id="rId21"/>
    <p:sldId id="314" r:id="rId22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812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69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87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715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98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46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699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167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24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890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84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0B0D1-AE7F-487F-B678-9BE4164FCB4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2EDA4-175A-4785-81BD-84802F540A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52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" y="2079426"/>
            <a:ext cx="9144000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Hoy el mundo no conoce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7606B3-AE0D-4926-98B1-5F832553DB2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414210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17378" y="2079426"/>
            <a:ext cx="9144000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El glorioso nombre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de 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ea typeface="Batang" pitchFamily="18" charset="-127"/>
                <a:cs typeface="Calibri" panose="020F0502020204030204" pitchFamily="34" charset="0"/>
              </a:rPr>
              <a:t>Jesús</a:t>
            </a: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ea typeface="Batang" pitchFamily="18" charset="-127"/>
              <a:cs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7606B3-AE0D-4926-98B1-5F832553DB2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290187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3915" y="2079426"/>
            <a:ext cx="8476169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Debemos ir a todas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las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naciones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668351-77EE-4410-933E-4EED652EB418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8879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0668351-77EE-4410-933E-4EED652EB418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087AB9-F038-4B60-A42E-8FE41104400B}"/>
              </a:ext>
            </a:extLst>
          </p:cNvPr>
          <p:cNvSpPr txBox="1">
            <a:spLocks noChangeArrowheads="1"/>
          </p:cNvSpPr>
          <p:nvPr/>
        </p:nvSpPr>
        <p:spPr>
          <a:xfrm>
            <a:off x="485800" y="2060848"/>
            <a:ext cx="8172400" cy="1512168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Para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alumbrar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 a </a:t>
            </a:r>
          </a:p>
          <a:p>
            <a:pPr algn="ctr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otros con SU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LUZ</a:t>
            </a:r>
          </a:p>
        </p:txBody>
      </p:sp>
    </p:spTree>
    <p:extLst>
      <p:ext uri="{BB962C8B-B14F-4D97-AF65-F5344CB8AC3E}">
        <p14:creationId xmlns:p14="http://schemas.microsoft.com/office/powerpoint/2010/main" val="381149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1764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Dios en su poder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me llevará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76629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A los que no conocen su verdad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533660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424936" cy="1500181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Si dispones hoy tu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Vida él la usará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Y de las naciones </a:t>
            </a: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su luz serás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858A1-0C30-438C-91EB-08F53CD2FDFA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42099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" y="2079426"/>
            <a:ext cx="9144000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Hoy el mundo no conoce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7606B3-AE0D-4926-98B1-5F832553DB2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44517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17378" y="2079426"/>
            <a:ext cx="9144000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El glorioso nombre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anose="020F0502020204030204" pitchFamily="34" charset="0"/>
              </a:rPr>
              <a:t>de 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ea typeface="Batang" pitchFamily="18" charset="-127"/>
                <a:cs typeface="Calibri" panose="020F0502020204030204" pitchFamily="34" charset="0"/>
              </a:rPr>
              <a:t>Jesús</a:t>
            </a: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ea typeface="Batang" pitchFamily="18" charset="-127"/>
              <a:cs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7606B3-AE0D-4926-98B1-5F832553DB2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541790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3915" y="2079426"/>
            <a:ext cx="8476169" cy="2699147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Debemos ir a todas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las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naciones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  <a:cs typeface="Andalus" panose="02020603050405020304" pitchFamily="18" charset="-78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668351-77EE-4410-933E-4EED652EB418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62704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0668351-77EE-4410-933E-4EED652EB418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087AB9-F038-4B60-A42E-8FE41104400B}"/>
              </a:ext>
            </a:extLst>
          </p:cNvPr>
          <p:cNvSpPr txBox="1">
            <a:spLocks noChangeArrowheads="1"/>
          </p:cNvSpPr>
          <p:nvPr/>
        </p:nvSpPr>
        <p:spPr>
          <a:xfrm>
            <a:off x="485800" y="2060848"/>
            <a:ext cx="8172400" cy="1512168"/>
          </a:xfrm>
          <a:prstGeom prst="rect">
            <a:avLst/>
          </a:prstGeom>
          <a:effectLst>
            <a:outerShdw dist="35921" dir="2700000" algn="ctr" rotWithShape="0">
              <a:schemeClr val="bg2"/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Para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alumbrar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 a </a:t>
            </a:r>
          </a:p>
          <a:p>
            <a:pPr algn="ctr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Calibri" pitchFamily="34" charset="0"/>
              </a:rPr>
              <a:t>otros con SU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  <a:cs typeface="Andalus" panose="02020603050405020304" pitchFamily="18" charset="-78"/>
              </a:rPr>
              <a:t>LUZ</a:t>
            </a:r>
          </a:p>
        </p:txBody>
      </p:sp>
    </p:spTree>
    <p:extLst>
      <p:ext uri="{BB962C8B-B14F-4D97-AF65-F5344CB8AC3E}">
        <p14:creationId xmlns:p14="http://schemas.microsoft.com/office/powerpoint/2010/main" val="4152496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1764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Dios en su poder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me llevará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4990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A los que no conocen su verdad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406149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424936" cy="1500181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Si dispones hoy tu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Vida él la usará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Y de las naciones </a:t>
            </a: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su luz serás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858A1-0C30-438C-91EB-08F53CD2FDFA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892788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1764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Dios en su poder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me llevará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66199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A los que no conocen su verdad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3713607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424936" cy="1500181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Si dispones hoy tu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Vida él la usará </a:t>
            </a:r>
          </a:p>
          <a:p>
            <a:pPr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Y de las naciones </a:t>
            </a:r>
          </a:p>
          <a:p>
            <a:pPr algn="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su luz serás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858A1-0C30-438C-91EB-08F53CD2FDFA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2855502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1764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Dios en su poder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me llevará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48786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772816"/>
            <a:ext cx="8820472" cy="1017974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A los que no conocen su verdad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A0DFFB-28CF-4E6A-AA26-4DF000FDD68B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245113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9532" y="2276872"/>
            <a:ext cx="8424936" cy="1500181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Si dispones hoy tu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Vida él la usará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858A1-0C30-438C-91EB-08F53CD2FDFA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2156640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9532" y="2204864"/>
            <a:ext cx="8424936" cy="1500181"/>
          </a:xfrm>
          <a:effectLst>
            <a:outerShdw dist="35921" dir="2700000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//Y de las naciones 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su luz serás//</a:t>
            </a:r>
          </a:p>
          <a:p>
            <a:pPr algn="ctr" eaLnBrk="1" hangingPunct="1">
              <a:lnSpc>
                <a:spcPct val="75000"/>
              </a:lnSpc>
              <a:buClr>
                <a:schemeClr val="tx1"/>
              </a:buClr>
              <a:buFont typeface="Wingdings" pitchFamily="2" charset="2"/>
              <a:buNone/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  <a:ea typeface="Batang" pitchFamily="18" charset="-12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D858A1-0C30-438C-91EB-08F53CD2FDFA}"/>
              </a:ext>
            </a:extLst>
          </p:cNvPr>
          <p:cNvSpPr txBox="1"/>
          <p:nvPr/>
        </p:nvSpPr>
        <p:spPr>
          <a:xfrm>
            <a:off x="2929976" y="188640"/>
            <a:ext cx="6214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LUZ DE LAS NACIONES</a:t>
            </a:r>
          </a:p>
        </p:txBody>
      </p:sp>
    </p:spTree>
    <p:extLst>
      <p:ext uri="{BB962C8B-B14F-4D97-AF65-F5344CB8AC3E}">
        <p14:creationId xmlns:p14="http://schemas.microsoft.com/office/powerpoint/2010/main" val="1515327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244</Words>
  <Application>Microsoft Office PowerPoint</Application>
  <PresentationFormat>Presentación en pantalla (4:3)</PresentationFormat>
  <Paragraphs>70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Rounded MT Bold</vt:lpstr>
      <vt:lpstr>Brush Script MT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40</cp:revision>
  <dcterms:created xsi:type="dcterms:W3CDTF">2016-07-30T19:07:10Z</dcterms:created>
  <dcterms:modified xsi:type="dcterms:W3CDTF">2021-07-27T04:02:59Z</dcterms:modified>
</cp:coreProperties>
</file>