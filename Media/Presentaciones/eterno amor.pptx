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8C3BA-B1C3-4987-B738-3EE8AEF08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42EA0E-0518-4222-938A-9D7BD0176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A1ECCC-C7D5-4135-A30D-5C042CBD5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50AA79-5687-4D9D-9E84-732EE823B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33D1B-D90F-4A71-A659-5EBEBBC8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324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11832-EAF6-4510-8A86-7DA03ED7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86999E-1088-400C-BF9A-576E710B6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C78108-7455-4B2A-9FF9-D841EB88D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830112-C6CD-4B06-9D5B-CC535F1AF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D6320C-1E26-45C0-9CCC-D429E2D5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925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C08AD-37B7-40EC-A64F-679067F32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26E0AE-82BF-4074-AE23-C6EC181B1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C25205-BA4F-46A4-B115-FF784CA5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C24964-9B42-43DE-9667-9CB1E1DD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4A9455-716D-42F7-9B69-9D38916B8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563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2F6C5-9936-4625-8937-870E9362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2EBBCB-25EC-418B-A016-1365E1B01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35A15B-9765-4EF4-93D4-C9D4C078B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D41590-6B98-4A5D-90D8-88A03A548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8D83F3-1B5E-44A7-9BE3-0E9F7D84B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F42071-8C7A-466C-A02A-7C1B8F94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333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9D0B9-7A15-4C28-BD51-47B3BFF3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4C8224-DE2D-4CA6-9B49-7C26C15F1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AD87B6-7E84-4AC6-81BF-5A45076BA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CB58D0-192E-4BB4-B90A-7AE151AC7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801445-1D95-473C-81DC-18B127C8D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4166A6-94B0-491C-A5FB-6C3A2151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55B7FD-2610-451D-B9CD-1A67C1AE2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633AEE6-7143-4185-92F4-E5CACF76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54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9072C-1775-4616-BE69-031B94AD2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29B767-AF78-4E66-8124-EBEC8EA7D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21B35A-4F1A-4265-84AD-B6F321FCD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296DBDD-EF77-4347-95F7-870E94DB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1935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880D12E-4C16-4D11-85AF-2F86B9E8F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396263D-3C36-4F0A-B2AD-D6930608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6CBB7C-4477-4C7F-8D47-C5E6774B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0319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A3BD4-196C-4994-8E8F-73810CD2C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6B2257-2349-4E59-8C8A-68AE66A60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AC6D04-2F8B-4922-8F5F-0D7B1C02F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50200A-291E-4382-9A33-110955A7C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524D27-5EB5-4236-80B5-27BD7BFAD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6B8872-5109-4713-B825-EA0972A8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9726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499EA-311E-468B-A364-08D7F2AA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528D700-5D03-4C3D-8F2A-340D5663C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445770-063E-408C-8A6A-403E47E62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CF2F41-8B1F-449E-81F4-DD7F1EF4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29DC77-5F67-44F4-87A3-15A7209E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BDC5FB-7B9C-4A89-A141-FB88A810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7536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7320B-08EA-4AAE-A96A-C1E70DEA6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BD14AD-E0C5-449D-8A5A-19CF6C9AC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C8F7E8-1694-4B8D-BBFB-B55571D5F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9F3230-2E35-475B-8B41-C3FD45B62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6277FC-5AC6-454B-9137-03F04820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6832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C71AD7-B16F-437F-94E2-FB41911D0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EB94E2-7064-4DE0-A0B4-B1E9A086B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EED9B6-D4D2-4605-85A8-CB5246818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800D8E-DD50-4ACC-9E7C-E3054904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FCB66A-17B9-438D-8C86-6C4E6332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308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9439581-ACB8-40ED-8DCF-7A2D0CE2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FAF0F4-E8E6-4EAA-8F64-E92693CD7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308A8C-959B-488A-9407-9F0A623FF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EA721-94EB-4E5A-AAF7-B2EBE0C8085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5D5F26-49C6-4F0D-9707-E6C7001E7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07EFD8-0B48-49E6-B3B6-DAAB5B635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F666D-B96E-4ED0-91E1-213FCDCFA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408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21813-54A3-4A46-BA4F-12CC8536A05B}"/>
              </a:ext>
            </a:extLst>
          </p:cNvPr>
          <p:cNvSpPr txBox="1"/>
          <p:nvPr/>
        </p:nvSpPr>
        <p:spPr>
          <a:xfrm>
            <a:off x="5022574" y="172278"/>
            <a:ext cx="4015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ETERNO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3CD99-BBA1-4FE9-9BC6-DFB9FB590E4A}"/>
              </a:ext>
            </a:extLst>
          </p:cNvPr>
          <p:cNvSpPr txBox="1"/>
          <p:nvPr/>
        </p:nvSpPr>
        <p:spPr>
          <a:xfrm>
            <a:off x="241852" y="1795669"/>
            <a:ext cx="86602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Ni riquezas ni honor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Nada tiene valor</a:t>
            </a:r>
          </a:p>
        </p:txBody>
      </p:sp>
    </p:spTree>
    <p:extLst>
      <p:ext uri="{BB962C8B-B14F-4D97-AF65-F5344CB8AC3E}">
        <p14:creationId xmlns:p14="http://schemas.microsoft.com/office/powerpoint/2010/main" val="488774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21813-54A3-4A46-BA4F-12CC8536A05B}"/>
              </a:ext>
            </a:extLst>
          </p:cNvPr>
          <p:cNvSpPr txBox="1"/>
          <p:nvPr/>
        </p:nvSpPr>
        <p:spPr>
          <a:xfrm>
            <a:off x="5022574" y="172278"/>
            <a:ext cx="4015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ETERNO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3CD99-BBA1-4FE9-9BC6-DFB9FB590E4A}"/>
              </a:ext>
            </a:extLst>
          </p:cNvPr>
          <p:cNvSpPr txBox="1"/>
          <p:nvPr/>
        </p:nvSpPr>
        <p:spPr>
          <a:xfrm>
            <a:off x="241852" y="1795669"/>
            <a:ext cx="86602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pudiera apartarme de ti</a:t>
            </a:r>
          </a:p>
        </p:txBody>
      </p:sp>
    </p:spTree>
    <p:extLst>
      <p:ext uri="{BB962C8B-B14F-4D97-AF65-F5344CB8AC3E}">
        <p14:creationId xmlns:p14="http://schemas.microsoft.com/office/powerpoint/2010/main" val="3856298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21813-54A3-4A46-BA4F-12CC8536A05B}"/>
              </a:ext>
            </a:extLst>
          </p:cNvPr>
          <p:cNvSpPr txBox="1"/>
          <p:nvPr/>
        </p:nvSpPr>
        <p:spPr>
          <a:xfrm>
            <a:off x="5022574" y="172278"/>
            <a:ext cx="4015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ETERNO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3CD99-BBA1-4FE9-9BC6-DFB9FB590E4A}"/>
              </a:ext>
            </a:extLst>
          </p:cNvPr>
          <p:cNvSpPr txBox="1"/>
          <p:nvPr/>
        </p:nvSpPr>
        <p:spPr>
          <a:xfrm>
            <a:off x="241852" y="1795669"/>
            <a:ext cx="86602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Es tan solo tu AMOR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llena mi corazón</a:t>
            </a:r>
          </a:p>
        </p:txBody>
      </p:sp>
    </p:spTree>
    <p:extLst>
      <p:ext uri="{BB962C8B-B14F-4D97-AF65-F5344CB8AC3E}">
        <p14:creationId xmlns:p14="http://schemas.microsoft.com/office/powerpoint/2010/main" val="3957508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21813-54A3-4A46-BA4F-12CC8536A05B}"/>
              </a:ext>
            </a:extLst>
          </p:cNvPr>
          <p:cNvSpPr txBox="1"/>
          <p:nvPr/>
        </p:nvSpPr>
        <p:spPr>
          <a:xfrm>
            <a:off x="5022574" y="172278"/>
            <a:ext cx="4015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ETERNO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3CD99-BBA1-4FE9-9BC6-DFB9FB590E4A}"/>
              </a:ext>
            </a:extLst>
          </p:cNvPr>
          <p:cNvSpPr txBox="1"/>
          <p:nvPr/>
        </p:nvSpPr>
        <p:spPr>
          <a:xfrm>
            <a:off x="241852" y="1795669"/>
            <a:ext cx="866029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Cristo </a:t>
            </a: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gracia fue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la que rescató mi ser</a:t>
            </a:r>
          </a:p>
        </p:txBody>
      </p:sp>
    </p:spTree>
    <p:extLst>
      <p:ext uri="{BB962C8B-B14F-4D97-AF65-F5344CB8AC3E}">
        <p14:creationId xmlns:p14="http://schemas.microsoft.com/office/powerpoint/2010/main" val="274751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21813-54A3-4A46-BA4F-12CC8536A05B}"/>
              </a:ext>
            </a:extLst>
          </p:cNvPr>
          <p:cNvSpPr txBox="1"/>
          <p:nvPr/>
        </p:nvSpPr>
        <p:spPr>
          <a:xfrm>
            <a:off x="5022574" y="172278"/>
            <a:ext cx="4015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ETERNO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3CD99-BBA1-4FE9-9BC6-DFB9FB590E4A}"/>
              </a:ext>
            </a:extLst>
          </p:cNvPr>
          <p:cNvSpPr txBox="1"/>
          <p:nvPr/>
        </p:nvSpPr>
        <p:spPr>
          <a:xfrm>
            <a:off x="241852" y="1040296"/>
            <a:ext cx="8660295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Padre 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ahora y por siempre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rostro buscaré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7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21813-54A3-4A46-BA4F-12CC8536A05B}"/>
              </a:ext>
            </a:extLst>
          </p:cNvPr>
          <p:cNvSpPr txBox="1"/>
          <p:nvPr/>
        </p:nvSpPr>
        <p:spPr>
          <a:xfrm>
            <a:off x="5022574" y="172278"/>
            <a:ext cx="4015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ETERNO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3CD99-BBA1-4FE9-9BC6-DFB9FB590E4A}"/>
              </a:ext>
            </a:extLst>
          </p:cNvPr>
          <p:cNvSpPr txBox="1"/>
          <p:nvPr/>
        </p:nvSpPr>
        <p:spPr>
          <a:xfrm>
            <a:off x="241852" y="1040296"/>
            <a:ext cx="86602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Lo que yo soy lo rindo a tus pies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110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21813-54A3-4A46-BA4F-12CC8536A05B}"/>
              </a:ext>
            </a:extLst>
          </p:cNvPr>
          <p:cNvSpPr txBox="1"/>
          <p:nvPr/>
        </p:nvSpPr>
        <p:spPr>
          <a:xfrm>
            <a:off x="5022574" y="172278"/>
            <a:ext cx="4015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ETERNO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3CD99-BBA1-4FE9-9BC6-DFB9FB590E4A}"/>
              </a:ext>
            </a:extLst>
          </p:cNvPr>
          <p:cNvSpPr txBox="1"/>
          <p:nvPr/>
        </p:nvSpPr>
        <p:spPr>
          <a:xfrm>
            <a:off x="241852" y="1040296"/>
            <a:ext cx="86602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Ante tu gracia y majestad me humillaré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50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21813-54A3-4A46-BA4F-12CC8536A05B}"/>
              </a:ext>
            </a:extLst>
          </p:cNvPr>
          <p:cNvSpPr txBox="1"/>
          <p:nvPr/>
        </p:nvSpPr>
        <p:spPr>
          <a:xfrm>
            <a:off x="5022574" y="172278"/>
            <a:ext cx="4015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ETERNO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3CD99-BBA1-4FE9-9BC6-DFB9FB590E4A}"/>
              </a:ext>
            </a:extLst>
          </p:cNvPr>
          <p:cNvSpPr txBox="1"/>
          <p:nvPr/>
        </p:nvSpPr>
        <p:spPr>
          <a:xfrm>
            <a:off x="241852" y="1040296"/>
            <a:ext cx="866029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Encuentro más de lo que busqué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/En tu </a:t>
            </a:r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eterno amor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993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21813-54A3-4A46-BA4F-12CC8536A05B}"/>
              </a:ext>
            </a:extLst>
          </p:cNvPr>
          <p:cNvSpPr txBox="1"/>
          <p:nvPr/>
        </p:nvSpPr>
        <p:spPr>
          <a:xfrm>
            <a:off x="5022574" y="172278"/>
            <a:ext cx="4015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ETERNO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3CD99-BBA1-4FE9-9BC6-DFB9FB590E4A}"/>
              </a:ext>
            </a:extLst>
          </p:cNvPr>
          <p:cNvSpPr txBox="1"/>
          <p:nvPr/>
        </p:nvSpPr>
        <p:spPr>
          <a:xfrm>
            <a:off x="241852" y="1040296"/>
            <a:ext cx="86602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orgullo dejé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Mis deseos también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393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21813-54A3-4A46-BA4F-12CC8536A05B}"/>
              </a:ext>
            </a:extLst>
          </p:cNvPr>
          <p:cNvSpPr txBox="1"/>
          <p:nvPr/>
        </p:nvSpPr>
        <p:spPr>
          <a:xfrm>
            <a:off x="5022574" y="172278"/>
            <a:ext cx="4015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ETERNO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3CD99-BBA1-4FE9-9BC6-DFB9FB590E4A}"/>
              </a:ext>
            </a:extLst>
          </p:cNvPr>
          <p:cNvSpPr txBox="1"/>
          <p:nvPr/>
        </p:nvSpPr>
        <p:spPr>
          <a:xfrm>
            <a:off x="0" y="1040296"/>
            <a:ext cx="90909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s-CO" sz="5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Para darte mi adoración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Más que fama y honor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900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121813-54A3-4A46-BA4F-12CC8536A05B}"/>
              </a:ext>
            </a:extLst>
          </p:cNvPr>
          <p:cNvSpPr txBox="1"/>
          <p:nvPr/>
        </p:nvSpPr>
        <p:spPr>
          <a:xfrm>
            <a:off x="5022574" y="172278"/>
            <a:ext cx="4015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ETERNO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3CD99-BBA1-4FE9-9BC6-DFB9FB590E4A}"/>
              </a:ext>
            </a:extLst>
          </p:cNvPr>
          <p:cNvSpPr txBox="1"/>
          <p:nvPr/>
        </p:nvSpPr>
        <p:spPr>
          <a:xfrm>
            <a:off x="241852" y="1040296"/>
            <a:ext cx="86602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anhelo es buscarte DIOS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2088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108</Words>
  <Application>Microsoft Office PowerPoint</Application>
  <PresentationFormat>Presentación en pantalla (4:3)</PresentationFormat>
  <Paragraphs>35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Arial Rounded MT Bold</vt:lpstr>
      <vt:lpstr>Brush Script MT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Familia Cañon Peña</dc:creator>
  <cp:lastModifiedBy>Familia Cañon Peña</cp:lastModifiedBy>
  <cp:revision>6</cp:revision>
  <dcterms:created xsi:type="dcterms:W3CDTF">2021-06-11T02:33:07Z</dcterms:created>
  <dcterms:modified xsi:type="dcterms:W3CDTF">2021-07-27T03:43:40Z</dcterms:modified>
</cp:coreProperties>
</file>