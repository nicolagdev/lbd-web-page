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3" r:id="rId4"/>
    <p:sldId id="259" r:id="rId5"/>
    <p:sldId id="264" r:id="rId6"/>
    <p:sldId id="265" r:id="rId7"/>
    <p:sldId id="266" r:id="rId8"/>
    <p:sldId id="268" r:id="rId9"/>
    <p:sldId id="284" r:id="rId10"/>
    <p:sldId id="285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98" r:id="rId23"/>
    <p:sldId id="299" r:id="rId24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6927F-8A92-4985-824D-7246C2FEFD5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E9B05-9433-4EBC-AA2B-240CE198934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702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6927F-8A92-4985-824D-7246C2FEFD5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E9B05-9433-4EBC-AA2B-240CE198934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50323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6927F-8A92-4985-824D-7246C2FEFD5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E9B05-9433-4EBC-AA2B-240CE198934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00073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6927F-8A92-4985-824D-7246C2FEFD5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E9B05-9433-4EBC-AA2B-240CE198934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5451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6927F-8A92-4985-824D-7246C2FEFD5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E9B05-9433-4EBC-AA2B-240CE198934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23574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6927F-8A92-4985-824D-7246C2FEFD5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E9B05-9433-4EBC-AA2B-240CE198934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94568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6927F-8A92-4985-824D-7246C2FEFD5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E9B05-9433-4EBC-AA2B-240CE198934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4335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6927F-8A92-4985-824D-7246C2FEFD5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E9B05-9433-4EBC-AA2B-240CE198934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237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6927F-8A92-4985-824D-7246C2FEFD5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E9B05-9433-4EBC-AA2B-240CE198934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14122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6927F-8A92-4985-824D-7246C2FEFD5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E9B05-9433-4EBC-AA2B-240CE198934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31504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6927F-8A92-4985-824D-7246C2FEFD5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E9B05-9433-4EBC-AA2B-240CE198934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92470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06927F-8A92-4985-824D-7246C2FEFD5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EE9B05-9433-4EBC-AA2B-240CE198934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87146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-579742" y="1412776"/>
            <a:ext cx="10303483" cy="1314450"/>
          </a:xfrm>
        </p:spPr>
        <p:txBody>
          <a:bodyPr>
            <a:no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Me humillo a ti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Para buscar tu </a:t>
            </a: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voluntad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A6E53A9-4D4D-4BB8-A6E2-AF1872BEA3C6}"/>
              </a:ext>
            </a:extLst>
          </p:cNvPr>
          <p:cNvSpPr txBox="1"/>
          <p:nvPr/>
        </p:nvSpPr>
        <p:spPr>
          <a:xfrm>
            <a:off x="5796136" y="260648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SÓLO A JESÚS</a:t>
            </a:r>
          </a:p>
        </p:txBody>
      </p:sp>
    </p:spTree>
    <p:extLst>
      <p:ext uri="{BB962C8B-B14F-4D97-AF65-F5344CB8AC3E}">
        <p14:creationId xmlns:p14="http://schemas.microsoft.com/office/powerpoint/2010/main" val="1155793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323528" y="980728"/>
            <a:ext cx="8280920" cy="205222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Respóndeme </a:t>
            </a:r>
          </a:p>
          <a:p>
            <a:pPr marL="0" indent="0" algn="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Te entrego todo </a:t>
            </a:r>
          </a:p>
          <a:p>
            <a:pPr marL="0" indent="0" algn="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lo que soy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0DFD2A1-9764-42C4-9525-11D9E5E99BCC}"/>
              </a:ext>
            </a:extLst>
          </p:cNvPr>
          <p:cNvSpPr txBox="1"/>
          <p:nvPr/>
        </p:nvSpPr>
        <p:spPr>
          <a:xfrm>
            <a:off x="5796136" y="260648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SÓLO A JESÚS</a:t>
            </a:r>
          </a:p>
        </p:txBody>
      </p:sp>
    </p:spTree>
    <p:extLst>
      <p:ext uri="{BB962C8B-B14F-4D97-AF65-F5344CB8AC3E}">
        <p14:creationId xmlns:p14="http://schemas.microsoft.com/office/powerpoint/2010/main" val="2781503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158026" y="1412776"/>
            <a:ext cx="9460051" cy="226825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Clamo a ti </a:t>
            </a: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SEÑOR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Grande y Eterno </a:t>
            </a: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DIOS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Sólo a ti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0" indent="0" algn="ctr">
              <a:buNone/>
            </a:pPr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0" indent="0" algn="ctr">
              <a:buNone/>
            </a:pP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558C109-0D1C-4509-BE8E-1AA4709EBBE5}"/>
              </a:ext>
            </a:extLst>
          </p:cNvPr>
          <p:cNvSpPr txBox="1"/>
          <p:nvPr/>
        </p:nvSpPr>
        <p:spPr>
          <a:xfrm>
            <a:off x="5796136" y="260648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SÓLO A JESÚS</a:t>
            </a:r>
          </a:p>
        </p:txBody>
      </p:sp>
    </p:spTree>
    <p:extLst>
      <p:ext uri="{BB962C8B-B14F-4D97-AF65-F5344CB8AC3E}">
        <p14:creationId xmlns:p14="http://schemas.microsoft.com/office/powerpoint/2010/main" val="3746979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277634" y="1406864"/>
            <a:ext cx="6588732" cy="205222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Con mi caminar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Te quiero exaltar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3403C8C-A4D4-41BD-830C-62D5ECF8DCDF}"/>
              </a:ext>
            </a:extLst>
          </p:cNvPr>
          <p:cNvSpPr txBox="1"/>
          <p:nvPr/>
        </p:nvSpPr>
        <p:spPr>
          <a:xfrm>
            <a:off x="5796136" y="260648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SÓLO A JESÚS</a:t>
            </a:r>
          </a:p>
        </p:txBody>
      </p:sp>
    </p:spTree>
    <p:extLst>
      <p:ext uri="{BB962C8B-B14F-4D97-AF65-F5344CB8AC3E}">
        <p14:creationId xmlns:p14="http://schemas.microsoft.com/office/powerpoint/2010/main" val="4017351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214754"/>
            <a:ext cx="9144000" cy="221424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Te entrego a ti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Mi vida entera y mi hogar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25B13EE-3635-40EC-BB67-F97364D744CD}"/>
              </a:ext>
            </a:extLst>
          </p:cNvPr>
          <p:cNvSpPr txBox="1"/>
          <p:nvPr/>
        </p:nvSpPr>
        <p:spPr>
          <a:xfrm>
            <a:off x="5796136" y="260648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SÓLO A JESÚS</a:t>
            </a:r>
          </a:p>
        </p:txBody>
      </p:sp>
    </p:spTree>
    <p:extLst>
      <p:ext uri="{BB962C8B-B14F-4D97-AF65-F5344CB8AC3E}">
        <p14:creationId xmlns:p14="http://schemas.microsoft.com/office/powerpoint/2010/main" val="4017351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412776"/>
            <a:ext cx="9144000" cy="226825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Protégeme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En cada paso que yo doy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9D81374-0EF8-4B83-9F19-9FDD22C364F9}"/>
              </a:ext>
            </a:extLst>
          </p:cNvPr>
          <p:cNvSpPr txBox="1"/>
          <p:nvPr/>
        </p:nvSpPr>
        <p:spPr>
          <a:xfrm>
            <a:off x="5796136" y="260648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SÓLO A JESÚS</a:t>
            </a:r>
          </a:p>
        </p:txBody>
      </p:sp>
    </p:spTree>
    <p:extLst>
      <p:ext uri="{BB962C8B-B14F-4D97-AF65-F5344CB8AC3E}">
        <p14:creationId xmlns:p14="http://schemas.microsoft.com/office/powerpoint/2010/main" val="4017351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124744"/>
            <a:ext cx="9144000" cy="242604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Líbrame </a:t>
            </a: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SEÑOR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Del enemigo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El mundo y su fascinación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0" indent="0" algn="ctr">
              <a:buNone/>
            </a:pPr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haroni" panose="02010803020104030203" pitchFamily="2" charset="-79"/>
            </a:endParaRPr>
          </a:p>
          <a:p>
            <a:pPr marL="0" indent="0" algn="ctr">
              <a:buNone/>
            </a:pP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91102D9-1A32-43E0-B4C2-6E4614AC07C2}"/>
              </a:ext>
            </a:extLst>
          </p:cNvPr>
          <p:cNvSpPr txBox="1"/>
          <p:nvPr/>
        </p:nvSpPr>
        <p:spPr>
          <a:xfrm>
            <a:off x="5796136" y="260648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SÓLO A JESÚS</a:t>
            </a:r>
          </a:p>
        </p:txBody>
      </p:sp>
    </p:spTree>
    <p:extLst>
      <p:ext uri="{BB962C8B-B14F-4D97-AF65-F5344CB8AC3E}">
        <p14:creationId xmlns:p14="http://schemas.microsoft.com/office/powerpoint/2010/main" val="4017351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556792"/>
            <a:ext cx="9144000" cy="221424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Porque en </a:t>
            </a: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familia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nos queremos consagrar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12CBE0A-BB82-40A0-8478-3424AB40818C}"/>
              </a:ext>
            </a:extLst>
          </p:cNvPr>
          <p:cNvSpPr txBox="1"/>
          <p:nvPr/>
        </p:nvSpPr>
        <p:spPr>
          <a:xfrm>
            <a:off x="5796136" y="260648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SÓLO A JESÚS</a:t>
            </a:r>
          </a:p>
        </p:txBody>
      </p:sp>
    </p:spTree>
    <p:extLst>
      <p:ext uri="{BB962C8B-B14F-4D97-AF65-F5344CB8AC3E}">
        <p14:creationId xmlns:p14="http://schemas.microsoft.com/office/powerpoint/2010/main" val="4017351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373720"/>
            <a:ext cx="9144000" cy="205222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Sólo a JESÚS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Mi Salvador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/Entregaré mi corazón/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0" indent="0" algn="ctr">
              <a:buNone/>
            </a:pP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2845D76-BFFB-48B4-BAC3-7415F2813B38}"/>
              </a:ext>
            </a:extLst>
          </p:cNvPr>
          <p:cNvSpPr txBox="1"/>
          <p:nvPr/>
        </p:nvSpPr>
        <p:spPr>
          <a:xfrm>
            <a:off x="5796136" y="260648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SÓLO A JESÚS</a:t>
            </a:r>
          </a:p>
        </p:txBody>
      </p:sp>
    </p:spTree>
    <p:extLst>
      <p:ext uri="{BB962C8B-B14F-4D97-AF65-F5344CB8AC3E}">
        <p14:creationId xmlns:p14="http://schemas.microsoft.com/office/powerpoint/2010/main" val="980250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55022" y="1124744"/>
            <a:ext cx="9199022" cy="205222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2 Subtítulo">
            <a:extLst>
              <a:ext uri="{FF2B5EF4-FFF2-40B4-BE49-F238E27FC236}">
                <a16:creationId xmlns:a16="http://schemas.microsoft.com/office/drawing/2014/main" id="{E016318F-1C2E-4FEE-9DB1-A34BCAFEFB65}"/>
              </a:ext>
            </a:extLst>
          </p:cNvPr>
          <p:cNvSpPr txBox="1">
            <a:spLocks/>
          </p:cNvSpPr>
          <p:nvPr/>
        </p:nvSpPr>
        <p:spPr>
          <a:xfrm>
            <a:off x="1115616" y="2149475"/>
            <a:ext cx="6588732" cy="205222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Por ti </a:t>
            </a: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JESÚS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Mi Redentor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4FAB50A-36A4-4E26-BD71-851A32CFB564}"/>
              </a:ext>
            </a:extLst>
          </p:cNvPr>
          <p:cNvSpPr txBox="1"/>
          <p:nvPr/>
        </p:nvSpPr>
        <p:spPr>
          <a:xfrm>
            <a:off x="5796136" y="260648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SÓLO A JESÚS</a:t>
            </a:r>
          </a:p>
        </p:txBody>
      </p:sp>
    </p:spTree>
    <p:extLst>
      <p:ext uri="{BB962C8B-B14F-4D97-AF65-F5344CB8AC3E}">
        <p14:creationId xmlns:p14="http://schemas.microsoft.com/office/powerpoint/2010/main" val="3065193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484784"/>
            <a:ext cx="9144000" cy="216024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Responderé a tu M</a:t>
            </a: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isión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Y cantaré de tu Amor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5AC689B-94E7-45DD-94DC-C137DD57D2E1}"/>
              </a:ext>
            </a:extLst>
          </p:cNvPr>
          <p:cNvSpPr txBox="1"/>
          <p:nvPr/>
        </p:nvSpPr>
        <p:spPr>
          <a:xfrm>
            <a:off x="5796136" y="313492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SÓLO A JESÚS</a:t>
            </a:r>
          </a:p>
        </p:txBody>
      </p:sp>
    </p:spTree>
    <p:extLst>
      <p:ext uri="{BB962C8B-B14F-4D97-AF65-F5344CB8AC3E}">
        <p14:creationId xmlns:p14="http://schemas.microsoft.com/office/powerpoint/2010/main" val="2455292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-579742" y="1412776"/>
            <a:ext cx="10303483" cy="1314450"/>
          </a:xfrm>
        </p:spPr>
        <p:txBody>
          <a:bodyPr>
            <a:no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Me humillo a ti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Para buscar tu </a:t>
            </a: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voluntad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A6E53A9-4D4D-4BB8-A6E2-AF1872BEA3C6}"/>
              </a:ext>
            </a:extLst>
          </p:cNvPr>
          <p:cNvSpPr txBox="1"/>
          <p:nvPr/>
        </p:nvSpPr>
        <p:spPr>
          <a:xfrm>
            <a:off x="5796136" y="260648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SÓLO A JESÚS</a:t>
            </a:r>
          </a:p>
        </p:txBody>
      </p:sp>
    </p:spTree>
    <p:extLst>
      <p:ext uri="{BB962C8B-B14F-4D97-AF65-F5344CB8AC3E}">
        <p14:creationId xmlns:p14="http://schemas.microsoft.com/office/powerpoint/2010/main" val="1859994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323528" y="980728"/>
            <a:ext cx="8280920" cy="205222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Respóndeme </a:t>
            </a:r>
          </a:p>
          <a:p>
            <a:pPr marL="0" indent="0" algn="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Te entrego todo </a:t>
            </a:r>
          </a:p>
          <a:p>
            <a:pPr marL="0" indent="0" algn="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lo que soy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0DFD2A1-9764-42C4-9525-11D9E5E99BCC}"/>
              </a:ext>
            </a:extLst>
          </p:cNvPr>
          <p:cNvSpPr txBox="1"/>
          <p:nvPr/>
        </p:nvSpPr>
        <p:spPr>
          <a:xfrm>
            <a:off x="5796136" y="260648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SÓLO A JESÚS</a:t>
            </a:r>
          </a:p>
        </p:txBody>
      </p:sp>
    </p:spTree>
    <p:extLst>
      <p:ext uri="{BB962C8B-B14F-4D97-AF65-F5344CB8AC3E}">
        <p14:creationId xmlns:p14="http://schemas.microsoft.com/office/powerpoint/2010/main" val="1121819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158026" y="1412776"/>
            <a:ext cx="9460051" cy="226825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Clamo a ti </a:t>
            </a: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SEÑOR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Grande y Eterno </a:t>
            </a: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DIOS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Sólo a ti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0" indent="0" algn="ctr">
              <a:buNone/>
            </a:pPr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0" indent="0" algn="ctr">
              <a:buNone/>
            </a:pP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558C109-0D1C-4509-BE8E-1AA4709EBBE5}"/>
              </a:ext>
            </a:extLst>
          </p:cNvPr>
          <p:cNvSpPr txBox="1"/>
          <p:nvPr/>
        </p:nvSpPr>
        <p:spPr>
          <a:xfrm>
            <a:off x="5796136" y="260648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SÓLO A JESÚS</a:t>
            </a:r>
          </a:p>
        </p:txBody>
      </p:sp>
    </p:spTree>
    <p:extLst>
      <p:ext uri="{BB962C8B-B14F-4D97-AF65-F5344CB8AC3E}">
        <p14:creationId xmlns:p14="http://schemas.microsoft.com/office/powerpoint/2010/main" val="37064933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277634" y="1406864"/>
            <a:ext cx="6588732" cy="205222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Con mi caminar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Te quiero exaltar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3403C8C-A4D4-41BD-830C-62D5ECF8DCDF}"/>
              </a:ext>
            </a:extLst>
          </p:cNvPr>
          <p:cNvSpPr txBox="1"/>
          <p:nvPr/>
        </p:nvSpPr>
        <p:spPr>
          <a:xfrm>
            <a:off x="5796136" y="260648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SÓLO A JESÚS</a:t>
            </a:r>
          </a:p>
        </p:txBody>
      </p:sp>
    </p:spTree>
    <p:extLst>
      <p:ext uri="{BB962C8B-B14F-4D97-AF65-F5344CB8AC3E}">
        <p14:creationId xmlns:p14="http://schemas.microsoft.com/office/powerpoint/2010/main" val="570487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214754"/>
            <a:ext cx="9144000" cy="221424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Te entrego a ti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Mi vida entera y mi hogar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25B13EE-3635-40EC-BB67-F97364D744CD}"/>
              </a:ext>
            </a:extLst>
          </p:cNvPr>
          <p:cNvSpPr txBox="1"/>
          <p:nvPr/>
        </p:nvSpPr>
        <p:spPr>
          <a:xfrm>
            <a:off x="5796136" y="260648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SÓLO A JESÚS</a:t>
            </a:r>
          </a:p>
        </p:txBody>
      </p:sp>
    </p:spTree>
    <p:extLst>
      <p:ext uri="{BB962C8B-B14F-4D97-AF65-F5344CB8AC3E}">
        <p14:creationId xmlns:p14="http://schemas.microsoft.com/office/powerpoint/2010/main" val="39994490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412776"/>
            <a:ext cx="9144000" cy="226825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Protégeme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En cada paso que yo doy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9D81374-0EF8-4B83-9F19-9FDD22C364F9}"/>
              </a:ext>
            </a:extLst>
          </p:cNvPr>
          <p:cNvSpPr txBox="1"/>
          <p:nvPr/>
        </p:nvSpPr>
        <p:spPr>
          <a:xfrm>
            <a:off x="5796136" y="260648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SÓLO A JESÚS</a:t>
            </a:r>
          </a:p>
        </p:txBody>
      </p:sp>
    </p:spTree>
    <p:extLst>
      <p:ext uri="{BB962C8B-B14F-4D97-AF65-F5344CB8AC3E}">
        <p14:creationId xmlns:p14="http://schemas.microsoft.com/office/powerpoint/2010/main" val="4659621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124744"/>
            <a:ext cx="9144000" cy="242604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Líbrame </a:t>
            </a: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SEÑOR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Del enemigo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El mundo y su fascinación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0" indent="0" algn="ctr">
              <a:buNone/>
            </a:pPr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haroni" panose="02010803020104030203" pitchFamily="2" charset="-79"/>
            </a:endParaRPr>
          </a:p>
          <a:p>
            <a:pPr marL="0" indent="0" algn="ctr">
              <a:buNone/>
            </a:pP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91102D9-1A32-43E0-B4C2-6E4614AC07C2}"/>
              </a:ext>
            </a:extLst>
          </p:cNvPr>
          <p:cNvSpPr txBox="1"/>
          <p:nvPr/>
        </p:nvSpPr>
        <p:spPr>
          <a:xfrm>
            <a:off x="5796136" y="260648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SÓLO A JESÚS</a:t>
            </a:r>
          </a:p>
        </p:txBody>
      </p:sp>
    </p:spTree>
    <p:extLst>
      <p:ext uri="{BB962C8B-B14F-4D97-AF65-F5344CB8AC3E}">
        <p14:creationId xmlns:p14="http://schemas.microsoft.com/office/powerpoint/2010/main" val="10655722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556792"/>
            <a:ext cx="9144000" cy="221424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Porque en </a:t>
            </a: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familia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Nos queremos consagrar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12CBE0A-BB82-40A0-8478-3424AB40818C}"/>
              </a:ext>
            </a:extLst>
          </p:cNvPr>
          <p:cNvSpPr txBox="1"/>
          <p:nvPr/>
        </p:nvSpPr>
        <p:spPr>
          <a:xfrm>
            <a:off x="5796136" y="260648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SÓLO A JESÚS</a:t>
            </a:r>
          </a:p>
        </p:txBody>
      </p:sp>
    </p:spTree>
    <p:extLst>
      <p:ext uri="{BB962C8B-B14F-4D97-AF65-F5344CB8AC3E}">
        <p14:creationId xmlns:p14="http://schemas.microsoft.com/office/powerpoint/2010/main" val="35604186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51520" y="980728"/>
            <a:ext cx="6588732" cy="205222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Sólo a Jesús</a:t>
            </a:r>
          </a:p>
          <a:p>
            <a:pPr marL="0" indent="0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Mi Salvador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2845D76-BFFB-48B4-BAC3-7415F2813B38}"/>
              </a:ext>
            </a:extLst>
          </p:cNvPr>
          <p:cNvSpPr txBox="1"/>
          <p:nvPr/>
        </p:nvSpPr>
        <p:spPr>
          <a:xfrm>
            <a:off x="5796136" y="260648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SÓLO A JESÚS</a:t>
            </a:r>
          </a:p>
        </p:txBody>
      </p:sp>
      <p:sp>
        <p:nvSpPr>
          <p:cNvPr id="5" name="2 Subtítulo">
            <a:extLst>
              <a:ext uri="{FF2B5EF4-FFF2-40B4-BE49-F238E27FC236}">
                <a16:creationId xmlns:a16="http://schemas.microsoft.com/office/drawing/2014/main" id="{99A6103E-C919-4BDF-83A9-28947A90FBE3}"/>
              </a:ext>
            </a:extLst>
          </p:cNvPr>
          <p:cNvSpPr txBox="1">
            <a:spLocks/>
          </p:cNvSpPr>
          <p:nvPr/>
        </p:nvSpPr>
        <p:spPr>
          <a:xfrm>
            <a:off x="6214" y="3032956"/>
            <a:ext cx="9199022" cy="205222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/Entregaré mi corazón/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599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>
            <a:extLst>
              <a:ext uri="{FF2B5EF4-FFF2-40B4-BE49-F238E27FC236}">
                <a16:creationId xmlns:a16="http://schemas.microsoft.com/office/drawing/2014/main" id="{E016318F-1C2E-4FEE-9DB1-A34BCAFEFB65}"/>
              </a:ext>
            </a:extLst>
          </p:cNvPr>
          <p:cNvSpPr txBox="1">
            <a:spLocks/>
          </p:cNvSpPr>
          <p:nvPr/>
        </p:nvSpPr>
        <p:spPr>
          <a:xfrm>
            <a:off x="1115616" y="1628800"/>
            <a:ext cx="6588732" cy="205222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Por ti </a:t>
            </a: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JESÚS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Mi Redentor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4FAB50A-36A4-4E26-BD71-851A32CFB564}"/>
              </a:ext>
            </a:extLst>
          </p:cNvPr>
          <p:cNvSpPr txBox="1"/>
          <p:nvPr/>
        </p:nvSpPr>
        <p:spPr>
          <a:xfrm>
            <a:off x="5796136" y="260648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SÓLO A JESÚS</a:t>
            </a:r>
          </a:p>
        </p:txBody>
      </p:sp>
    </p:spTree>
    <p:extLst>
      <p:ext uri="{BB962C8B-B14F-4D97-AF65-F5344CB8AC3E}">
        <p14:creationId xmlns:p14="http://schemas.microsoft.com/office/powerpoint/2010/main" val="8699134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484784"/>
            <a:ext cx="9144000" cy="216024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Responderé a tu M</a:t>
            </a: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isión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Y cantaré de tu Amor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8BCF9B3-55AA-45EA-B64C-5053F93F2901}"/>
              </a:ext>
            </a:extLst>
          </p:cNvPr>
          <p:cNvSpPr txBox="1"/>
          <p:nvPr/>
        </p:nvSpPr>
        <p:spPr>
          <a:xfrm>
            <a:off x="5796136" y="260648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SÓLO A JESÚS</a:t>
            </a:r>
          </a:p>
        </p:txBody>
      </p:sp>
    </p:spTree>
    <p:extLst>
      <p:ext uri="{BB962C8B-B14F-4D97-AF65-F5344CB8AC3E}">
        <p14:creationId xmlns:p14="http://schemas.microsoft.com/office/powerpoint/2010/main" val="23058538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51520" y="980728"/>
            <a:ext cx="6588732" cy="205222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Sólo a Jesús</a:t>
            </a:r>
          </a:p>
          <a:p>
            <a:pPr marL="0" indent="0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Mi Salvador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2845D76-BFFB-48B4-BAC3-7415F2813B38}"/>
              </a:ext>
            </a:extLst>
          </p:cNvPr>
          <p:cNvSpPr txBox="1"/>
          <p:nvPr/>
        </p:nvSpPr>
        <p:spPr>
          <a:xfrm>
            <a:off x="5796136" y="260648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SÓLO A JESÚS</a:t>
            </a:r>
          </a:p>
        </p:txBody>
      </p:sp>
      <p:sp>
        <p:nvSpPr>
          <p:cNvPr id="5" name="2 Subtítulo">
            <a:extLst>
              <a:ext uri="{FF2B5EF4-FFF2-40B4-BE49-F238E27FC236}">
                <a16:creationId xmlns:a16="http://schemas.microsoft.com/office/drawing/2014/main" id="{99A6103E-C919-4BDF-83A9-28947A90FBE3}"/>
              </a:ext>
            </a:extLst>
          </p:cNvPr>
          <p:cNvSpPr txBox="1">
            <a:spLocks/>
          </p:cNvSpPr>
          <p:nvPr/>
        </p:nvSpPr>
        <p:spPr>
          <a:xfrm>
            <a:off x="6214" y="3032956"/>
            <a:ext cx="9199022" cy="205222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/Entregaré mi corazón/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1707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255</Words>
  <Application>Microsoft Office PowerPoint</Application>
  <PresentationFormat>Presentación en pantalla (4:3)</PresentationFormat>
  <Paragraphs>78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8" baseType="lpstr">
      <vt:lpstr>Aharoni</vt:lpstr>
      <vt:lpstr>Arial</vt:lpstr>
      <vt:lpstr>Arial Rounded MT Bold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 </dc:creator>
  <cp:lastModifiedBy>Familia Cañon Peña</cp:lastModifiedBy>
  <cp:revision>17</cp:revision>
  <dcterms:created xsi:type="dcterms:W3CDTF">2016-03-15T03:46:27Z</dcterms:created>
  <dcterms:modified xsi:type="dcterms:W3CDTF">2021-07-27T04:18:17Z</dcterms:modified>
</cp:coreProperties>
</file>