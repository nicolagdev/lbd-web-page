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8" r:id="rId2"/>
    <p:sldId id="293" r:id="rId3"/>
    <p:sldId id="259" r:id="rId4"/>
    <p:sldId id="294" r:id="rId5"/>
    <p:sldId id="260" r:id="rId6"/>
    <p:sldId id="261" r:id="rId7"/>
    <p:sldId id="262" r:id="rId8"/>
    <p:sldId id="263" r:id="rId9"/>
    <p:sldId id="295" r:id="rId10"/>
    <p:sldId id="264" r:id="rId11"/>
    <p:sldId id="289" r:id="rId12"/>
    <p:sldId id="278" r:id="rId13"/>
    <p:sldId id="279" r:id="rId14"/>
    <p:sldId id="280" r:id="rId15"/>
    <p:sldId id="265" r:id="rId16"/>
    <p:sldId id="296" r:id="rId17"/>
    <p:sldId id="266" r:id="rId18"/>
    <p:sldId id="297" r:id="rId19"/>
    <p:sldId id="281" r:id="rId20"/>
    <p:sldId id="282" r:id="rId21"/>
    <p:sldId id="274" r:id="rId22"/>
    <p:sldId id="267" r:id="rId23"/>
    <p:sldId id="299" r:id="rId24"/>
    <p:sldId id="300" r:id="rId25"/>
    <p:sldId id="301" r:id="rId26"/>
    <p:sldId id="302" r:id="rId27"/>
    <p:sldId id="303" r:id="rId28"/>
    <p:sldId id="304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DD6E82B-232F-489C-9FC3-6FF264E1DD83}" v="45" dt="2020-01-25T19:09:11.0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4" autoAdjust="0"/>
    <p:restoredTop sz="94660"/>
  </p:normalViewPr>
  <p:slideViewPr>
    <p:cSldViewPr snapToGrid="0">
      <p:cViewPr varScale="1">
        <p:scale>
          <a:sx n="72" d="100"/>
          <a:sy n="72" d="100"/>
        </p:scale>
        <p:origin x="125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lmar cañon" userId="7918cb078fdc7ad0" providerId="LiveId" clId="{8DD6E82B-232F-489C-9FC3-6FF264E1DD83}"/>
    <pc:docChg chg="undo custSel mod addSld delSld modSld">
      <pc:chgData name="wilmar cañon" userId="7918cb078fdc7ad0" providerId="LiveId" clId="{8DD6E82B-232F-489C-9FC3-6FF264E1DD83}" dt="2020-01-25T19:09:11.054" v="182"/>
      <pc:docMkLst>
        <pc:docMk/>
      </pc:docMkLst>
      <pc:sldChg chg="del">
        <pc:chgData name="wilmar cañon" userId="7918cb078fdc7ad0" providerId="LiveId" clId="{8DD6E82B-232F-489C-9FC3-6FF264E1DD83}" dt="2020-01-25T18:48:16.797" v="12" actId="47"/>
        <pc:sldMkLst>
          <pc:docMk/>
          <pc:sldMk cId="1814453427" sldId="257"/>
        </pc:sldMkLst>
      </pc:sldChg>
      <pc:sldChg chg="addSp delSp modSp">
        <pc:chgData name="wilmar cañon" userId="7918cb078fdc7ad0" providerId="LiveId" clId="{8DD6E82B-232F-489C-9FC3-6FF264E1DD83}" dt="2020-01-25T18:51:09.025" v="34" actId="1076"/>
        <pc:sldMkLst>
          <pc:docMk/>
          <pc:sldMk cId="1843239551" sldId="258"/>
        </pc:sldMkLst>
        <pc:spChg chg="mod">
          <ac:chgData name="wilmar cañon" userId="7918cb078fdc7ad0" providerId="LiveId" clId="{8DD6E82B-232F-489C-9FC3-6FF264E1DD83}" dt="2020-01-25T18:51:09.025" v="34" actId="1076"/>
          <ac:spMkLst>
            <pc:docMk/>
            <pc:sldMk cId="1843239551" sldId="258"/>
            <ac:spMk id="2" creationId="{AF023B24-9F5E-42CA-A000-663FFF05E687}"/>
          </ac:spMkLst>
        </pc:spChg>
        <pc:spChg chg="add del mod">
          <ac:chgData name="wilmar cañon" userId="7918cb078fdc7ad0" providerId="LiveId" clId="{8DD6E82B-232F-489C-9FC3-6FF264E1DD83}" dt="2020-01-25T18:50:53.754" v="31" actId="478"/>
          <ac:spMkLst>
            <pc:docMk/>
            <pc:sldMk cId="1843239551" sldId="258"/>
            <ac:spMk id="7" creationId="{E1025595-B5EC-49F6-A4FF-16D8152396C5}"/>
          </ac:spMkLst>
        </pc:spChg>
        <pc:picChg chg="add del mod">
          <ac:chgData name="wilmar cañon" userId="7918cb078fdc7ad0" providerId="LiveId" clId="{8DD6E82B-232F-489C-9FC3-6FF264E1DD83}" dt="2020-01-25T18:44:27.007" v="3" actId="478"/>
          <ac:picMkLst>
            <pc:docMk/>
            <pc:sldMk cId="1843239551" sldId="258"/>
            <ac:picMk id="4" creationId="{0B799694-69F2-4060-B9A9-6307F2492932}"/>
          </ac:picMkLst>
        </pc:picChg>
        <pc:picChg chg="add mod ord">
          <ac:chgData name="wilmar cañon" userId="7918cb078fdc7ad0" providerId="LiveId" clId="{8DD6E82B-232F-489C-9FC3-6FF264E1DD83}" dt="2020-01-25T18:48:01.660" v="11" actId="171"/>
          <ac:picMkLst>
            <pc:docMk/>
            <pc:sldMk cId="1843239551" sldId="258"/>
            <ac:picMk id="6" creationId="{ED040067-B0CA-49FC-BBE9-4FECB4FB29E3}"/>
          </ac:picMkLst>
        </pc:picChg>
      </pc:sldChg>
      <pc:sldChg chg="addSp modSp">
        <pc:chgData name="wilmar cañon" userId="7918cb078fdc7ad0" providerId="LiveId" clId="{8DD6E82B-232F-489C-9FC3-6FF264E1DD83}" dt="2020-01-25T18:51:41.297" v="41" actId="1076"/>
        <pc:sldMkLst>
          <pc:docMk/>
          <pc:sldMk cId="1787668208" sldId="259"/>
        </pc:sldMkLst>
        <pc:spChg chg="mod">
          <ac:chgData name="wilmar cañon" userId="7918cb078fdc7ad0" providerId="LiveId" clId="{8DD6E82B-232F-489C-9FC3-6FF264E1DD83}" dt="2020-01-25T18:51:41.297" v="41" actId="1076"/>
          <ac:spMkLst>
            <pc:docMk/>
            <pc:sldMk cId="1787668208" sldId="259"/>
            <ac:spMk id="2" creationId="{6E6ECB25-6C34-46FA-B52D-C3D3E4303857}"/>
          </ac:spMkLst>
        </pc:spChg>
        <pc:picChg chg="add ord">
          <ac:chgData name="wilmar cañon" userId="7918cb078fdc7ad0" providerId="LiveId" clId="{8DD6E82B-232F-489C-9FC3-6FF264E1DD83}" dt="2020-01-25T18:48:36.043" v="14" actId="171"/>
          <ac:picMkLst>
            <pc:docMk/>
            <pc:sldMk cId="1787668208" sldId="259"/>
            <ac:picMk id="3" creationId="{C87AD272-5C6C-4EB6-A0FA-31EC3F232110}"/>
          </ac:picMkLst>
        </pc:picChg>
      </pc:sldChg>
      <pc:sldChg chg="addSp delSp modSp mod setBg">
        <pc:chgData name="wilmar cañon" userId="7918cb078fdc7ad0" providerId="LiveId" clId="{8DD6E82B-232F-489C-9FC3-6FF264E1DD83}" dt="2020-01-25T19:08:31.901" v="172" actId="1035"/>
        <pc:sldMkLst>
          <pc:docMk/>
          <pc:sldMk cId="2805370325" sldId="260"/>
        </pc:sldMkLst>
        <pc:spChg chg="mod">
          <ac:chgData name="wilmar cañon" userId="7918cb078fdc7ad0" providerId="LiveId" clId="{8DD6E82B-232F-489C-9FC3-6FF264E1DD83}" dt="2020-01-25T18:54:44.760" v="65" actId="113"/>
          <ac:spMkLst>
            <pc:docMk/>
            <pc:sldMk cId="2805370325" sldId="260"/>
            <ac:spMk id="2" creationId="{70CD0019-4B2A-4F8C-BAAC-90FA4F0C0EF7}"/>
          </ac:spMkLst>
        </pc:spChg>
        <pc:spChg chg="add del">
          <ac:chgData name="wilmar cañon" userId="7918cb078fdc7ad0" providerId="LiveId" clId="{8DD6E82B-232F-489C-9FC3-6FF264E1DD83}" dt="2020-01-25T18:49:27.355" v="21" actId="26606"/>
          <ac:spMkLst>
            <pc:docMk/>
            <pc:sldMk cId="2805370325" sldId="260"/>
            <ac:spMk id="7" creationId="{23962611-DFD5-4092-AAFD-559E3DFCE2C9}"/>
          </ac:spMkLst>
        </pc:spChg>
        <pc:picChg chg="add mod ord">
          <ac:chgData name="wilmar cañon" userId="7918cb078fdc7ad0" providerId="LiveId" clId="{8DD6E82B-232F-489C-9FC3-6FF264E1DD83}" dt="2020-01-25T19:08:31.901" v="172" actId="1035"/>
          <ac:picMkLst>
            <pc:docMk/>
            <pc:sldMk cId="2805370325" sldId="260"/>
            <ac:picMk id="5" creationId="{B0B20ADA-31AD-4C3A-BAAA-0B4583C24E46}"/>
          </ac:picMkLst>
        </pc:picChg>
        <pc:picChg chg="add del">
          <ac:chgData name="wilmar cañon" userId="7918cb078fdc7ad0" providerId="LiveId" clId="{8DD6E82B-232F-489C-9FC3-6FF264E1DD83}" dt="2020-01-25T18:49:27.355" v="21" actId="26606"/>
          <ac:picMkLst>
            <pc:docMk/>
            <pc:sldMk cId="2805370325" sldId="260"/>
            <ac:picMk id="9" creationId="{2270F1FA-0425-408F-9861-80BF5AFB276D}"/>
          </ac:picMkLst>
        </pc:picChg>
      </pc:sldChg>
      <pc:sldChg chg="addSp modSp">
        <pc:chgData name="wilmar cañon" userId="7918cb078fdc7ad0" providerId="LiveId" clId="{8DD6E82B-232F-489C-9FC3-6FF264E1DD83}" dt="2020-01-25T19:08:37.583" v="173"/>
        <pc:sldMkLst>
          <pc:docMk/>
          <pc:sldMk cId="934751650" sldId="261"/>
        </pc:sldMkLst>
        <pc:spChg chg="mod">
          <ac:chgData name="wilmar cañon" userId="7918cb078fdc7ad0" providerId="LiveId" clId="{8DD6E82B-232F-489C-9FC3-6FF264E1DD83}" dt="2020-01-25T19:08:37.583" v="173"/>
          <ac:spMkLst>
            <pc:docMk/>
            <pc:sldMk cId="934751650" sldId="261"/>
            <ac:spMk id="2" creationId="{5C542ED6-679E-4D99-A76E-5D6F16F889A0}"/>
          </ac:spMkLst>
        </pc:spChg>
        <pc:picChg chg="add mod ord">
          <ac:chgData name="wilmar cañon" userId="7918cb078fdc7ad0" providerId="LiveId" clId="{8DD6E82B-232F-489C-9FC3-6FF264E1DD83}" dt="2020-01-25T18:53:20.307" v="49" actId="171"/>
          <ac:picMkLst>
            <pc:docMk/>
            <pc:sldMk cId="934751650" sldId="261"/>
            <ac:picMk id="3" creationId="{46D395F6-6D58-4CEE-A6AB-48AA06A61B2F}"/>
          </ac:picMkLst>
        </pc:picChg>
      </pc:sldChg>
      <pc:sldChg chg="addSp modSp">
        <pc:chgData name="wilmar cañon" userId="7918cb078fdc7ad0" providerId="LiveId" clId="{8DD6E82B-232F-489C-9FC3-6FF264E1DD83}" dt="2020-01-25T19:08:47.256" v="179" actId="20577"/>
        <pc:sldMkLst>
          <pc:docMk/>
          <pc:sldMk cId="2152416935" sldId="262"/>
        </pc:sldMkLst>
        <pc:spChg chg="mod">
          <ac:chgData name="wilmar cañon" userId="7918cb078fdc7ad0" providerId="LiveId" clId="{8DD6E82B-232F-489C-9FC3-6FF264E1DD83}" dt="2020-01-25T19:08:47.256" v="179" actId="20577"/>
          <ac:spMkLst>
            <pc:docMk/>
            <pc:sldMk cId="2152416935" sldId="262"/>
            <ac:spMk id="2" creationId="{C5AF42A3-8B77-458F-9D55-877F7C119E1A}"/>
          </ac:spMkLst>
        </pc:spChg>
        <pc:picChg chg="add ord">
          <ac:chgData name="wilmar cañon" userId="7918cb078fdc7ad0" providerId="LiveId" clId="{8DD6E82B-232F-489C-9FC3-6FF264E1DD83}" dt="2020-01-25T18:53:23.941" v="50" actId="171"/>
          <ac:picMkLst>
            <pc:docMk/>
            <pc:sldMk cId="2152416935" sldId="262"/>
            <ac:picMk id="3" creationId="{DA445DBA-32F4-49A6-A0BE-20A5E19F17AF}"/>
          </ac:picMkLst>
        </pc:picChg>
      </pc:sldChg>
      <pc:sldChg chg="addSp modSp">
        <pc:chgData name="wilmar cañon" userId="7918cb078fdc7ad0" providerId="LiveId" clId="{8DD6E82B-232F-489C-9FC3-6FF264E1DD83}" dt="2020-01-25T18:55:34.888" v="79" actId="1076"/>
        <pc:sldMkLst>
          <pc:docMk/>
          <pc:sldMk cId="2249205225" sldId="263"/>
        </pc:sldMkLst>
        <pc:spChg chg="mod">
          <ac:chgData name="wilmar cañon" userId="7918cb078fdc7ad0" providerId="LiveId" clId="{8DD6E82B-232F-489C-9FC3-6FF264E1DD83}" dt="2020-01-25T18:55:34.888" v="79" actId="1076"/>
          <ac:spMkLst>
            <pc:docMk/>
            <pc:sldMk cId="2249205225" sldId="263"/>
            <ac:spMk id="2" creationId="{6BB08ED3-09C0-4353-8AD9-0096345CDCBA}"/>
          </ac:spMkLst>
        </pc:spChg>
        <pc:picChg chg="add ord">
          <ac:chgData name="wilmar cañon" userId="7918cb078fdc7ad0" providerId="LiveId" clId="{8DD6E82B-232F-489C-9FC3-6FF264E1DD83}" dt="2020-01-25T18:55:18.509" v="72" actId="171"/>
          <ac:picMkLst>
            <pc:docMk/>
            <pc:sldMk cId="2249205225" sldId="263"/>
            <ac:picMk id="3" creationId="{0880C026-7750-442E-ABDE-9679A85A08E8}"/>
          </ac:picMkLst>
        </pc:picChg>
      </pc:sldChg>
      <pc:sldChg chg="addSp modSp">
        <pc:chgData name="wilmar cañon" userId="7918cb078fdc7ad0" providerId="LiveId" clId="{8DD6E82B-232F-489C-9FC3-6FF264E1DD83}" dt="2020-01-25T19:08:57.425" v="180"/>
        <pc:sldMkLst>
          <pc:docMk/>
          <pc:sldMk cId="1681862972" sldId="264"/>
        </pc:sldMkLst>
        <pc:spChg chg="mod">
          <ac:chgData name="wilmar cañon" userId="7918cb078fdc7ad0" providerId="LiveId" clId="{8DD6E82B-232F-489C-9FC3-6FF264E1DD83}" dt="2020-01-25T19:08:57.425" v="180"/>
          <ac:spMkLst>
            <pc:docMk/>
            <pc:sldMk cId="1681862972" sldId="264"/>
            <ac:spMk id="2" creationId="{164E3FD9-7BB4-4FE1-AAA6-0933493375A2}"/>
          </ac:spMkLst>
        </pc:spChg>
        <pc:picChg chg="add ord">
          <ac:chgData name="wilmar cañon" userId="7918cb078fdc7ad0" providerId="LiveId" clId="{8DD6E82B-232F-489C-9FC3-6FF264E1DD83}" dt="2020-01-25T18:55:58.293" v="81" actId="171"/>
          <ac:picMkLst>
            <pc:docMk/>
            <pc:sldMk cId="1681862972" sldId="264"/>
            <ac:picMk id="3" creationId="{08672A5D-0324-4C8E-A74E-96FE87C7FC7D}"/>
          </ac:picMkLst>
        </pc:picChg>
      </pc:sldChg>
      <pc:sldChg chg="addSp modSp">
        <pc:chgData name="wilmar cañon" userId="7918cb078fdc7ad0" providerId="LiveId" clId="{8DD6E82B-232F-489C-9FC3-6FF264E1DD83}" dt="2020-01-25T19:00:26.162" v="171" actId="1076"/>
        <pc:sldMkLst>
          <pc:docMk/>
          <pc:sldMk cId="1911946238" sldId="265"/>
        </pc:sldMkLst>
        <pc:spChg chg="mod">
          <ac:chgData name="wilmar cañon" userId="7918cb078fdc7ad0" providerId="LiveId" clId="{8DD6E82B-232F-489C-9FC3-6FF264E1DD83}" dt="2020-01-25T19:00:26.162" v="171" actId="1076"/>
          <ac:spMkLst>
            <pc:docMk/>
            <pc:sldMk cId="1911946238" sldId="265"/>
            <ac:spMk id="2" creationId="{AA0E5DEF-B53D-47E2-B783-5ABA7C63CA92}"/>
          </ac:spMkLst>
        </pc:spChg>
        <pc:picChg chg="add ord">
          <ac:chgData name="wilmar cañon" userId="7918cb078fdc7ad0" providerId="LiveId" clId="{8DD6E82B-232F-489C-9FC3-6FF264E1DD83}" dt="2020-01-25T19:00:13.987" v="164" actId="171"/>
          <ac:picMkLst>
            <pc:docMk/>
            <pc:sldMk cId="1911946238" sldId="265"/>
            <ac:picMk id="3" creationId="{C7ED713C-5E33-46E0-A505-85A2D16A7976}"/>
          </ac:picMkLst>
        </pc:picChg>
      </pc:sldChg>
      <pc:sldChg chg="addSp modSp">
        <pc:chgData name="wilmar cañon" userId="7918cb078fdc7ad0" providerId="LiveId" clId="{8DD6E82B-232F-489C-9FC3-6FF264E1DD83}" dt="2020-01-25T19:00:05.818" v="163" actId="1076"/>
        <pc:sldMkLst>
          <pc:docMk/>
          <pc:sldMk cId="1699146121" sldId="266"/>
        </pc:sldMkLst>
        <pc:spChg chg="mod">
          <ac:chgData name="wilmar cañon" userId="7918cb078fdc7ad0" providerId="LiveId" clId="{8DD6E82B-232F-489C-9FC3-6FF264E1DD83}" dt="2020-01-25T19:00:05.818" v="163" actId="1076"/>
          <ac:spMkLst>
            <pc:docMk/>
            <pc:sldMk cId="1699146121" sldId="266"/>
            <ac:spMk id="2" creationId="{2F861FB2-4329-45AE-83D7-EBDD7D596307}"/>
          </ac:spMkLst>
        </pc:spChg>
        <pc:picChg chg="add ord">
          <ac:chgData name="wilmar cañon" userId="7918cb078fdc7ad0" providerId="LiveId" clId="{8DD6E82B-232F-489C-9FC3-6FF264E1DD83}" dt="2020-01-25T18:59:23.971" v="153" actId="171"/>
          <ac:picMkLst>
            <pc:docMk/>
            <pc:sldMk cId="1699146121" sldId="266"/>
            <ac:picMk id="3" creationId="{30829973-936A-48CB-A394-C5F81ED34FB0}"/>
          </ac:picMkLst>
        </pc:picChg>
      </pc:sldChg>
      <pc:sldChg chg="addSp modSp">
        <pc:chgData name="wilmar cañon" userId="7918cb078fdc7ad0" providerId="LiveId" clId="{8DD6E82B-232F-489C-9FC3-6FF264E1DD83}" dt="2020-01-25T18:57:52.725" v="109" actId="403"/>
        <pc:sldMkLst>
          <pc:docMk/>
          <pc:sldMk cId="1060995781" sldId="267"/>
        </pc:sldMkLst>
        <pc:spChg chg="mod">
          <ac:chgData name="wilmar cañon" userId="7918cb078fdc7ad0" providerId="LiveId" clId="{8DD6E82B-232F-489C-9FC3-6FF264E1DD83}" dt="2020-01-25T18:57:52.725" v="109" actId="403"/>
          <ac:spMkLst>
            <pc:docMk/>
            <pc:sldMk cId="1060995781" sldId="267"/>
            <ac:spMk id="2" creationId="{DC30FAF0-A5B0-437A-8037-10C889B0B150}"/>
          </ac:spMkLst>
        </pc:spChg>
        <pc:picChg chg="add ord">
          <ac:chgData name="wilmar cañon" userId="7918cb078fdc7ad0" providerId="LiveId" clId="{8DD6E82B-232F-489C-9FC3-6FF264E1DD83}" dt="2020-01-25T18:57:32.906" v="104" actId="171"/>
          <ac:picMkLst>
            <pc:docMk/>
            <pc:sldMk cId="1060995781" sldId="267"/>
            <ac:picMk id="3" creationId="{B3B1E31E-09CC-4606-B465-2D1975746F0B}"/>
          </ac:picMkLst>
        </pc:picChg>
      </pc:sldChg>
      <pc:sldChg chg="del">
        <pc:chgData name="wilmar cañon" userId="7918cb078fdc7ad0" providerId="LiveId" clId="{8DD6E82B-232F-489C-9FC3-6FF264E1DD83}" dt="2020-01-25T18:57:27.627" v="103" actId="47"/>
        <pc:sldMkLst>
          <pc:docMk/>
          <pc:sldMk cId="1858724814" sldId="268"/>
        </pc:sldMkLst>
      </pc:sldChg>
      <pc:sldChg chg="del">
        <pc:chgData name="wilmar cañon" userId="7918cb078fdc7ad0" providerId="LiveId" clId="{8DD6E82B-232F-489C-9FC3-6FF264E1DD83}" dt="2020-01-25T18:56:36.449" v="89" actId="47"/>
        <pc:sldMkLst>
          <pc:docMk/>
          <pc:sldMk cId="2218947117" sldId="269"/>
        </pc:sldMkLst>
      </pc:sldChg>
      <pc:sldChg chg="del">
        <pc:chgData name="wilmar cañon" userId="7918cb078fdc7ad0" providerId="LiveId" clId="{8DD6E82B-232F-489C-9FC3-6FF264E1DD83}" dt="2020-01-25T18:56:40.985" v="90" actId="47"/>
        <pc:sldMkLst>
          <pc:docMk/>
          <pc:sldMk cId="3772476842" sldId="270"/>
        </pc:sldMkLst>
      </pc:sldChg>
      <pc:sldChg chg="del">
        <pc:chgData name="wilmar cañon" userId="7918cb078fdc7ad0" providerId="LiveId" clId="{8DD6E82B-232F-489C-9FC3-6FF264E1DD83}" dt="2020-01-25T18:56:57.561" v="92" actId="47"/>
        <pc:sldMkLst>
          <pc:docMk/>
          <pc:sldMk cId="2411606137" sldId="271"/>
        </pc:sldMkLst>
      </pc:sldChg>
      <pc:sldChg chg="addSp modSp">
        <pc:chgData name="wilmar cañon" userId="7918cb078fdc7ad0" providerId="LiveId" clId="{8DD6E82B-232F-489C-9FC3-6FF264E1DD83}" dt="2020-01-25T18:59:16.504" v="152" actId="20577"/>
        <pc:sldMkLst>
          <pc:docMk/>
          <pc:sldMk cId="2839930826" sldId="272"/>
        </pc:sldMkLst>
        <pc:spChg chg="mod">
          <ac:chgData name="wilmar cañon" userId="7918cb078fdc7ad0" providerId="LiveId" clId="{8DD6E82B-232F-489C-9FC3-6FF264E1DD83}" dt="2020-01-25T18:59:16.504" v="152" actId="20577"/>
          <ac:spMkLst>
            <pc:docMk/>
            <pc:sldMk cId="2839930826" sldId="272"/>
            <ac:spMk id="2" creationId="{70CD0019-4B2A-4F8C-BAAC-90FA4F0C0EF7}"/>
          </ac:spMkLst>
        </pc:spChg>
        <pc:picChg chg="add ord">
          <ac:chgData name="wilmar cañon" userId="7918cb078fdc7ad0" providerId="LiveId" clId="{8DD6E82B-232F-489C-9FC3-6FF264E1DD83}" dt="2020-01-25T18:58:56.596" v="135" actId="171"/>
          <ac:picMkLst>
            <pc:docMk/>
            <pc:sldMk cId="2839930826" sldId="272"/>
            <ac:picMk id="3" creationId="{2D0CC914-F869-4515-BBD6-0CB3780D10D4}"/>
          </ac:picMkLst>
        </pc:picChg>
      </pc:sldChg>
      <pc:sldChg chg="addSp modSp">
        <pc:chgData name="wilmar cañon" userId="7918cb078fdc7ad0" providerId="LiveId" clId="{8DD6E82B-232F-489C-9FC3-6FF264E1DD83}" dt="2020-01-25T18:58:47.381" v="134" actId="20577"/>
        <pc:sldMkLst>
          <pc:docMk/>
          <pc:sldMk cId="3688499913" sldId="273"/>
        </pc:sldMkLst>
        <pc:spChg chg="mod">
          <ac:chgData name="wilmar cañon" userId="7918cb078fdc7ad0" providerId="LiveId" clId="{8DD6E82B-232F-489C-9FC3-6FF264E1DD83}" dt="2020-01-25T18:58:47.381" v="134" actId="20577"/>
          <ac:spMkLst>
            <pc:docMk/>
            <pc:sldMk cId="3688499913" sldId="273"/>
            <ac:spMk id="2" creationId="{5C542ED6-679E-4D99-A76E-5D6F16F889A0}"/>
          </ac:spMkLst>
        </pc:spChg>
        <pc:picChg chg="add ord">
          <ac:chgData name="wilmar cañon" userId="7918cb078fdc7ad0" providerId="LiveId" clId="{8DD6E82B-232F-489C-9FC3-6FF264E1DD83}" dt="2020-01-25T18:58:28.556" v="121" actId="171"/>
          <ac:picMkLst>
            <pc:docMk/>
            <pc:sldMk cId="3688499913" sldId="273"/>
            <ac:picMk id="3" creationId="{35F04293-78E2-40FD-801F-49BB8618C2F6}"/>
          </ac:picMkLst>
        </pc:picChg>
      </pc:sldChg>
      <pc:sldChg chg="addSp modSp">
        <pc:chgData name="wilmar cañon" userId="7918cb078fdc7ad0" providerId="LiveId" clId="{8DD6E82B-232F-489C-9FC3-6FF264E1DD83}" dt="2020-01-25T18:58:20.487" v="120" actId="20577"/>
        <pc:sldMkLst>
          <pc:docMk/>
          <pc:sldMk cId="23096518" sldId="274"/>
        </pc:sldMkLst>
        <pc:spChg chg="mod">
          <ac:chgData name="wilmar cañon" userId="7918cb078fdc7ad0" providerId="LiveId" clId="{8DD6E82B-232F-489C-9FC3-6FF264E1DD83}" dt="2020-01-25T18:58:20.487" v="120" actId="20577"/>
          <ac:spMkLst>
            <pc:docMk/>
            <pc:sldMk cId="23096518" sldId="274"/>
            <ac:spMk id="2" creationId="{C5AF42A3-8B77-458F-9D55-877F7C119E1A}"/>
          </ac:spMkLst>
        </pc:spChg>
        <pc:picChg chg="add ord">
          <ac:chgData name="wilmar cañon" userId="7918cb078fdc7ad0" providerId="LiveId" clId="{8DD6E82B-232F-489C-9FC3-6FF264E1DD83}" dt="2020-01-25T18:58:00.459" v="110" actId="171"/>
          <ac:picMkLst>
            <pc:docMk/>
            <pc:sldMk cId="23096518" sldId="274"/>
            <ac:picMk id="3" creationId="{3E08CF19-4B2C-4BA3-85F3-EF15595E1F2C}"/>
          </ac:picMkLst>
        </pc:picChg>
      </pc:sldChg>
      <pc:sldChg chg="modSp add">
        <pc:chgData name="wilmar cañon" userId="7918cb078fdc7ad0" providerId="LiveId" clId="{8DD6E82B-232F-489C-9FC3-6FF264E1DD83}" dt="2020-01-25T19:09:02.747" v="181" actId="1035"/>
        <pc:sldMkLst>
          <pc:docMk/>
          <pc:sldMk cId="3715743139" sldId="275"/>
        </pc:sldMkLst>
        <pc:picChg chg="mod">
          <ac:chgData name="wilmar cañon" userId="7918cb078fdc7ad0" providerId="LiveId" clId="{8DD6E82B-232F-489C-9FC3-6FF264E1DD83}" dt="2020-01-25T19:09:02.747" v="181" actId="1035"/>
          <ac:picMkLst>
            <pc:docMk/>
            <pc:sldMk cId="3715743139" sldId="275"/>
            <ac:picMk id="5" creationId="{B0B20ADA-31AD-4C3A-BAAA-0B4583C24E46}"/>
          </ac:picMkLst>
        </pc:picChg>
      </pc:sldChg>
      <pc:sldChg chg="modSp add">
        <pc:chgData name="wilmar cañon" userId="7918cb078fdc7ad0" providerId="LiveId" clId="{8DD6E82B-232F-489C-9FC3-6FF264E1DD83}" dt="2020-01-25T19:09:11.054" v="182"/>
        <pc:sldMkLst>
          <pc:docMk/>
          <pc:sldMk cId="618563713" sldId="276"/>
        </pc:sldMkLst>
        <pc:spChg chg="mod">
          <ac:chgData name="wilmar cañon" userId="7918cb078fdc7ad0" providerId="LiveId" clId="{8DD6E82B-232F-489C-9FC3-6FF264E1DD83}" dt="2020-01-25T19:09:11.054" v="182"/>
          <ac:spMkLst>
            <pc:docMk/>
            <pc:sldMk cId="618563713" sldId="276"/>
            <ac:spMk id="2" creationId="{5C542ED6-679E-4D99-A76E-5D6F16F889A0}"/>
          </ac:spMkLst>
        </pc:spChg>
      </pc:sldChg>
      <pc:sldChg chg="add">
        <pc:chgData name="wilmar cañon" userId="7918cb078fdc7ad0" providerId="LiveId" clId="{8DD6E82B-232F-489C-9FC3-6FF264E1DD83}" dt="2020-01-25T18:56:55.139" v="91"/>
        <pc:sldMkLst>
          <pc:docMk/>
          <pc:sldMk cId="102313500" sldId="277"/>
        </pc:sldMkLst>
      </pc:sldChg>
      <pc:sldChg chg="add del">
        <pc:chgData name="wilmar cañon" userId="7918cb078fdc7ad0" providerId="LiveId" clId="{8DD6E82B-232F-489C-9FC3-6FF264E1DD83}" dt="2020-01-25T18:57:11.069" v="96"/>
        <pc:sldMkLst>
          <pc:docMk/>
          <pc:sldMk cId="2215087532" sldId="278"/>
        </pc:sldMkLst>
      </pc:sldChg>
      <pc:sldChg chg="add del">
        <pc:chgData name="wilmar cañon" userId="7918cb078fdc7ad0" providerId="LiveId" clId="{8DD6E82B-232F-489C-9FC3-6FF264E1DD83}" dt="2020-01-25T18:57:10.708" v="95"/>
        <pc:sldMkLst>
          <pc:docMk/>
          <pc:sldMk cId="3936561443" sldId="279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4C950-4A88-4E50-B21B-3523FF91FFA2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FF499-6A5C-4BF6-A9DA-B8F542735C9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047230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4C950-4A88-4E50-B21B-3523FF91FFA2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FF499-6A5C-4BF6-A9DA-B8F542735C9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74346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4C950-4A88-4E50-B21B-3523FF91FFA2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FF499-6A5C-4BF6-A9DA-B8F542735C9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934832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4C950-4A88-4E50-B21B-3523FF91FFA2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FF499-6A5C-4BF6-A9DA-B8F542735C9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503134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4C950-4A88-4E50-B21B-3523FF91FFA2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FF499-6A5C-4BF6-A9DA-B8F542735C9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405518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4C950-4A88-4E50-B21B-3523FF91FFA2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FF499-6A5C-4BF6-A9DA-B8F542735C9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124159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4C950-4A88-4E50-B21B-3523FF91FFA2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FF499-6A5C-4BF6-A9DA-B8F542735C9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271656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4C950-4A88-4E50-B21B-3523FF91FFA2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FF499-6A5C-4BF6-A9DA-B8F542735C9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944626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4C950-4A88-4E50-B21B-3523FF91FFA2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FF499-6A5C-4BF6-A9DA-B8F542735C9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512712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4C950-4A88-4E50-B21B-3523FF91FFA2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FF499-6A5C-4BF6-A9DA-B8F542735C9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235676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4C950-4A88-4E50-B21B-3523FF91FFA2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FF499-6A5C-4BF6-A9DA-B8F542735C9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895496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4C950-4A88-4E50-B21B-3523FF91FFA2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0FF499-6A5C-4BF6-A9DA-B8F542735C9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656065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023B24-9F5E-42CA-A000-663FFF05E6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577" y="2666872"/>
            <a:ext cx="7644846" cy="994172"/>
          </a:xfrm>
        </p:spPr>
        <p:txBody>
          <a:bodyPr>
            <a:noAutofit/>
          </a:bodyPr>
          <a:lstStyle/>
          <a:p>
            <a:pPr algn="ctr"/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  <a:cs typeface="Aharoni" panose="02010803020104030203" pitchFamily="2" charset="-79"/>
              </a:rPr>
              <a:t>¿QUIÉN FORMÓ las olas al HABLAR?</a:t>
            </a:r>
            <a:b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  <a:cs typeface="Aharoni" panose="02010803020104030203" pitchFamily="2" charset="-79"/>
              </a:rPr>
            </a:br>
            <a:endParaRPr lang="es-CO" sz="66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Tw Cen MT Condensed Extra Bold" panose="020B0803020202020204" pitchFamily="34" charset="0"/>
              <a:cs typeface="Aharoni" panose="02010803020104030203" pitchFamily="2" charset="-79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B3EB385D-723C-4E44-8E9C-24AFA027EE8E}"/>
              </a:ext>
            </a:extLst>
          </p:cNvPr>
          <p:cNvSpPr txBox="1"/>
          <p:nvPr/>
        </p:nvSpPr>
        <p:spPr>
          <a:xfrm>
            <a:off x="5337313" y="128380"/>
            <a:ext cx="38066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latin typeface="Arial Rounded MT Bold" panose="020F0704030504030204" pitchFamily="34" charset="0"/>
                <a:cs typeface="Aharoni" panose="02010803020104030203" pitchFamily="2" charset="-79"/>
              </a:rPr>
              <a:t>CONTEMPLA A DIOS</a:t>
            </a:r>
          </a:p>
        </p:txBody>
      </p:sp>
    </p:spTree>
    <p:extLst>
      <p:ext uri="{BB962C8B-B14F-4D97-AF65-F5344CB8AC3E}">
        <p14:creationId xmlns:p14="http://schemas.microsoft.com/office/powerpoint/2010/main" val="1843239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023B24-9F5E-42CA-A000-663FFF05E6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577" y="1606699"/>
            <a:ext cx="7644846" cy="994172"/>
          </a:xfrm>
        </p:spPr>
        <p:txBody>
          <a:bodyPr>
            <a:noAutofit/>
          </a:bodyPr>
          <a:lstStyle/>
          <a:p>
            <a:pPr algn="ctr"/>
            <a:br>
              <a:rPr lang="es-MX" sz="48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  <a:cs typeface="Aharoni" panose="02010803020104030203" pitchFamily="2" charset="-79"/>
              </a:rPr>
            </a:b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  <a:cs typeface="Aharoni" panose="02010803020104030203" pitchFamily="2" charset="-79"/>
              </a:rPr>
              <a:t>¿QUIÉN CONTÓ la arena en el mar?</a:t>
            </a:r>
            <a:endParaRPr lang="es-CO" sz="48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Tw Cen MT Condensed Extra Bold" panose="020B0803020202020204" pitchFamily="34" charset="0"/>
              <a:cs typeface="Aharoni" panose="02010803020104030203" pitchFamily="2" charset="-79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B3EB385D-723C-4E44-8E9C-24AFA027EE8E}"/>
              </a:ext>
            </a:extLst>
          </p:cNvPr>
          <p:cNvSpPr txBox="1"/>
          <p:nvPr/>
        </p:nvSpPr>
        <p:spPr>
          <a:xfrm>
            <a:off x="5337313" y="128380"/>
            <a:ext cx="38066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latin typeface="Arial Rounded MT Bold" panose="020F0704030504030204" pitchFamily="34" charset="0"/>
                <a:cs typeface="Aharoni" panose="02010803020104030203" pitchFamily="2" charset="-79"/>
              </a:rPr>
              <a:t>CONTEMPLA A DIOS</a:t>
            </a:r>
          </a:p>
        </p:txBody>
      </p:sp>
    </p:spTree>
    <p:extLst>
      <p:ext uri="{BB962C8B-B14F-4D97-AF65-F5344CB8AC3E}">
        <p14:creationId xmlns:p14="http://schemas.microsoft.com/office/powerpoint/2010/main" val="25048084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6ECB25-6C34-46FA-B52D-C3D3E4303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643" y="2434828"/>
            <a:ext cx="7394713" cy="994172"/>
          </a:xfrm>
        </p:spPr>
        <p:txBody>
          <a:bodyPr>
            <a:noAutofit/>
          </a:bodyPr>
          <a:lstStyle/>
          <a:p>
            <a:pPr algn="ctr"/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  <a:cs typeface="Aharoni" panose="02010803020104030203" pitchFamily="2" charset="-79"/>
              </a:rPr>
              <a:t>Reyes, pueblos, tiemblan a SU VOZ</a:t>
            </a:r>
            <a:b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  <a:cs typeface="Aharoni" panose="02010803020104030203" pitchFamily="2" charset="-79"/>
              </a:rPr>
            </a:br>
            <a:endParaRPr lang="es-CO" sz="66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Tw Cen MT Condensed Extra Bold" panose="020B0803020202020204" pitchFamily="34" charset="0"/>
              <a:cs typeface="Aharoni" panose="02010803020104030203" pitchFamily="2" charset="-79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9CE585E6-500F-4C00-9673-81060CA66C9A}"/>
              </a:ext>
            </a:extLst>
          </p:cNvPr>
          <p:cNvSpPr txBox="1"/>
          <p:nvPr/>
        </p:nvSpPr>
        <p:spPr>
          <a:xfrm>
            <a:off x="5337313" y="128380"/>
            <a:ext cx="38066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latin typeface="Arial Rounded MT Bold" panose="020F0704030504030204" pitchFamily="34" charset="0"/>
                <a:cs typeface="Aharoni" panose="02010803020104030203" pitchFamily="2" charset="-79"/>
              </a:rPr>
              <a:t>CONTEMPLA A DIOS</a:t>
            </a:r>
          </a:p>
        </p:txBody>
      </p:sp>
    </p:spTree>
    <p:extLst>
      <p:ext uri="{BB962C8B-B14F-4D97-AF65-F5344CB8AC3E}">
        <p14:creationId xmlns:p14="http://schemas.microsoft.com/office/powerpoint/2010/main" val="17876682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6ECB25-6C34-46FA-B52D-C3D3E4303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643" y="1096359"/>
            <a:ext cx="7394713" cy="994172"/>
          </a:xfrm>
        </p:spPr>
        <p:txBody>
          <a:bodyPr>
            <a:noAutofit/>
          </a:bodyPr>
          <a:lstStyle/>
          <a:p>
            <a:pPr algn="ctr"/>
            <a:b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  <a:cs typeface="Aharoni" panose="02010803020104030203" pitchFamily="2" charset="-79"/>
              </a:rPr>
            </a:br>
            <a:b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  <a:cs typeface="Aharoni" panose="02010803020104030203" pitchFamily="2" charset="-79"/>
              </a:rPr>
            </a:b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  <a:cs typeface="Aharoni" panose="02010803020104030203" pitchFamily="2" charset="-79"/>
              </a:rPr>
              <a:t>La creación le rinde ADORACIÓN</a:t>
            </a:r>
            <a:endParaRPr lang="es-CO" sz="66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Tw Cen MT Condensed Extra Bold" panose="020B0803020202020204" pitchFamily="34" charset="0"/>
              <a:cs typeface="Aharoni" panose="02010803020104030203" pitchFamily="2" charset="-79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9CE585E6-500F-4C00-9673-81060CA66C9A}"/>
              </a:ext>
            </a:extLst>
          </p:cNvPr>
          <p:cNvSpPr txBox="1"/>
          <p:nvPr/>
        </p:nvSpPr>
        <p:spPr>
          <a:xfrm>
            <a:off x="5337313" y="128380"/>
            <a:ext cx="38066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latin typeface="Arial Rounded MT Bold" panose="020F0704030504030204" pitchFamily="34" charset="0"/>
                <a:cs typeface="Aharoni" panose="02010803020104030203" pitchFamily="2" charset="-79"/>
              </a:rPr>
              <a:t>CONTEMPLA A DIOS</a:t>
            </a:r>
          </a:p>
        </p:txBody>
      </p:sp>
    </p:spTree>
    <p:extLst>
      <p:ext uri="{BB962C8B-B14F-4D97-AF65-F5344CB8AC3E}">
        <p14:creationId xmlns:p14="http://schemas.microsoft.com/office/powerpoint/2010/main" val="30764912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CD0019-4B2A-4F8C-BAAC-90FA4F0C0E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4487" y="1551851"/>
            <a:ext cx="5915025" cy="1713983"/>
          </a:xfrm>
        </p:spPr>
        <p:txBody>
          <a:bodyPr>
            <a:noAutofit/>
          </a:bodyPr>
          <a:lstStyle/>
          <a:p>
            <a:pPr algn="ctr"/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  <a:cs typeface="Aharoni" panose="02010803020104030203" pitchFamily="2" charset="-79"/>
              </a:rPr>
              <a:t>Contempla a DIOS</a:t>
            </a:r>
            <a:b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  <a:cs typeface="Aharoni" panose="02010803020104030203" pitchFamily="2" charset="-79"/>
              </a:rPr>
            </a:b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  <a:cs typeface="Aharoni" panose="02010803020104030203" pitchFamily="2" charset="-79"/>
              </a:rPr>
              <a:t>En su trono está</a:t>
            </a:r>
            <a:endParaRPr lang="es-CO" sz="66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Tw Cen MT Condensed Extra Bold" panose="020B0803020202020204" pitchFamily="34" charset="0"/>
              <a:cs typeface="Aharoni" panose="02010803020104030203" pitchFamily="2" charset="-79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5F8B185-2A19-4F64-8837-9FE3D701A3D9}"/>
              </a:ext>
            </a:extLst>
          </p:cNvPr>
          <p:cNvSpPr txBox="1"/>
          <p:nvPr/>
        </p:nvSpPr>
        <p:spPr>
          <a:xfrm>
            <a:off x="5337313" y="128380"/>
            <a:ext cx="38066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latin typeface="Arial Rounded MT Bold" panose="020F0704030504030204" pitchFamily="34" charset="0"/>
                <a:cs typeface="Aharoni" panose="02010803020104030203" pitchFamily="2" charset="-79"/>
              </a:rPr>
              <a:t>CONTEMPLA A DIOS</a:t>
            </a:r>
          </a:p>
        </p:txBody>
      </p:sp>
    </p:spTree>
    <p:extLst>
      <p:ext uri="{BB962C8B-B14F-4D97-AF65-F5344CB8AC3E}">
        <p14:creationId xmlns:p14="http://schemas.microsoft.com/office/powerpoint/2010/main" val="28053703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542ED6-679E-4D99-A76E-5D6F16F88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1069" y="1579184"/>
            <a:ext cx="6601861" cy="1495322"/>
          </a:xfrm>
        </p:spPr>
        <p:txBody>
          <a:bodyPr>
            <a:noAutofit/>
          </a:bodyPr>
          <a:lstStyle/>
          <a:p>
            <a:pPr algn="ctr"/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  <a:cs typeface="Aharoni" panose="02010803020104030203" pitchFamily="2" charset="-79"/>
              </a:rPr>
              <a:t>Venid y ADORADLE</a:t>
            </a:r>
            <a:b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  <a:cs typeface="Aharoni" panose="02010803020104030203" pitchFamily="2" charset="-79"/>
              </a:rPr>
            </a:b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  <a:cs typeface="Aharoni" panose="02010803020104030203" pitchFamily="2" charset="-79"/>
              </a:rPr>
              <a:t>Contempla al REY</a:t>
            </a:r>
            <a:endParaRPr lang="es-CO" sz="66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Tw Cen MT Condensed Extra Bold" panose="020B0803020202020204" pitchFamily="34" charset="0"/>
              <a:cs typeface="Aharoni" panose="02010803020104030203" pitchFamily="2" charset="-79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CA05589-95D3-4E2C-B9AB-B3DD53E250F0}"/>
              </a:ext>
            </a:extLst>
          </p:cNvPr>
          <p:cNvSpPr txBox="1"/>
          <p:nvPr/>
        </p:nvSpPr>
        <p:spPr>
          <a:xfrm>
            <a:off x="5337313" y="128380"/>
            <a:ext cx="38066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latin typeface="Arial Rounded MT Bold" panose="020F0704030504030204" pitchFamily="34" charset="0"/>
                <a:cs typeface="Aharoni" panose="02010803020104030203" pitchFamily="2" charset="-79"/>
              </a:rPr>
              <a:t>CONTEMPLA A DIOS</a:t>
            </a:r>
          </a:p>
        </p:txBody>
      </p:sp>
    </p:spTree>
    <p:extLst>
      <p:ext uri="{BB962C8B-B14F-4D97-AF65-F5344CB8AC3E}">
        <p14:creationId xmlns:p14="http://schemas.microsoft.com/office/powerpoint/2010/main" val="9347516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AF42A3-8B77-458F-9D55-877F7C119E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7087" y="1651244"/>
            <a:ext cx="6389826" cy="1525138"/>
          </a:xfrm>
        </p:spPr>
        <p:txBody>
          <a:bodyPr>
            <a:noAutofit/>
          </a:bodyPr>
          <a:lstStyle/>
          <a:p>
            <a:pPr algn="ctr"/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  <a:cs typeface="Aharoni" panose="02010803020104030203" pitchFamily="2" charset="-79"/>
              </a:rPr>
              <a:t>Nadie es como ÉL</a:t>
            </a:r>
            <a:b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  <a:cs typeface="Aharoni" panose="02010803020104030203" pitchFamily="2" charset="-79"/>
              </a:rPr>
            </a:b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  <a:cs typeface="Aharoni" panose="02010803020104030203" pitchFamily="2" charset="-79"/>
              </a:rPr>
              <a:t>Venid y ADORADLE</a:t>
            </a:r>
            <a:endParaRPr lang="es-CO" sz="66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Tw Cen MT Condensed Extra Bold" panose="020B0803020202020204" pitchFamily="34" charset="0"/>
              <a:cs typeface="Aharoni" panose="02010803020104030203" pitchFamily="2" charset="-79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DEF2842-C26F-4343-9088-130F00897154}"/>
              </a:ext>
            </a:extLst>
          </p:cNvPr>
          <p:cNvSpPr txBox="1"/>
          <p:nvPr/>
        </p:nvSpPr>
        <p:spPr>
          <a:xfrm>
            <a:off x="5231296" y="141632"/>
            <a:ext cx="38066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latin typeface="Arial Rounded MT Bold" panose="020F0704030504030204" pitchFamily="34" charset="0"/>
                <a:cs typeface="Aharoni" panose="02010803020104030203" pitchFamily="2" charset="-79"/>
              </a:rPr>
              <a:t>CONTEMPLA A DIOS</a:t>
            </a:r>
          </a:p>
        </p:txBody>
      </p:sp>
    </p:spTree>
    <p:extLst>
      <p:ext uri="{BB962C8B-B14F-4D97-AF65-F5344CB8AC3E}">
        <p14:creationId xmlns:p14="http://schemas.microsoft.com/office/powerpoint/2010/main" val="21524169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B08ED3-09C0-4353-8AD9-0096345CD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446" y="1449148"/>
            <a:ext cx="6949108" cy="2787407"/>
          </a:xfrm>
        </p:spPr>
        <p:txBody>
          <a:bodyPr>
            <a:noAutofit/>
          </a:bodyPr>
          <a:lstStyle/>
          <a:p>
            <a:pPr algn="ctr"/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  <a:cs typeface="Aharoni" panose="02010803020104030203" pitchFamily="2" charset="-79"/>
              </a:rPr>
              <a:t>¿Quién le dio consejo al SEÑOR?</a:t>
            </a:r>
            <a:b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  <a:cs typeface="Aharoni" panose="02010803020104030203" pitchFamily="2" charset="-79"/>
              </a:rPr>
            </a:br>
            <a:endParaRPr lang="es-CO" sz="66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Tw Cen MT Condensed Extra Bold" panose="020B0803020202020204" pitchFamily="34" charset="0"/>
              <a:cs typeface="Aharoni" panose="02010803020104030203" pitchFamily="2" charset="-79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9E7A31F-D072-4CCD-8F6C-ED9700BF9D9A}"/>
              </a:ext>
            </a:extLst>
          </p:cNvPr>
          <p:cNvSpPr txBox="1"/>
          <p:nvPr/>
        </p:nvSpPr>
        <p:spPr>
          <a:xfrm>
            <a:off x="5337313" y="128380"/>
            <a:ext cx="38066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latin typeface="Arial Rounded MT Bold" panose="020F0704030504030204" pitchFamily="34" charset="0"/>
                <a:cs typeface="Aharoni" panose="02010803020104030203" pitchFamily="2" charset="-79"/>
              </a:rPr>
              <a:t>CONTEMPLA A DIOS</a:t>
            </a:r>
          </a:p>
        </p:txBody>
      </p:sp>
    </p:spTree>
    <p:extLst>
      <p:ext uri="{BB962C8B-B14F-4D97-AF65-F5344CB8AC3E}">
        <p14:creationId xmlns:p14="http://schemas.microsoft.com/office/powerpoint/2010/main" val="22492052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B08ED3-09C0-4353-8AD9-0096345CD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446" y="879306"/>
            <a:ext cx="6949108" cy="2787407"/>
          </a:xfrm>
        </p:spPr>
        <p:txBody>
          <a:bodyPr>
            <a:noAutofit/>
          </a:bodyPr>
          <a:lstStyle/>
          <a:p>
            <a:pPr algn="ctr"/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  <a:cs typeface="Aharoni" panose="02010803020104030203" pitchFamily="2" charset="-79"/>
              </a:rPr>
              <a:t>¿Quién cuestiona lo que Él habló?</a:t>
            </a:r>
            <a:endParaRPr lang="es-CO" sz="66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Tw Cen MT Condensed Extra Bold" panose="020B0803020202020204" pitchFamily="34" charset="0"/>
              <a:cs typeface="Aharoni" panose="02010803020104030203" pitchFamily="2" charset="-79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9E7A31F-D072-4CCD-8F6C-ED9700BF9D9A}"/>
              </a:ext>
            </a:extLst>
          </p:cNvPr>
          <p:cNvSpPr txBox="1"/>
          <p:nvPr/>
        </p:nvSpPr>
        <p:spPr>
          <a:xfrm>
            <a:off x="5337313" y="128380"/>
            <a:ext cx="38066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latin typeface="Arial Rounded MT Bold" panose="020F0704030504030204" pitchFamily="34" charset="0"/>
                <a:cs typeface="Aharoni" panose="02010803020104030203" pitchFamily="2" charset="-79"/>
              </a:rPr>
              <a:t>CONTEMPLA A DIOS</a:t>
            </a:r>
          </a:p>
        </p:txBody>
      </p:sp>
    </p:spTree>
    <p:extLst>
      <p:ext uri="{BB962C8B-B14F-4D97-AF65-F5344CB8AC3E}">
        <p14:creationId xmlns:p14="http://schemas.microsoft.com/office/powerpoint/2010/main" val="28389646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4E3FD9-7BB4-4FE1-AAA6-0933493375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574" y="1482279"/>
            <a:ext cx="8242852" cy="2876860"/>
          </a:xfrm>
        </p:spPr>
        <p:txBody>
          <a:bodyPr>
            <a:noAutofit/>
          </a:bodyPr>
          <a:lstStyle/>
          <a:p>
            <a:pPr algn="ctr"/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  <a:cs typeface="Aharoni" panose="02010803020104030203" pitchFamily="2" charset="-79"/>
              </a:rPr>
              <a:t>¿Quién al sabio DIOS puede enseñar?</a:t>
            </a:r>
            <a:b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  <a:cs typeface="Aharoni" panose="02010803020104030203" pitchFamily="2" charset="-79"/>
              </a:rPr>
            </a:br>
            <a:endParaRPr lang="es-CO" sz="66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Tw Cen MT Condensed Extra Bold" panose="020B0803020202020204" pitchFamily="34" charset="0"/>
              <a:cs typeface="Aharoni" panose="02010803020104030203" pitchFamily="2" charset="-79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6C4F125-AE56-497D-A35A-01F92CB8006F}"/>
              </a:ext>
            </a:extLst>
          </p:cNvPr>
          <p:cNvSpPr txBox="1"/>
          <p:nvPr/>
        </p:nvSpPr>
        <p:spPr>
          <a:xfrm>
            <a:off x="5337313" y="128380"/>
            <a:ext cx="38066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latin typeface="Arial Rounded MT Bold" panose="020F0704030504030204" pitchFamily="34" charset="0"/>
                <a:cs typeface="Aharoni" panose="02010803020104030203" pitchFamily="2" charset="-79"/>
              </a:rPr>
              <a:t>CONTEMPLA A DIOS</a:t>
            </a:r>
          </a:p>
        </p:txBody>
      </p:sp>
    </p:spTree>
    <p:extLst>
      <p:ext uri="{BB962C8B-B14F-4D97-AF65-F5344CB8AC3E}">
        <p14:creationId xmlns:p14="http://schemas.microsoft.com/office/powerpoint/2010/main" val="16818629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4E3FD9-7BB4-4FE1-AAA6-0933493375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8991" y="1018454"/>
            <a:ext cx="7726018" cy="2876860"/>
          </a:xfrm>
        </p:spPr>
        <p:txBody>
          <a:bodyPr>
            <a:noAutofit/>
          </a:bodyPr>
          <a:lstStyle/>
          <a:p>
            <a:pPr algn="ctr"/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  <a:cs typeface="Aharoni" panose="02010803020104030203" pitchFamily="2" charset="-79"/>
              </a:rPr>
              <a:t>¿Quién comprende su GRAN MAJESTAD?</a:t>
            </a:r>
            <a:endParaRPr lang="es-CO" sz="66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Tw Cen MT Condensed Extra Bold" panose="020B0803020202020204" pitchFamily="34" charset="0"/>
              <a:cs typeface="Aharoni" panose="02010803020104030203" pitchFamily="2" charset="-79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6C4F125-AE56-497D-A35A-01F92CB8006F}"/>
              </a:ext>
            </a:extLst>
          </p:cNvPr>
          <p:cNvSpPr txBox="1"/>
          <p:nvPr/>
        </p:nvSpPr>
        <p:spPr>
          <a:xfrm>
            <a:off x="5337313" y="128380"/>
            <a:ext cx="38066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latin typeface="Arial Rounded MT Bold" panose="020F0704030504030204" pitchFamily="34" charset="0"/>
                <a:cs typeface="Aharoni" panose="02010803020104030203" pitchFamily="2" charset="-79"/>
              </a:rPr>
              <a:t>CONTEMPLA A DIOS</a:t>
            </a:r>
          </a:p>
        </p:txBody>
      </p:sp>
    </p:spTree>
    <p:extLst>
      <p:ext uri="{BB962C8B-B14F-4D97-AF65-F5344CB8AC3E}">
        <p14:creationId xmlns:p14="http://schemas.microsoft.com/office/powerpoint/2010/main" val="17434446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CD0019-4B2A-4F8C-BAAC-90FA4F0C0E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4487" y="1346443"/>
            <a:ext cx="5915025" cy="1713983"/>
          </a:xfrm>
        </p:spPr>
        <p:txBody>
          <a:bodyPr>
            <a:noAutofit/>
          </a:bodyPr>
          <a:lstStyle/>
          <a:p>
            <a:pPr algn="ctr"/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  <a:cs typeface="Aharoni" panose="02010803020104030203" pitchFamily="2" charset="-79"/>
              </a:rPr>
              <a:t>Contempla a DIOS</a:t>
            </a:r>
            <a:b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  <a:cs typeface="Aharoni" panose="02010803020104030203" pitchFamily="2" charset="-79"/>
              </a:rPr>
            </a:b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  <a:cs typeface="Aharoni" panose="02010803020104030203" pitchFamily="2" charset="-79"/>
              </a:rPr>
              <a:t>En su trono está</a:t>
            </a:r>
            <a:endParaRPr lang="es-CO" sz="66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Tw Cen MT Condensed Extra Bold" panose="020B0803020202020204" pitchFamily="34" charset="0"/>
              <a:cs typeface="Aharoni" panose="02010803020104030203" pitchFamily="2" charset="-79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4358F82-D336-4DF1-BB21-21B483D47519}"/>
              </a:ext>
            </a:extLst>
          </p:cNvPr>
          <p:cNvSpPr txBox="1"/>
          <p:nvPr/>
        </p:nvSpPr>
        <p:spPr>
          <a:xfrm>
            <a:off x="5337313" y="128380"/>
            <a:ext cx="38066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latin typeface="Arial Rounded MT Bold" panose="020F0704030504030204" pitchFamily="34" charset="0"/>
                <a:cs typeface="Aharoni" panose="02010803020104030203" pitchFamily="2" charset="-79"/>
              </a:rPr>
              <a:t>CONTEMPLA A DIOS</a:t>
            </a:r>
          </a:p>
        </p:txBody>
      </p:sp>
    </p:spTree>
    <p:extLst>
      <p:ext uri="{BB962C8B-B14F-4D97-AF65-F5344CB8AC3E}">
        <p14:creationId xmlns:p14="http://schemas.microsoft.com/office/powerpoint/2010/main" val="16062714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542ED6-679E-4D99-A76E-5D6F16F88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0461" y="1526485"/>
            <a:ext cx="6403078" cy="1431235"/>
          </a:xfrm>
        </p:spPr>
        <p:txBody>
          <a:bodyPr>
            <a:noAutofit/>
          </a:bodyPr>
          <a:lstStyle/>
          <a:p>
            <a:pPr algn="ctr"/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  <a:cs typeface="Aharoni" panose="02010803020104030203" pitchFamily="2" charset="-79"/>
              </a:rPr>
              <a:t>Venid y ADORADLE</a:t>
            </a:r>
            <a:b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  <a:cs typeface="Aharoni" panose="02010803020104030203" pitchFamily="2" charset="-79"/>
              </a:rPr>
            </a:b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  <a:cs typeface="Aharoni" panose="02010803020104030203" pitchFamily="2" charset="-79"/>
              </a:rPr>
              <a:t>Contempla al REY</a:t>
            </a:r>
            <a:endParaRPr lang="es-CO" sz="66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Tw Cen MT Condensed Extra Bold" panose="020B0803020202020204" pitchFamily="34" charset="0"/>
              <a:cs typeface="Aharoni" panose="02010803020104030203" pitchFamily="2" charset="-79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A2DE3E0-DE91-4520-9A8A-90448906EB1B}"/>
              </a:ext>
            </a:extLst>
          </p:cNvPr>
          <p:cNvSpPr txBox="1"/>
          <p:nvPr/>
        </p:nvSpPr>
        <p:spPr>
          <a:xfrm>
            <a:off x="5337313" y="128380"/>
            <a:ext cx="38066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latin typeface="Arial Rounded MT Bold" panose="020F0704030504030204" pitchFamily="34" charset="0"/>
                <a:cs typeface="Aharoni" panose="02010803020104030203" pitchFamily="2" charset="-79"/>
              </a:rPr>
              <a:t>CONTEMPLA A DIOS</a:t>
            </a:r>
          </a:p>
        </p:txBody>
      </p:sp>
    </p:spTree>
    <p:extLst>
      <p:ext uri="{BB962C8B-B14F-4D97-AF65-F5344CB8AC3E}">
        <p14:creationId xmlns:p14="http://schemas.microsoft.com/office/powerpoint/2010/main" val="34879654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AF42A3-8B77-458F-9D55-877F7C119E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817" y="1498845"/>
            <a:ext cx="6628365" cy="1525138"/>
          </a:xfrm>
        </p:spPr>
        <p:txBody>
          <a:bodyPr>
            <a:noAutofit/>
          </a:bodyPr>
          <a:lstStyle/>
          <a:p>
            <a:pPr algn="ctr"/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  <a:cs typeface="Aharoni" panose="02010803020104030203" pitchFamily="2" charset="-79"/>
              </a:rPr>
              <a:t>Nadie es como ÉL</a:t>
            </a:r>
            <a:b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  <a:cs typeface="Aharoni" panose="02010803020104030203" pitchFamily="2" charset="-79"/>
              </a:rPr>
            </a:b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  <a:cs typeface="Aharoni" panose="02010803020104030203" pitchFamily="2" charset="-79"/>
              </a:rPr>
              <a:t>Venid y ADORADLE</a:t>
            </a:r>
            <a:endParaRPr lang="es-CO" sz="66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Tw Cen MT Condensed Extra Bold" panose="020B0803020202020204" pitchFamily="34" charset="0"/>
              <a:cs typeface="Aharoni" panose="02010803020104030203" pitchFamily="2" charset="-79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7294D0C-A94C-481B-9EA5-8A04DF9C9F1C}"/>
              </a:ext>
            </a:extLst>
          </p:cNvPr>
          <p:cNvSpPr txBox="1"/>
          <p:nvPr/>
        </p:nvSpPr>
        <p:spPr>
          <a:xfrm>
            <a:off x="5337313" y="128380"/>
            <a:ext cx="38066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latin typeface="Arial Rounded MT Bold" panose="020F0704030504030204" pitchFamily="34" charset="0"/>
                <a:cs typeface="Aharoni" panose="02010803020104030203" pitchFamily="2" charset="-79"/>
              </a:rPr>
              <a:t>CONTEMPLA A DIOS</a:t>
            </a:r>
          </a:p>
        </p:txBody>
      </p:sp>
    </p:spTree>
    <p:extLst>
      <p:ext uri="{BB962C8B-B14F-4D97-AF65-F5344CB8AC3E}">
        <p14:creationId xmlns:p14="http://schemas.microsoft.com/office/powerpoint/2010/main" val="15908599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0E5DEF-B53D-47E2-B783-5ABA7C63C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571" y="2302306"/>
            <a:ext cx="7316857" cy="994172"/>
          </a:xfrm>
        </p:spPr>
        <p:txBody>
          <a:bodyPr>
            <a:noAutofit/>
          </a:bodyPr>
          <a:lstStyle/>
          <a:p>
            <a:pPr algn="ctr"/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  <a:cs typeface="Aharoni" panose="02010803020104030203" pitchFamily="2" charset="-79"/>
              </a:rPr>
              <a:t>¿QUIÉN SUFRIÓ los clavos en dolor?</a:t>
            </a:r>
            <a:b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  <a:cs typeface="Aharoni" panose="02010803020104030203" pitchFamily="2" charset="-79"/>
              </a:rPr>
            </a:br>
            <a:endParaRPr lang="es-CO" sz="66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Tw Cen MT Condensed Extra Bold" panose="020B0803020202020204" pitchFamily="34" charset="0"/>
              <a:cs typeface="Aharoni" panose="02010803020104030203" pitchFamily="2" charset="-79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936AC133-7E23-44BF-A97B-0EF4941EF3DB}"/>
              </a:ext>
            </a:extLst>
          </p:cNvPr>
          <p:cNvSpPr txBox="1"/>
          <p:nvPr/>
        </p:nvSpPr>
        <p:spPr>
          <a:xfrm>
            <a:off x="5337313" y="101876"/>
            <a:ext cx="38066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latin typeface="Arial Rounded MT Bold" panose="020F0704030504030204" pitchFamily="34" charset="0"/>
                <a:cs typeface="Aharoni" panose="02010803020104030203" pitchFamily="2" charset="-79"/>
              </a:rPr>
              <a:t>CONTEMPLA A DIOS</a:t>
            </a:r>
          </a:p>
        </p:txBody>
      </p:sp>
    </p:spTree>
    <p:extLst>
      <p:ext uri="{BB962C8B-B14F-4D97-AF65-F5344CB8AC3E}">
        <p14:creationId xmlns:p14="http://schemas.microsoft.com/office/powerpoint/2010/main" val="19119462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0E5DEF-B53D-47E2-B783-5ABA7C63C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571" y="1016845"/>
            <a:ext cx="7316857" cy="994172"/>
          </a:xfrm>
        </p:spPr>
        <p:txBody>
          <a:bodyPr>
            <a:noAutofit/>
          </a:bodyPr>
          <a:lstStyle/>
          <a:p>
            <a:pPr algn="ctr"/>
            <a:b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  <a:cs typeface="Aharoni" panose="02010803020104030203" pitchFamily="2" charset="-79"/>
              </a:rPr>
            </a:br>
            <a:b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  <a:cs typeface="Aharoni" panose="02010803020104030203" pitchFamily="2" charset="-79"/>
              </a:rPr>
            </a:b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  <a:cs typeface="Aharoni" panose="02010803020104030203" pitchFamily="2" charset="-79"/>
              </a:rPr>
              <a:t>¿QUIÉN LLEVÓ el mal del pecador?</a:t>
            </a:r>
            <a:endParaRPr lang="es-CO" sz="66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Tw Cen MT Condensed Extra Bold" panose="020B0803020202020204" pitchFamily="34" charset="0"/>
              <a:cs typeface="Aharoni" panose="02010803020104030203" pitchFamily="2" charset="-79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936AC133-7E23-44BF-A97B-0EF4941EF3DB}"/>
              </a:ext>
            </a:extLst>
          </p:cNvPr>
          <p:cNvSpPr txBox="1"/>
          <p:nvPr/>
        </p:nvSpPr>
        <p:spPr>
          <a:xfrm>
            <a:off x="5337313" y="101876"/>
            <a:ext cx="38066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latin typeface="Arial Rounded MT Bold" panose="020F0704030504030204" pitchFamily="34" charset="0"/>
                <a:cs typeface="Aharoni" panose="02010803020104030203" pitchFamily="2" charset="-79"/>
              </a:rPr>
              <a:t>CONTEMPLA A DIOS</a:t>
            </a:r>
          </a:p>
        </p:txBody>
      </p:sp>
    </p:spTree>
    <p:extLst>
      <p:ext uri="{BB962C8B-B14F-4D97-AF65-F5344CB8AC3E}">
        <p14:creationId xmlns:p14="http://schemas.microsoft.com/office/powerpoint/2010/main" val="36260938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861FB2-4329-45AE-83D7-EBDD7D5963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2878" y="2288228"/>
            <a:ext cx="6818243" cy="994172"/>
          </a:xfrm>
        </p:spPr>
        <p:txBody>
          <a:bodyPr>
            <a:noAutofit/>
          </a:bodyPr>
          <a:lstStyle/>
          <a:p>
            <a:pPr algn="ctr"/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  <a:cs typeface="Aharoni" panose="02010803020104030203" pitchFamily="2" charset="-79"/>
              </a:rPr>
              <a:t>JESUCRISTO, humilde al perecer</a:t>
            </a:r>
            <a:b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  <a:cs typeface="Aharoni" panose="02010803020104030203" pitchFamily="2" charset="-79"/>
              </a:rPr>
            </a:br>
            <a:endParaRPr lang="es-CO" sz="66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Tw Cen MT Condensed Extra Bold" panose="020B0803020202020204" pitchFamily="34" charset="0"/>
              <a:cs typeface="Aharoni" panose="02010803020104030203" pitchFamily="2" charset="-79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A299E9C-F72C-40C6-BE75-F76D571828FC}"/>
              </a:ext>
            </a:extLst>
          </p:cNvPr>
          <p:cNvSpPr txBox="1"/>
          <p:nvPr/>
        </p:nvSpPr>
        <p:spPr>
          <a:xfrm>
            <a:off x="5337313" y="154885"/>
            <a:ext cx="38066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latin typeface="Arial Rounded MT Bold" panose="020F0704030504030204" pitchFamily="34" charset="0"/>
                <a:cs typeface="Aharoni" panose="02010803020104030203" pitchFamily="2" charset="-79"/>
              </a:rPr>
              <a:t>CONTEMPLA A DIOS</a:t>
            </a:r>
          </a:p>
        </p:txBody>
      </p:sp>
    </p:spTree>
    <p:extLst>
      <p:ext uri="{BB962C8B-B14F-4D97-AF65-F5344CB8AC3E}">
        <p14:creationId xmlns:p14="http://schemas.microsoft.com/office/powerpoint/2010/main" val="16991461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861FB2-4329-45AE-83D7-EBDD7D5963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2878" y="1744889"/>
            <a:ext cx="6818243" cy="994172"/>
          </a:xfrm>
        </p:spPr>
        <p:txBody>
          <a:bodyPr>
            <a:noAutofit/>
          </a:bodyPr>
          <a:lstStyle/>
          <a:p>
            <a:pPr algn="ctr"/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  <a:cs typeface="Aharoni" panose="02010803020104030203" pitchFamily="2" charset="-79"/>
              </a:rPr>
              <a:t>Ha TRIUNFADO y REINA con PODER</a:t>
            </a:r>
            <a:endParaRPr lang="es-CO" sz="66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Tw Cen MT Condensed Extra Bold" panose="020B0803020202020204" pitchFamily="34" charset="0"/>
              <a:cs typeface="Aharoni" panose="02010803020104030203" pitchFamily="2" charset="-79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A299E9C-F72C-40C6-BE75-F76D571828FC}"/>
              </a:ext>
            </a:extLst>
          </p:cNvPr>
          <p:cNvSpPr txBox="1"/>
          <p:nvPr/>
        </p:nvSpPr>
        <p:spPr>
          <a:xfrm>
            <a:off x="5337313" y="154885"/>
            <a:ext cx="38066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latin typeface="Arial Rounded MT Bold" panose="020F0704030504030204" pitchFamily="34" charset="0"/>
                <a:cs typeface="Aharoni" panose="02010803020104030203" pitchFamily="2" charset="-79"/>
              </a:rPr>
              <a:t>CONTEMPLA A DIOS</a:t>
            </a:r>
          </a:p>
        </p:txBody>
      </p:sp>
    </p:spTree>
    <p:extLst>
      <p:ext uri="{BB962C8B-B14F-4D97-AF65-F5344CB8AC3E}">
        <p14:creationId xmlns:p14="http://schemas.microsoft.com/office/powerpoint/2010/main" val="34319081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CD0019-4B2A-4F8C-BAAC-90FA4F0C0E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4487" y="1326565"/>
            <a:ext cx="5915025" cy="1713983"/>
          </a:xfrm>
        </p:spPr>
        <p:txBody>
          <a:bodyPr>
            <a:noAutofit/>
          </a:bodyPr>
          <a:lstStyle/>
          <a:p>
            <a:pPr algn="ctr"/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  <a:cs typeface="Aharoni" panose="02010803020104030203" pitchFamily="2" charset="-79"/>
              </a:rPr>
              <a:t>Contempla a DIOS</a:t>
            </a:r>
            <a:b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  <a:cs typeface="Aharoni" panose="02010803020104030203" pitchFamily="2" charset="-79"/>
              </a:rPr>
            </a:b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  <a:cs typeface="Aharoni" panose="02010803020104030203" pitchFamily="2" charset="-79"/>
              </a:rPr>
              <a:t>En su trono está</a:t>
            </a:r>
            <a:endParaRPr lang="es-CO" sz="66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Tw Cen MT Condensed Extra Bold" panose="020B0803020202020204" pitchFamily="34" charset="0"/>
              <a:cs typeface="Aharoni" panose="02010803020104030203" pitchFamily="2" charset="-79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B1DB1317-7509-434A-B78E-973978AE65DB}"/>
              </a:ext>
            </a:extLst>
          </p:cNvPr>
          <p:cNvSpPr txBox="1"/>
          <p:nvPr/>
        </p:nvSpPr>
        <p:spPr>
          <a:xfrm>
            <a:off x="5231297" y="115128"/>
            <a:ext cx="38066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latin typeface="Arial Rounded MT Bold" panose="020F0704030504030204" pitchFamily="34" charset="0"/>
                <a:cs typeface="Aharoni" panose="02010803020104030203" pitchFamily="2" charset="-79"/>
              </a:rPr>
              <a:t>CONTEMPLA A DIOS</a:t>
            </a:r>
          </a:p>
        </p:txBody>
      </p:sp>
    </p:spTree>
    <p:extLst>
      <p:ext uri="{BB962C8B-B14F-4D97-AF65-F5344CB8AC3E}">
        <p14:creationId xmlns:p14="http://schemas.microsoft.com/office/powerpoint/2010/main" val="11021075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542ED6-679E-4D99-A76E-5D6F16F88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4487" y="1256990"/>
            <a:ext cx="5915025" cy="1495322"/>
          </a:xfrm>
        </p:spPr>
        <p:txBody>
          <a:bodyPr>
            <a:noAutofit/>
          </a:bodyPr>
          <a:lstStyle/>
          <a:p>
            <a:pPr algn="ctr"/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  <a:cs typeface="Aharoni" panose="02010803020104030203" pitchFamily="2" charset="-79"/>
              </a:rPr>
              <a:t>Venid y adoradle</a:t>
            </a:r>
            <a:b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  <a:cs typeface="Aharoni" panose="02010803020104030203" pitchFamily="2" charset="-79"/>
              </a:rPr>
            </a:b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  <a:cs typeface="Aharoni" panose="02010803020104030203" pitchFamily="2" charset="-79"/>
              </a:rPr>
              <a:t>Contempla al REY</a:t>
            </a:r>
            <a:endParaRPr lang="es-CO" sz="66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Tw Cen MT Condensed Extra Bold" panose="020B0803020202020204" pitchFamily="34" charset="0"/>
              <a:cs typeface="Aharoni" panose="02010803020104030203" pitchFamily="2" charset="-79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A57EAA3-6EAF-4D6A-8D2E-FCF3EB47BEB3}"/>
              </a:ext>
            </a:extLst>
          </p:cNvPr>
          <p:cNvSpPr txBox="1"/>
          <p:nvPr/>
        </p:nvSpPr>
        <p:spPr>
          <a:xfrm>
            <a:off x="5337313" y="128380"/>
            <a:ext cx="38066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latin typeface="Arial Rounded MT Bold" panose="020F0704030504030204" pitchFamily="34" charset="0"/>
                <a:cs typeface="Aharoni" panose="02010803020104030203" pitchFamily="2" charset="-79"/>
              </a:rPr>
              <a:t>CONTEMPLA A DIOS</a:t>
            </a:r>
          </a:p>
        </p:txBody>
      </p:sp>
    </p:spTree>
    <p:extLst>
      <p:ext uri="{BB962C8B-B14F-4D97-AF65-F5344CB8AC3E}">
        <p14:creationId xmlns:p14="http://schemas.microsoft.com/office/powerpoint/2010/main" val="883917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AF42A3-8B77-458F-9D55-877F7C119E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4487" y="1329879"/>
            <a:ext cx="5915025" cy="1564895"/>
          </a:xfrm>
        </p:spPr>
        <p:txBody>
          <a:bodyPr>
            <a:noAutofit/>
          </a:bodyPr>
          <a:lstStyle/>
          <a:p>
            <a:pPr algn="ctr"/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  <a:cs typeface="Aharoni" panose="02010803020104030203" pitchFamily="2" charset="-79"/>
              </a:rPr>
              <a:t>Nadie es como ÉL</a:t>
            </a:r>
            <a:b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  <a:cs typeface="Aharoni" panose="02010803020104030203" pitchFamily="2" charset="-79"/>
              </a:rPr>
            </a:b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  <a:cs typeface="Aharoni" panose="02010803020104030203" pitchFamily="2" charset="-79"/>
              </a:rPr>
              <a:t>Venid y adoradle</a:t>
            </a:r>
            <a:endParaRPr lang="es-CO" sz="66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Tw Cen MT Condensed Extra Bold" panose="020B0803020202020204" pitchFamily="34" charset="0"/>
              <a:cs typeface="Aharoni" panose="02010803020104030203" pitchFamily="2" charset="-79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3D476D8-BAEF-4A91-A50F-B18B6F636AE9}"/>
              </a:ext>
            </a:extLst>
          </p:cNvPr>
          <p:cNvSpPr txBox="1"/>
          <p:nvPr/>
        </p:nvSpPr>
        <p:spPr>
          <a:xfrm>
            <a:off x="5337313" y="128380"/>
            <a:ext cx="38066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latin typeface="Arial Rounded MT Bold" panose="020F0704030504030204" pitchFamily="34" charset="0"/>
                <a:cs typeface="Aharoni" panose="02010803020104030203" pitchFamily="2" charset="-79"/>
              </a:rPr>
              <a:t>CONTEMPLA A DIOS</a:t>
            </a:r>
          </a:p>
        </p:txBody>
      </p:sp>
    </p:spTree>
    <p:extLst>
      <p:ext uri="{BB962C8B-B14F-4D97-AF65-F5344CB8AC3E}">
        <p14:creationId xmlns:p14="http://schemas.microsoft.com/office/powerpoint/2010/main" val="230965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30FAF0-A5B0-437A-8037-10C889B0B1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74" y="1867948"/>
            <a:ext cx="7776851" cy="994172"/>
          </a:xfrm>
        </p:spPr>
        <p:txBody>
          <a:bodyPr>
            <a:noAutofit/>
          </a:bodyPr>
          <a:lstStyle/>
          <a:p>
            <a:r>
              <a:rPr lang="es-CO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  <a:cs typeface="Aharoni" panose="02010803020104030203" pitchFamily="2" charset="-79"/>
              </a:rPr>
              <a:t>¡Reinarás por siempre!</a:t>
            </a:r>
            <a:br>
              <a:rPr lang="es-CO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  <a:cs typeface="Aharoni" panose="02010803020104030203" pitchFamily="2" charset="-79"/>
              </a:rPr>
            </a:br>
            <a:endParaRPr lang="es-CO" sz="66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Tw Cen MT Condensed Extra Bold" panose="020B0803020202020204" pitchFamily="34" charset="0"/>
              <a:cs typeface="Aharoni" panose="02010803020104030203" pitchFamily="2" charset="-79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272C606C-5FCC-4407-A728-615C33139D32}"/>
              </a:ext>
            </a:extLst>
          </p:cNvPr>
          <p:cNvSpPr txBox="1">
            <a:spLocks/>
          </p:cNvSpPr>
          <p:nvPr/>
        </p:nvSpPr>
        <p:spPr>
          <a:xfrm>
            <a:off x="1014879" y="2225408"/>
            <a:ext cx="7832086" cy="99417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br>
              <a:rPr lang="es-CO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  <a:cs typeface="Aharoni" panose="02010803020104030203" pitchFamily="2" charset="-79"/>
              </a:rPr>
            </a:br>
            <a:r>
              <a:rPr lang="es-CO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  <a:cs typeface="Aharoni" panose="02010803020104030203" pitchFamily="2" charset="-79"/>
              </a:rPr>
              <a:t>Que tu gloria brille hoy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3C98B38F-0D7F-4DCC-A8D7-0AEFB391760D}"/>
              </a:ext>
            </a:extLst>
          </p:cNvPr>
          <p:cNvSpPr txBox="1"/>
          <p:nvPr/>
        </p:nvSpPr>
        <p:spPr>
          <a:xfrm>
            <a:off x="5337313" y="128380"/>
            <a:ext cx="38066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latin typeface="Arial Rounded MT Bold" panose="020F0704030504030204" pitchFamily="34" charset="0"/>
                <a:cs typeface="Aharoni" panose="02010803020104030203" pitchFamily="2" charset="-79"/>
              </a:rPr>
              <a:t>CONTEMPLA A DIOS</a:t>
            </a:r>
          </a:p>
        </p:txBody>
      </p:sp>
    </p:spTree>
    <p:extLst>
      <p:ext uri="{BB962C8B-B14F-4D97-AF65-F5344CB8AC3E}">
        <p14:creationId xmlns:p14="http://schemas.microsoft.com/office/powerpoint/2010/main" val="10609957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30FAF0-A5B0-437A-8037-10C889B0B1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74" y="1867948"/>
            <a:ext cx="7776851" cy="994172"/>
          </a:xfrm>
        </p:spPr>
        <p:txBody>
          <a:bodyPr>
            <a:noAutofit/>
          </a:bodyPr>
          <a:lstStyle/>
          <a:p>
            <a:r>
              <a:rPr lang="es-CO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  <a:cs typeface="Aharoni" panose="02010803020104030203" pitchFamily="2" charset="-79"/>
              </a:rPr>
              <a:t>¡Reinarás por siempre!</a:t>
            </a:r>
            <a:br>
              <a:rPr lang="es-CO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  <a:cs typeface="Aharoni" panose="02010803020104030203" pitchFamily="2" charset="-79"/>
              </a:rPr>
            </a:br>
            <a:endParaRPr lang="es-CO" sz="66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Tw Cen MT Condensed Extra Bold" panose="020B0803020202020204" pitchFamily="34" charset="0"/>
              <a:cs typeface="Aharoni" panose="02010803020104030203" pitchFamily="2" charset="-79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272C606C-5FCC-4407-A728-615C33139D32}"/>
              </a:ext>
            </a:extLst>
          </p:cNvPr>
          <p:cNvSpPr txBox="1">
            <a:spLocks/>
          </p:cNvSpPr>
          <p:nvPr/>
        </p:nvSpPr>
        <p:spPr>
          <a:xfrm>
            <a:off x="1014879" y="2225408"/>
            <a:ext cx="7832086" cy="99417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br>
              <a:rPr lang="es-CO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  <a:cs typeface="Aharoni" panose="02010803020104030203" pitchFamily="2" charset="-79"/>
              </a:rPr>
            </a:br>
            <a:r>
              <a:rPr lang="es-CO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  <a:cs typeface="Aharoni" panose="02010803020104030203" pitchFamily="2" charset="-79"/>
              </a:rPr>
              <a:t>Que tu gloria brille hoy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3C98B38F-0D7F-4DCC-A8D7-0AEFB391760D}"/>
              </a:ext>
            </a:extLst>
          </p:cNvPr>
          <p:cNvSpPr txBox="1"/>
          <p:nvPr/>
        </p:nvSpPr>
        <p:spPr>
          <a:xfrm>
            <a:off x="5337313" y="128380"/>
            <a:ext cx="38066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latin typeface="Arial Rounded MT Bold" panose="020F0704030504030204" pitchFamily="34" charset="0"/>
                <a:cs typeface="Aharoni" panose="02010803020104030203" pitchFamily="2" charset="-79"/>
              </a:rPr>
              <a:t>CONTEMPLA A DIOS</a:t>
            </a:r>
          </a:p>
        </p:txBody>
      </p:sp>
    </p:spTree>
    <p:extLst>
      <p:ext uri="{BB962C8B-B14F-4D97-AF65-F5344CB8AC3E}">
        <p14:creationId xmlns:p14="http://schemas.microsoft.com/office/powerpoint/2010/main" val="26464652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30FAF0-A5B0-437A-8037-10C889B0B1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74" y="1867948"/>
            <a:ext cx="7776851" cy="994172"/>
          </a:xfrm>
        </p:spPr>
        <p:txBody>
          <a:bodyPr>
            <a:noAutofit/>
          </a:bodyPr>
          <a:lstStyle/>
          <a:p>
            <a:r>
              <a:rPr lang="es-CO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  <a:cs typeface="Aharoni" panose="02010803020104030203" pitchFamily="2" charset="-79"/>
              </a:rPr>
              <a:t>¡Reinarás por siempre!</a:t>
            </a:r>
            <a:br>
              <a:rPr lang="es-CO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  <a:cs typeface="Aharoni" panose="02010803020104030203" pitchFamily="2" charset="-79"/>
              </a:rPr>
            </a:br>
            <a:endParaRPr lang="es-CO" sz="66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Tw Cen MT Condensed Extra Bold" panose="020B0803020202020204" pitchFamily="34" charset="0"/>
              <a:cs typeface="Aharoni" panose="02010803020104030203" pitchFamily="2" charset="-79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272C606C-5FCC-4407-A728-615C33139D32}"/>
              </a:ext>
            </a:extLst>
          </p:cNvPr>
          <p:cNvSpPr txBox="1">
            <a:spLocks/>
          </p:cNvSpPr>
          <p:nvPr/>
        </p:nvSpPr>
        <p:spPr>
          <a:xfrm>
            <a:off x="1014879" y="2225408"/>
            <a:ext cx="7832086" cy="99417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br>
              <a:rPr lang="es-CO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  <a:cs typeface="Aharoni" panose="02010803020104030203" pitchFamily="2" charset="-79"/>
              </a:rPr>
            </a:br>
            <a:r>
              <a:rPr lang="es-CO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  <a:cs typeface="Aharoni" panose="02010803020104030203" pitchFamily="2" charset="-79"/>
              </a:rPr>
              <a:t>Que tu gloria brille hoy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3C98B38F-0D7F-4DCC-A8D7-0AEFB391760D}"/>
              </a:ext>
            </a:extLst>
          </p:cNvPr>
          <p:cNvSpPr txBox="1"/>
          <p:nvPr/>
        </p:nvSpPr>
        <p:spPr>
          <a:xfrm>
            <a:off x="5337313" y="128380"/>
            <a:ext cx="38066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latin typeface="Arial Rounded MT Bold" panose="020F0704030504030204" pitchFamily="34" charset="0"/>
                <a:cs typeface="Aharoni" panose="02010803020104030203" pitchFamily="2" charset="-79"/>
              </a:rPr>
              <a:t>CONTEMPLA A DIOS</a:t>
            </a:r>
          </a:p>
        </p:txBody>
      </p:sp>
    </p:spTree>
    <p:extLst>
      <p:ext uri="{BB962C8B-B14F-4D97-AF65-F5344CB8AC3E}">
        <p14:creationId xmlns:p14="http://schemas.microsoft.com/office/powerpoint/2010/main" val="36284996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30FAF0-A5B0-437A-8037-10C889B0B1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74" y="1867948"/>
            <a:ext cx="7776851" cy="994172"/>
          </a:xfrm>
        </p:spPr>
        <p:txBody>
          <a:bodyPr>
            <a:noAutofit/>
          </a:bodyPr>
          <a:lstStyle/>
          <a:p>
            <a:r>
              <a:rPr lang="es-CO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  <a:cs typeface="Aharoni" panose="02010803020104030203" pitchFamily="2" charset="-79"/>
              </a:rPr>
              <a:t>¡Reinarás por siempre!</a:t>
            </a:r>
            <a:br>
              <a:rPr lang="es-CO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  <a:cs typeface="Aharoni" panose="02010803020104030203" pitchFamily="2" charset="-79"/>
              </a:rPr>
            </a:br>
            <a:endParaRPr lang="es-CO" sz="66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Tw Cen MT Condensed Extra Bold" panose="020B0803020202020204" pitchFamily="34" charset="0"/>
              <a:cs typeface="Aharoni" panose="02010803020104030203" pitchFamily="2" charset="-79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272C606C-5FCC-4407-A728-615C33139D32}"/>
              </a:ext>
            </a:extLst>
          </p:cNvPr>
          <p:cNvSpPr txBox="1">
            <a:spLocks/>
          </p:cNvSpPr>
          <p:nvPr/>
        </p:nvSpPr>
        <p:spPr>
          <a:xfrm>
            <a:off x="1014879" y="2225408"/>
            <a:ext cx="7832086" cy="99417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br>
              <a:rPr lang="es-CO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  <a:cs typeface="Aharoni" panose="02010803020104030203" pitchFamily="2" charset="-79"/>
              </a:rPr>
            </a:br>
            <a:r>
              <a:rPr lang="es-CO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  <a:cs typeface="Aharoni" panose="02010803020104030203" pitchFamily="2" charset="-79"/>
              </a:rPr>
              <a:t>Que tu gloria brille hoy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3C98B38F-0D7F-4DCC-A8D7-0AEFB391760D}"/>
              </a:ext>
            </a:extLst>
          </p:cNvPr>
          <p:cNvSpPr txBox="1"/>
          <p:nvPr/>
        </p:nvSpPr>
        <p:spPr>
          <a:xfrm>
            <a:off x="5337313" y="128380"/>
            <a:ext cx="38066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latin typeface="Arial Rounded MT Bold" panose="020F0704030504030204" pitchFamily="34" charset="0"/>
                <a:cs typeface="Aharoni" panose="02010803020104030203" pitchFamily="2" charset="-79"/>
              </a:rPr>
              <a:t>CONTEMPLA A DIOS</a:t>
            </a:r>
          </a:p>
        </p:txBody>
      </p:sp>
    </p:spTree>
    <p:extLst>
      <p:ext uri="{BB962C8B-B14F-4D97-AF65-F5344CB8AC3E}">
        <p14:creationId xmlns:p14="http://schemas.microsoft.com/office/powerpoint/2010/main" val="21290633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CD0019-4B2A-4F8C-BAAC-90FA4F0C0E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4487" y="1326565"/>
            <a:ext cx="5915025" cy="1713983"/>
          </a:xfrm>
        </p:spPr>
        <p:txBody>
          <a:bodyPr>
            <a:noAutofit/>
          </a:bodyPr>
          <a:lstStyle/>
          <a:p>
            <a:pPr algn="ctr"/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  <a:cs typeface="Aharoni" panose="02010803020104030203" pitchFamily="2" charset="-79"/>
              </a:rPr>
              <a:t>Contempla a DIOS</a:t>
            </a:r>
            <a:b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  <a:cs typeface="Aharoni" panose="02010803020104030203" pitchFamily="2" charset="-79"/>
              </a:rPr>
            </a:b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  <a:cs typeface="Aharoni" panose="02010803020104030203" pitchFamily="2" charset="-79"/>
              </a:rPr>
              <a:t>En su trono está</a:t>
            </a:r>
            <a:endParaRPr lang="es-CO" sz="66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Tw Cen MT Condensed Extra Bold" panose="020B0803020202020204" pitchFamily="34" charset="0"/>
              <a:cs typeface="Aharoni" panose="02010803020104030203" pitchFamily="2" charset="-79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B1DB1317-7509-434A-B78E-973978AE65DB}"/>
              </a:ext>
            </a:extLst>
          </p:cNvPr>
          <p:cNvSpPr txBox="1"/>
          <p:nvPr/>
        </p:nvSpPr>
        <p:spPr>
          <a:xfrm>
            <a:off x="5231297" y="115128"/>
            <a:ext cx="38066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latin typeface="Arial Rounded MT Bold" panose="020F0704030504030204" pitchFamily="34" charset="0"/>
                <a:cs typeface="Aharoni" panose="02010803020104030203" pitchFamily="2" charset="-79"/>
              </a:rPr>
              <a:t>CONTEMPLA A DIOS</a:t>
            </a:r>
          </a:p>
        </p:txBody>
      </p:sp>
    </p:spTree>
    <p:extLst>
      <p:ext uri="{BB962C8B-B14F-4D97-AF65-F5344CB8AC3E}">
        <p14:creationId xmlns:p14="http://schemas.microsoft.com/office/powerpoint/2010/main" val="245394331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542ED6-679E-4D99-A76E-5D6F16F88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4487" y="1256990"/>
            <a:ext cx="5915025" cy="1495322"/>
          </a:xfrm>
        </p:spPr>
        <p:txBody>
          <a:bodyPr>
            <a:noAutofit/>
          </a:bodyPr>
          <a:lstStyle/>
          <a:p>
            <a:pPr algn="ctr"/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  <a:cs typeface="Aharoni" panose="02010803020104030203" pitchFamily="2" charset="-79"/>
              </a:rPr>
              <a:t>Venid y adoradle</a:t>
            </a:r>
            <a:b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  <a:cs typeface="Aharoni" panose="02010803020104030203" pitchFamily="2" charset="-79"/>
              </a:rPr>
            </a:b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  <a:cs typeface="Aharoni" panose="02010803020104030203" pitchFamily="2" charset="-79"/>
              </a:rPr>
              <a:t>Contempla al REY</a:t>
            </a:r>
            <a:endParaRPr lang="es-CO" sz="66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Tw Cen MT Condensed Extra Bold" panose="020B0803020202020204" pitchFamily="34" charset="0"/>
              <a:cs typeface="Aharoni" panose="02010803020104030203" pitchFamily="2" charset="-79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A57EAA3-6EAF-4D6A-8D2E-FCF3EB47BEB3}"/>
              </a:ext>
            </a:extLst>
          </p:cNvPr>
          <p:cNvSpPr txBox="1"/>
          <p:nvPr/>
        </p:nvSpPr>
        <p:spPr>
          <a:xfrm>
            <a:off x="5337313" y="128380"/>
            <a:ext cx="38066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latin typeface="Arial Rounded MT Bold" panose="020F0704030504030204" pitchFamily="34" charset="0"/>
                <a:cs typeface="Aharoni" panose="02010803020104030203" pitchFamily="2" charset="-79"/>
              </a:rPr>
              <a:t>CONTEMPLA A DIOS</a:t>
            </a:r>
          </a:p>
        </p:txBody>
      </p:sp>
    </p:spTree>
    <p:extLst>
      <p:ext uri="{BB962C8B-B14F-4D97-AF65-F5344CB8AC3E}">
        <p14:creationId xmlns:p14="http://schemas.microsoft.com/office/powerpoint/2010/main" val="336672381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AF42A3-8B77-458F-9D55-877F7C119E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4487" y="1329879"/>
            <a:ext cx="5915025" cy="1564895"/>
          </a:xfrm>
        </p:spPr>
        <p:txBody>
          <a:bodyPr>
            <a:noAutofit/>
          </a:bodyPr>
          <a:lstStyle/>
          <a:p>
            <a:pPr algn="ctr"/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  <a:cs typeface="Aharoni" panose="02010803020104030203" pitchFamily="2" charset="-79"/>
              </a:rPr>
              <a:t>Nadie es como ÉL</a:t>
            </a:r>
            <a:b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  <a:cs typeface="Aharoni" panose="02010803020104030203" pitchFamily="2" charset="-79"/>
              </a:rPr>
            </a:b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  <a:cs typeface="Aharoni" panose="02010803020104030203" pitchFamily="2" charset="-79"/>
              </a:rPr>
              <a:t>Venid y adoradle</a:t>
            </a:r>
            <a:endParaRPr lang="es-CO" sz="66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Tw Cen MT Condensed Extra Bold" panose="020B0803020202020204" pitchFamily="34" charset="0"/>
              <a:cs typeface="Aharoni" panose="02010803020104030203" pitchFamily="2" charset="-79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3D476D8-BAEF-4A91-A50F-B18B6F636AE9}"/>
              </a:ext>
            </a:extLst>
          </p:cNvPr>
          <p:cNvSpPr txBox="1"/>
          <p:nvPr/>
        </p:nvSpPr>
        <p:spPr>
          <a:xfrm>
            <a:off x="5337313" y="128380"/>
            <a:ext cx="38066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latin typeface="Arial Rounded MT Bold" panose="020F0704030504030204" pitchFamily="34" charset="0"/>
                <a:cs typeface="Aharoni" panose="02010803020104030203" pitchFamily="2" charset="-79"/>
              </a:rPr>
              <a:t>CONTEMPLA A DIOS</a:t>
            </a:r>
          </a:p>
        </p:txBody>
      </p:sp>
    </p:spTree>
    <p:extLst>
      <p:ext uri="{BB962C8B-B14F-4D97-AF65-F5344CB8AC3E}">
        <p14:creationId xmlns:p14="http://schemas.microsoft.com/office/powerpoint/2010/main" val="239168857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r">
          <a:defRPr sz="2800" b="1" dirty="0">
            <a:solidFill>
              <a:schemeClr val="bg1"/>
            </a:solidFill>
            <a:latin typeface="Arial Rounded MT Bold" panose="020F0704030504030204" pitchFamily="34" charset="0"/>
            <a:cs typeface="Aharoni" panose="02010803020104030203" pitchFamily="2" charset="-79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157</TotalTime>
  <Words>323</Words>
  <Application>Microsoft Office PowerPoint</Application>
  <PresentationFormat>Presentación en pantalla (4:3)</PresentationFormat>
  <Paragraphs>60</Paragraphs>
  <Slides>28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28</vt:i4>
      </vt:variant>
    </vt:vector>
  </HeadingPairs>
  <TitlesOfParts>
    <vt:vector size="34" baseType="lpstr">
      <vt:lpstr>Arial</vt:lpstr>
      <vt:lpstr>Arial Rounded MT Bold</vt:lpstr>
      <vt:lpstr>Calibri</vt:lpstr>
      <vt:lpstr>Calibri Light</vt:lpstr>
      <vt:lpstr>Tw Cen MT Condensed Extra Bold</vt:lpstr>
      <vt:lpstr>Tema de Office</vt:lpstr>
      <vt:lpstr>¿QUIÉN FORMÓ las olas al HABLAR? </vt:lpstr>
      <vt:lpstr> ¿QUIÉN CONTÓ la arena en el mar?</vt:lpstr>
      <vt:lpstr>Reyes, pueblos, tiemblan a SU VOZ </vt:lpstr>
      <vt:lpstr>  La creación le rinde ADORACIÓN</vt:lpstr>
      <vt:lpstr>Contempla a DIOS En su trono está</vt:lpstr>
      <vt:lpstr>Venid y ADORADLE Contempla al REY</vt:lpstr>
      <vt:lpstr>Nadie es como ÉL Venid y ADORADLE</vt:lpstr>
      <vt:lpstr>¿Quién le dio consejo al SEÑOR? </vt:lpstr>
      <vt:lpstr>¿Quién cuestiona lo que Él habló?</vt:lpstr>
      <vt:lpstr>¿Quién al sabio DIOS puede enseñar? </vt:lpstr>
      <vt:lpstr>¿Quién comprende su GRAN MAJESTAD?</vt:lpstr>
      <vt:lpstr>Contempla a DIOS En su trono está</vt:lpstr>
      <vt:lpstr>Venid y ADORADLE Contempla al REY</vt:lpstr>
      <vt:lpstr>Nadie es como ÉL Venid y ADORADLE</vt:lpstr>
      <vt:lpstr>¿QUIÉN SUFRIÓ los clavos en dolor? </vt:lpstr>
      <vt:lpstr>  ¿QUIÉN LLEVÓ el mal del pecador?</vt:lpstr>
      <vt:lpstr>JESUCRISTO, humilde al perecer </vt:lpstr>
      <vt:lpstr>Ha TRIUNFADO y REINA con PODER</vt:lpstr>
      <vt:lpstr>Contempla a DIOS En su trono está</vt:lpstr>
      <vt:lpstr>Venid y adoradle Contempla al REY</vt:lpstr>
      <vt:lpstr>Nadie es como ÉL Venid y adoradle</vt:lpstr>
      <vt:lpstr>¡Reinarás por siempre! </vt:lpstr>
      <vt:lpstr>¡Reinarás por siempre! </vt:lpstr>
      <vt:lpstr>¡Reinarás por siempre! </vt:lpstr>
      <vt:lpstr>¡Reinarás por siempre! </vt:lpstr>
      <vt:lpstr>Contempla a DIOS En su trono está</vt:lpstr>
      <vt:lpstr>Venid y adoradle Contempla al REY</vt:lpstr>
      <vt:lpstr>Nadie es como ÉL Venid y adoradle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wilmar cañon</dc:creator>
  <cp:lastModifiedBy>Familia Cañon Peña</cp:lastModifiedBy>
  <cp:revision>20</cp:revision>
  <dcterms:created xsi:type="dcterms:W3CDTF">2020-01-25T01:42:27Z</dcterms:created>
  <dcterms:modified xsi:type="dcterms:W3CDTF">2021-07-27T03:07:15Z</dcterms:modified>
</cp:coreProperties>
</file>