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6" r:id="rId9"/>
    <p:sldId id="284" r:id="rId10"/>
    <p:sldId id="285" r:id="rId11"/>
    <p:sldId id="286" r:id="rId12"/>
    <p:sldId id="287" r:id="rId13"/>
    <p:sldId id="275" r:id="rId14"/>
    <p:sldId id="28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2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4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9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4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1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2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2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0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8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F7845-3972-43E3-B93D-4083DD273FE4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C7241-024F-4D4B-80AE-73E380079A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4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2358629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SEÑOR </a:t>
            </a:r>
            <a:r>
              <a:rPr lang="en-US" sz="6000" b="1" dirty="0" err="1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conoces</a:t>
            </a:r>
            <a:r>
              <a:rPr lang="en-U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 mi corazón</a:t>
            </a:r>
            <a:br>
              <a:rPr lang="en-U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351428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407435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Aun cuando te fallo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/Sé que me amas/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06231D-77C2-4AA1-9AA7-FF4DBB1AE1D0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92076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350319" y="1160480"/>
            <a:ext cx="9844637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Con tu presencia cuidándome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En todo tiempo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F71EAE-88FF-4D4A-A7A2-FA9582637843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AC24E0-9B25-4CA1-B616-EA7338727854}"/>
              </a:ext>
            </a:extLst>
          </p:cNvPr>
          <p:cNvSpPr/>
          <p:nvPr/>
        </p:nvSpPr>
        <p:spPr>
          <a:xfrm>
            <a:off x="-157135" y="2932710"/>
            <a:ext cx="9144000" cy="99257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/Sé que me amas/</a:t>
            </a:r>
          </a:p>
        </p:txBody>
      </p:sp>
    </p:spTree>
    <p:extLst>
      <p:ext uri="{BB962C8B-B14F-4D97-AF65-F5344CB8AC3E}">
        <p14:creationId xmlns:p14="http://schemas.microsoft.com/office/powerpoint/2010/main" val="283909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692708"/>
            <a:ext cx="9144000" cy="274690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Hoy me postro ante Jesús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Quien dio su SANGRE en la CRUZ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7CD603-D59B-4F5C-B70A-B0B92ABB83E5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215371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" y="1513091"/>
            <a:ext cx="914399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No hay amor como este igual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MURIÓ y RESUCITÓ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935D6A-F64D-4532-A57D-CFA6E1CC6531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213620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169318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Sobre la muerte venció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Nada me separará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19BE58-A6AF-4713-9233-894449942AA2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3670851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030310" y="1513091"/>
            <a:ext cx="708338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Tú vas conmigo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Cuidas mi andar </a:t>
            </a:r>
          </a:p>
          <a:p>
            <a:pPr algn="ctr"/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B4B58C-5647-4448-8AD4-A974DF150E55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284856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347097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Tú me sostienes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/Sé que me amas/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B2DC2C-81BD-4BE9-90FA-21D9A676061C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54804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692708"/>
            <a:ext cx="9144000" cy="274690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Hoy me postro ante Jesús</a:t>
            </a:r>
          </a:p>
          <a:p>
            <a:pPr algn="ctr"/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Quien dio su SANGRE en la CRUZ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endParaRPr lang="es-ES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9AE047-7AF8-4AD0-8E83-3C7F01A39804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3264378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" y="1443816"/>
            <a:ext cx="9143999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No hay amor como este igual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Él MURIÓ y RESUCITÓ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025D304-53EB-4B85-AED0-27B8C1BEA62E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4010919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169318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Sobre la muerte venció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Nada me separará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295E06-E9F5-4DEF-B317-540450F2B241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47532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59" y="1010127"/>
            <a:ext cx="7753082" cy="376256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/Su inmenso amor </a:t>
            </a:r>
          </a:p>
          <a:p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Me dio SALVACIÓN </a:t>
            </a:r>
          </a:p>
          <a:p>
            <a:pPr algn="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Al morir por </a:t>
            </a:r>
          </a:p>
          <a:p>
            <a:pPr algn="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mí en la CRUZ/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50CB77-DF93-4EFE-A35E-28DDF0113D78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214271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8892" y="1101409"/>
            <a:ext cx="8932551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en las tormentas </a:t>
            </a:r>
          </a:p>
          <a:p>
            <a:pPr algn="ctr"/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o tempestad</a:t>
            </a:r>
            <a:b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</a:br>
            <a:r>
              <a:rPr lang="es-ES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TÚ VAS CONMIGO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618ED6-F56F-4E51-A5BB-93EFA4310412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</p:spTree>
    <p:extLst>
      <p:ext uri="{BB962C8B-B14F-4D97-AF65-F5344CB8AC3E}">
        <p14:creationId xmlns:p14="http://schemas.microsoft.com/office/powerpoint/2010/main" val="215761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E618ED6-F56F-4E51-A5BB-93EFA4310412}"/>
              </a:ext>
            </a:extLst>
          </p:cNvPr>
          <p:cNvSpPr/>
          <p:nvPr/>
        </p:nvSpPr>
        <p:spPr>
          <a:xfrm>
            <a:off x="7135309" y="193865"/>
            <a:ext cx="20086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17B3B4-870A-4D04-826C-E52C2B0EB433}"/>
              </a:ext>
            </a:extLst>
          </p:cNvPr>
          <p:cNvSpPr/>
          <p:nvPr/>
        </p:nvSpPr>
        <p:spPr>
          <a:xfrm>
            <a:off x="85152" y="2344088"/>
            <a:ext cx="9144000" cy="108491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/Sé que me amas/</a:t>
            </a:r>
          </a:p>
        </p:txBody>
      </p:sp>
    </p:spTree>
    <p:extLst>
      <p:ext uri="{BB962C8B-B14F-4D97-AF65-F5344CB8AC3E}">
        <p14:creationId xmlns:p14="http://schemas.microsoft.com/office/powerpoint/2010/main" val="1756993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181</Words>
  <Application>Microsoft Office PowerPoint</Application>
  <PresentationFormat>Presentación en pantalla (4:3)</PresentationFormat>
  <Paragraphs>38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Arial Rounded MT Bold</vt:lpstr>
      <vt:lpstr>Calibri</vt:lpstr>
      <vt:lpstr>Calibri Light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Yecika Serrato G</dc:creator>
  <cp:lastModifiedBy>Familia Cañon Peña</cp:lastModifiedBy>
  <cp:revision>25</cp:revision>
  <dcterms:created xsi:type="dcterms:W3CDTF">2020-07-10T04:01:43Z</dcterms:created>
  <dcterms:modified xsi:type="dcterms:W3CDTF">2021-07-27T03:29:35Z</dcterms:modified>
</cp:coreProperties>
</file>