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73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96" y="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91CF-906D-4C14-8811-E9DB7BDE69E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472C-44CA-40B7-A521-68F30A89620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1564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91CF-906D-4C14-8811-E9DB7BDE69E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472C-44CA-40B7-A521-68F30A89620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2843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91CF-906D-4C14-8811-E9DB7BDE69E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472C-44CA-40B7-A521-68F30A89620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880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91CF-906D-4C14-8811-E9DB7BDE69E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472C-44CA-40B7-A521-68F30A89620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8913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91CF-906D-4C14-8811-E9DB7BDE69E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472C-44CA-40B7-A521-68F30A89620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9743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91CF-906D-4C14-8811-E9DB7BDE69E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472C-44CA-40B7-A521-68F30A89620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4264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91CF-906D-4C14-8811-E9DB7BDE69E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472C-44CA-40B7-A521-68F30A89620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3413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91CF-906D-4C14-8811-E9DB7BDE69E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472C-44CA-40B7-A521-68F30A89620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5002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91CF-906D-4C14-8811-E9DB7BDE69E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472C-44CA-40B7-A521-68F30A89620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1373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91CF-906D-4C14-8811-E9DB7BDE69E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472C-44CA-40B7-A521-68F30A89620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7006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591CF-906D-4C14-8811-E9DB7BDE69E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472C-44CA-40B7-A521-68F30A89620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1502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6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8591CF-906D-4C14-8811-E9DB7BDE69E5}" type="datetimeFigureOut">
              <a:rPr lang="es-CO" smtClean="0"/>
              <a:t>6/01/2024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4472C-44CA-40B7-A521-68F30A89620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2035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2667000" y="1124744"/>
            <a:ext cx="6858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Guíame DIOS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Yo te seguiré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B104749-BF12-4F47-97B2-60664BB0C674}"/>
              </a:ext>
            </a:extLst>
          </p:cNvPr>
          <p:cNvSpPr txBox="1"/>
          <p:nvPr/>
        </p:nvSpPr>
        <p:spPr>
          <a:xfrm>
            <a:off x="8184232" y="332657"/>
            <a:ext cx="2322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GUÍAME DIOS</a:t>
            </a:r>
          </a:p>
        </p:txBody>
      </p:sp>
    </p:spTree>
    <p:extLst>
      <p:ext uri="{BB962C8B-B14F-4D97-AF65-F5344CB8AC3E}">
        <p14:creationId xmlns:p14="http://schemas.microsoft.com/office/powerpoint/2010/main" val="1303683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667000" y="1196752"/>
            <a:ext cx="685800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Guíame DIOS </a:t>
            </a:r>
          </a:p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Yo IRÉ</a:t>
            </a:r>
            <a:endParaRPr lang="es-CO" sz="72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4030BBA-96C0-4A35-8D24-C91417B2F9E9}"/>
              </a:ext>
            </a:extLst>
          </p:cNvPr>
          <p:cNvSpPr txBox="1"/>
          <p:nvPr/>
        </p:nvSpPr>
        <p:spPr>
          <a:xfrm>
            <a:off x="8184232" y="332657"/>
            <a:ext cx="2322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GUÍAME DIOS</a:t>
            </a:r>
          </a:p>
        </p:txBody>
      </p:sp>
    </p:spTree>
    <p:extLst>
      <p:ext uri="{BB962C8B-B14F-4D97-AF65-F5344CB8AC3E}">
        <p14:creationId xmlns:p14="http://schemas.microsoft.com/office/powerpoint/2010/main" val="2383233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487361" y="1052736"/>
            <a:ext cx="685800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Me has llamado</a:t>
            </a:r>
          </a:p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Te obedeceré</a:t>
            </a:r>
            <a:endParaRPr lang="es-CO" sz="72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26D02CE-C36D-436E-A697-3A8FBA3518CD}"/>
              </a:ext>
            </a:extLst>
          </p:cNvPr>
          <p:cNvSpPr txBox="1"/>
          <p:nvPr/>
        </p:nvSpPr>
        <p:spPr>
          <a:xfrm>
            <a:off x="8184232" y="332657"/>
            <a:ext cx="2322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GUÍAME DIOS</a:t>
            </a:r>
          </a:p>
        </p:txBody>
      </p:sp>
    </p:spTree>
    <p:extLst>
      <p:ext uri="{BB962C8B-B14F-4D97-AF65-F5344CB8AC3E}">
        <p14:creationId xmlns:p14="http://schemas.microsoft.com/office/powerpoint/2010/main" val="10142269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667000" y="1052736"/>
            <a:ext cx="685800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Guíame DIOS </a:t>
            </a:r>
          </a:p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Yo IRÉ</a:t>
            </a:r>
            <a:endParaRPr lang="es-CO" sz="72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F08BFAD-11D1-4CA8-AC3A-8884B8C07D80}"/>
              </a:ext>
            </a:extLst>
          </p:cNvPr>
          <p:cNvSpPr txBox="1"/>
          <p:nvPr/>
        </p:nvSpPr>
        <p:spPr>
          <a:xfrm>
            <a:off x="8184232" y="332657"/>
            <a:ext cx="2322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GUÍAME DIOS</a:t>
            </a:r>
          </a:p>
        </p:txBody>
      </p:sp>
    </p:spTree>
    <p:extLst>
      <p:ext uri="{BB962C8B-B14F-4D97-AF65-F5344CB8AC3E}">
        <p14:creationId xmlns:p14="http://schemas.microsoft.com/office/powerpoint/2010/main" val="3345573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2667000" y="1052736"/>
            <a:ext cx="6858000" cy="131445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Guíame DIOS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Yo te seguiré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BCB3B94-046A-4B06-907E-D24572A9F6C9}"/>
              </a:ext>
            </a:extLst>
          </p:cNvPr>
          <p:cNvSpPr txBox="1"/>
          <p:nvPr/>
        </p:nvSpPr>
        <p:spPr>
          <a:xfrm>
            <a:off x="8184232" y="332657"/>
            <a:ext cx="2322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GUÍAME DIOS</a:t>
            </a:r>
          </a:p>
        </p:txBody>
      </p:sp>
    </p:spTree>
    <p:extLst>
      <p:ext uri="{BB962C8B-B14F-4D97-AF65-F5344CB8AC3E}">
        <p14:creationId xmlns:p14="http://schemas.microsoft.com/office/powerpoint/2010/main" val="4251113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667000" y="980728"/>
            <a:ext cx="685800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Guíame DIOS </a:t>
            </a:r>
          </a:p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Yo IRÉ</a:t>
            </a:r>
            <a:endParaRPr lang="es-CO" sz="72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EF883D8-7376-4D17-A421-CA5A6B62F1EB}"/>
              </a:ext>
            </a:extLst>
          </p:cNvPr>
          <p:cNvSpPr txBox="1"/>
          <p:nvPr/>
        </p:nvSpPr>
        <p:spPr>
          <a:xfrm>
            <a:off x="8184232" y="332657"/>
            <a:ext cx="2322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GUÍAME DIOS</a:t>
            </a:r>
          </a:p>
        </p:txBody>
      </p:sp>
    </p:spTree>
    <p:extLst>
      <p:ext uri="{BB962C8B-B14F-4D97-AF65-F5344CB8AC3E}">
        <p14:creationId xmlns:p14="http://schemas.microsoft.com/office/powerpoint/2010/main" val="148444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667000" y="1124744"/>
            <a:ext cx="685800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Me has llamado</a:t>
            </a:r>
          </a:p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Te obedeceré</a:t>
            </a:r>
            <a:endParaRPr lang="es-CO" sz="72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4525EFB-BD09-4C99-9EF2-5C5C5EF99A5E}"/>
              </a:ext>
            </a:extLst>
          </p:cNvPr>
          <p:cNvSpPr txBox="1"/>
          <p:nvPr/>
        </p:nvSpPr>
        <p:spPr>
          <a:xfrm>
            <a:off x="8184232" y="332657"/>
            <a:ext cx="2322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GUÍAME DIOS</a:t>
            </a:r>
          </a:p>
        </p:txBody>
      </p:sp>
    </p:spTree>
    <p:extLst>
      <p:ext uri="{BB962C8B-B14F-4D97-AF65-F5344CB8AC3E}">
        <p14:creationId xmlns:p14="http://schemas.microsoft.com/office/powerpoint/2010/main" val="2653674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667000" y="1124744"/>
            <a:ext cx="685800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/Guíame DIOS </a:t>
            </a:r>
          </a:p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Yo IRÉ/</a:t>
            </a:r>
            <a:endParaRPr lang="es-CO" sz="72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0518E2-FBCF-4731-AADE-2338F21212D6}"/>
              </a:ext>
            </a:extLst>
          </p:cNvPr>
          <p:cNvSpPr txBox="1"/>
          <p:nvPr/>
        </p:nvSpPr>
        <p:spPr>
          <a:xfrm>
            <a:off x="8184232" y="332657"/>
            <a:ext cx="2322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GUÍAME DIOS</a:t>
            </a:r>
          </a:p>
        </p:txBody>
      </p:sp>
    </p:spTree>
    <p:extLst>
      <p:ext uri="{BB962C8B-B14F-4D97-AF65-F5344CB8AC3E}">
        <p14:creationId xmlns:p14="http://schemas.microsoft.com/office/powerpoint/2010/main" val="13985206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54</Words>
  <Application>Microsoft Office PowerPoint</Application>
  <PresentationFormat>Panorámica</PresentationFormat>
  <Paragraphs>24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Agency FB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Lorena</dc:creator>
  <cp:lastModifiedBy>Camilo Ruiz Niño</cp:lastModifiedBy>
  <cp:revision>9</cp:revision>
  <dcterms:created xsi:type="dcterms:W3CDTF">2016-04-05T18:26:05Z</dcterms:created>
  <dcterms:modified xsi:type="dcterms:W3CDTF">2024-01-06T18:38:26Z</dcterms:modified>
</cp:coreProperties>
</file>