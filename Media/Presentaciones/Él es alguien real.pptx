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E0A2-32BB-415A-88C3-44258181899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2764E-4A38-4E7D-BD6B-5E3C4D88871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8405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E0A2-32BB-415A-88C3-44258181899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2764E-4A38-4E7D-BD6B-5E3C4D88871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5788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E0A2-32BB-415A-88C3-44258181899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2764E-4A38-4E7D-BD6B-5E3C4D88871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03753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E0A2-32BB-415A-88C3-44258181899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2764E-4A38-4E7D-BD6B-5E3C4D88871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0459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E0A2-32BB-415A-88C3-44258181899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2764E-4A38-4E7D-BD6B-5E3C4D88871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34462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E0A2-32BB-415A-88C3-44258181899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2764E-4A38-4E7D-BD6B-5E3C4D88871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3029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E0A2-32BB-415A-88C3-44258181899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2764E-4A38-4E7D-BD6B-5E3C4D88871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5612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E0A2-32BB-415A-88C3-44258181899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2764E-4A38-4E7D-BD6B-5E3C4D88871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63822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E0A2-32BB-415A-88C3-44258181899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2764E-4A38-4E7D-BD6B-5E3C4D88871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5759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E0A2-32BB-415A-88C3-44258181899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2764E-4A38-4E7D-BD6B-5E3C4D88871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61778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E0A2-32BB-415A-88C3-44258181899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2764E-4A38-4E7D-BD6B-5E3C4D88871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8550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DE0A2-32BB-415A-88C3-44258181899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2764E-4A38-4E7D-BD6B-5E3C4D88871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614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143000" y="1628800"/>
            <a:ext cx="6858000" cy="3078342"/>
          </a:xfrm>
        </p:spPr>
        <p:txBody>
          <a:bodyPr>
            <a:normAutofit/>
          </a:bodyPr>
          <a:lstStyle/>
          <a:p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SUBLIME GRACIA</a:t>
            </a:r>
          </a:p>
          <a:p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que dulce suena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7B9BA94-7C98-4899-8D56-FA158C9ECA13}"/>
              </a:ext>
            </a:extLst>
          </p:cNvPr>
          <p:cNvSpPr txBox="1"/>
          <p:nvPr/>
        </p:nvSpPr>
        <p:spPr>
          <a:xfrm>
            <a:off x="5076056" y="260648"/>
            <a:ext cx="4067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ES ALGUIEN REAL</a:t>
            </a:r>
          </a:p>
        </p:txBody>
      </p:sp>
    </p:spTree>
    <p:extLst>
      <p:ext uri="{BB962C8B-B14F-4D97-AF65-F5344CB8AC3E}">
        <p14:creationId xmlns:p14="http://schemas.microsoft.com/office/powerpoint/2010/main" val="2241396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81045" y="1340768"/>
            <a:ext cx="8181909" cy="307834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SALVADO fui yo pecador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Perdido fui más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SALVO SOY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DAC78EB-C4EF-498D-8FB2-F34A73FF7619}"/>
              </a:ext>
            </a:extLst>
          </p:cNvPr>
          <p:cNvSpPr txBox="1"/>
          <p:nvPr/>
        </p:nvSpPr>
        <p:spPr>
          <a:xfrm>
            <a:off x="5076056" y="260648"/>
            <a:ext cx="4067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ES ALGUIEN REAL</a:t>
            </a:r>
          </a:p>
        </p:txBody>
      </p:sp>
    </p:spTree>
    <p:extLst>
      <p:ext uri="{BB962C8B-B14F-4D97-AF65-F5344CB8AC3E}">
        <p14:creationId xmlns:p14="http://schemas.microsoft.com/office/powerpoint/2010/main" val="1971097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71500" y="2294874"/>
            <a:ext cx="8001000" cy="307834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Fui ciego más veo hoy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47DA530-E5B0-4071-8995-C167F7CA33A4}"/>
              </a:ext>
            </a:extLst>
          </p:cNvPr>
          <p:cNvSpPr txBox="1"/>
          <p:nvPr/>
        </p:nvSpPr>
        <p:spPr>
          <a:xfrm>
            <a:off x="5076056" y="260648"/>
            <a:ext cx="4067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ES ALGUIEN REAL</a:t>
            </a:r>
          </a:p>
        </p:txBody>
      </p:sp>
    </p:spTree>
    <p:extLst>
      <p:ext uri="{BB962C8B-B14F-4D97-AF65-F5344CB8AC3E}">
        <p14:creationId xmlns:p14="http://schemas.microsoft.com/office/powerpoint/2010/main" val="505051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83811" y="1412776"/>
            <a:ext cx="7576378" cy="307834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ÉL ES ALGUIEN REAL</a:t>
            </a:r>
          </a:p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Si tú buscas amor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95E3C7A-E868-4230-BEDD-2C5CA91C9AD7}"/>
              </a:ext>
            </a:extLst>
          </p:cNvPr>
          <p:cNvSpPr txBox="1"/>
          <p:nvPr/>
        </p:nvSpPr>
        <p:spPr>
          <a:xfrm>
            <a:off x="5076056" y="260648"/>
            <a:ext cx="4067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ES ALGUIEN REAL</a:t>
            </a:r>
          </a:p>
        </p:txBody>
      </p:sp>
    </p:spTree>
    <p:extLst>
      <p:ext uri="{BB962C8B-B14F-4D97-AF65-F5344CB8AC3E}">
        <p14:creationId xmlns:p14="http://schemas.microsoft.com/office/powerpoint/2010/main" val="505051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25724" y="1412776"/>
            <a:ext cx="7892552" cy="307834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A quien DIOS envió</a:t>
            </a:r>
          </a:p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 ÉL ES ALGUIEN REAL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446A98D-FEB1-4383-8CA4-DC4A2A38B3A7}"/>
              </a:ext>
            </a:extLst>
          </p:cNvPr>
          <p:cNvSpPr txBox="1"/>
          <p:nvPr/>
        </p:nvSpPr>
        <p:spPr>
          <a:xfrm>
            <a:off x="5076056" y="260648"/>
            <a:ext cx="4067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ES ALGUIEN REAL</a:t>
            </a:r>
          </a:p>
        </p:txBody>
      </p:sp>
    </p:spTree>
    <p:extLst>
      <p:ext uri="{BB962C8B-B14F-4D97-AF65-F5344CB8AC3E}">
        <p14:creationId xmlns:p14="http://schemas.microsoft.com/office/powerpoint/2010/main" val="505051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00227" y="1340768"/>
            <a:ext cx="8343546" cy="307834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Ojalá pudiera enseñar</a:t>
            </a:r>
          </a:p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Al mundo a cantar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A222939-1073-4C75-A5BF-139CA0AE0EAD}"/>
              </a:ext>
            </a:extLst>
          </p:cNvPr>
          <p:cNvSpPr txBox="1"/>
          <p:nvPr/>
        </p:nvSpPr>
        <p:spPr>
          <a:xfrm>
            <a:off x="5076056" y="260648"/>
            <a:ext cx="4067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ES ALGUIEN REAL</a:t>
            </a:r>
          </a:p>
        </p:txBody>
      </p:sp>
    </p:spTree>
    <p:extLst>
      <p:ext uri="{BB962C8B-B14F-4D97-AF65-F5344CB8AC3E}">
        <p14:creationId xmlns:p14="http://schemas.microsoft.com/office/powerpoint/2010/main" val="505051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25760" y="1556792"/>
            <a:ext cx="8892480" cy="307834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Una canción de mi JESÚS</a:t>
            </a:r>
          </a:p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La </a:t>
            </a: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historia de la cruz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D2E372D-502D-4652-ADA5-C1FFFDC38B94}"/>
              </a:ext>
            </a:extLst>
          </p:cNvPr>
          <p:cNvSpPr txBox="1"/>
          <p:nvPr/>
        </p:nvSpPr>
        <p:spPr>
          <a:xfrm>
            <a:off x="5076056" y="260648"/>
            <a:ext cx="4067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ES ALGUIEN REAL</a:t>
            </a:r>
          </a:p>
        </p:txBody>
      </p:sp>
    </p:spTree>
    <p:extLst>
      <p:ext uri="{BB962C8B-B14F-4D97-AF65-F5344CB8AC3E}">
        <p14:creationId xmlns:p14="http://schemas.microsoft.com/office/powerpoint/2010/main" val="505051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77042" y="1412776"/>
            <a:ext cx="7989916" cy="307834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ÉL ES ALGUIEN REAL</a:t>
            </a:r>
          </a:p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si tú buscas amor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18FE01-B934-4458-B9C6-666859340555}"/>
              </a:ext>
            </a:extLst>
          </p:cNvPr>
          <p:cNvSpPr txBox="1"/>
          <p:nvPr/>
        </p:nvSpPr>
        <p:spPr>
          <a:xfrm>
            <a:off x="5076056" y="260648"/>
            <a:ext cx="4067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ES ALGUIEN REAL</a:t>
            </a:r>
          </a:p>
        </p:txBody>
      </p:sp>
    </p:spTree>
    <p:extLst>
      <p:ext uri="{BB962C8B-B14F-4D97-AF65-F5344CB8AC3E}">
        <p14:creationId xmlns:p14="http://schemas.microsoft.com/office/powerpoint/2010/main" val="2011052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33736" y="1412776"/>
            <a:ext cx="7676528" cy="307834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A quien DIOS envió</a:t>
            </a:r>
          </a:p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 ÉL ES ALGUIEN REAL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50205E9-FA8B-403B-9237-3121414C9ECE}"/>
              </a:ext>
            </a:extLst>
          </p:cNvPr>
          <p:cNvSpPr txBox="1"/>
          <p:nvPr/>
        </p:nvSpPr>
        <p:spPr>
          <a:xfrm>
            <a:off x="5076056" y="260648"/>
            <a:ext cx="4067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ES ALGUIEN REAL</a:t>
            </a:r>
          </a:p>
        </p:txBody>
      </p:sp>
    </p:spTree>
    <p:extLst>
      <p:ext uri="{BB962C8B-B14F-4D97-AF65-F5344CB8AC3E}">
        <p14:creationId xmlns:p14="http://schemas.microsoft.com/office/powerpoint/2010/main" val="635602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143000" y="1628800"/>
            <a:ext cx="6858000" cy="3078342"/>
          </a:xfrm>
        </p:spPr>
        <p:txBody>
          <a:bodyPr>
            <a:normAutofit/>
          </a:bodyPr>
          <a:lstStyle/>
          <a:p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SUBLIME GRACIA</a:t>
            </a:r>
          </a:p>
          <a:p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que dulce suena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7B9BA94-7C98-4899-8D56-FA158C9ECA13}"/>
              </a:ext>
            </a:extLst>
          </p:cNvPr>
          <p:cNvSpPr txBox="1"/>
          <p:nvPr/>
        </p:nvSpPr>
        <p:spPr>
          <a:xfrm>
            <a:off x="5076056" y="260648"/>
            <a:ext cx="4067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ES ALGUIEN REAL</a:t>
            </a:r>
          </a:p>
        </p:txBody>
      </p:sp>
    </p:spTree>
    <p:extLst>
      <p:ext uri="{BB962C8B-B14F-4D97-AF65-F5344CB8AC3E}">
        <p14:creationId xmlns:p14="http://schemas.microsoft.com/office/powerpoint/2010/main" val="4154432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81045" y="1340768"/>
            <a:ext cx="8181909" cy="307834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SALVADO fui yo pecador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Perdido fui más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SALVO SOY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DAC78EB-C4EF-498D-8FB2-F34A73FF7619}"/>
              </a:ext>
            </a:extLst>
          </p:cNvPr>
          <p:cNvSpPr txBox="1"/>
          <p:nvPr/>
        </p:nvSpPr>
        <p:spPr>
          <a:xfrm>
            <a:off x="5076056" y="260648"/>
            <a:ext cx="4067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ES ALGUIEN REAL</a:t>
            </a:r>
          </a:p>
        </p:txBody>
      </p:sp>
    </p:spTree>
    <p:extLst>
      <p:ext uri="{BB962C8B-B14F-4D97-AF65-F5344CB8AC3E}">
        <p14:creationId xmlns:p14="http://schemas.microsoft.com/office/powerpoint/2010/main" val="2173631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71500" y="2294874"/>
            <a:ext cx="8001000" cy="307834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Fui ciego más veo hoy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47DA530-E5B0-4071-8995-C167F7CA33A4}"/>
              </a:ext>
            </a:extLst>
          </p:cNvPr>
          <p:cNvSpPr txBox="1"/>
          <p:nvPr/>
        </p:nvSpPr>
        <p:spPr>
          <a:xfrm>
            <a:off x="5076056" y="260648"/>
            <a:ext cx="4067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ES ALGUIEN REAL</a:t>
            </a:r>
          </a:p>
        </p:txBody>
      </p:sp>
    </p:spTree>
    <p:extLst>
      <p:ext uri="{BB962C8B-B14F-4D97-AF65-F5344CB8AC3E}">
        <p14:creationId xmlns:p14="http://schemas.microsoft.com/office/powerpoint/2010/main" val="747361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83811" y="1412776"/>
            <a:ext cx="7576378" cy="307834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ÉL ES ALGUIEN REAL</a:t>
            </a:r>
          </a:p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Si tú buscas amor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95E3C7A-E868-4230-BEDD-2C5CA91C9AD7}"/>
              </a:ext>
            </a:extLst>
          </p:cNvPr>
          <p:cNvSpPr txBox="1"/>
          <p:nvPr/>
        </p:nvSpPr>
        <p:spPr>
          <a:xfrm>
            <a:off x="5076056" y="260648"/>
            <a:ext cx="4067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ES ALGUIEN REAL</a:t>
            </a:r>
          </a:p>
        </p:txBody>
      </p:sp>
    </p:spTree>
    <p:extLst>
      <p:ext uri="{BB962C8B-B14F-4D97-AF65-F5344CB8AC3E}">
        <p14:creationId xmlns:p14="http://schemas.microsoft.com/office/powerpoint/2010/main" val="1926624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25724" y="1412776"/>
            <a:ext cx="7892552" cy="307834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A quien DIOS envió</a:t>
            </a:r>
          </a:p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 ÉL ES ALGUIEN REAL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446A98D-FEB1-4383-8CA4-DC4A2A38B3A7}"/>
              </a:ext>
            </a:extLst>
          </p:cNvPr>
          <p:cNvSpPr txBox="1"/>
          <p:nvPr/>
        </p:nvSpPr>
        <p:spPr>
          <a:xfrm>
            <a:off x="5076056" y="260648"/>
            <a:ext cx="4067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ES ALGUIEN REAL</a:t>
            </a:r>
          </a:p>
        </p:txBody>
      </p:sp>
    </p:spTree>
    <p:extLst>
      <p:ext uri="{BB962C8B-B14F-4D97-AF65-F5344CB8AC3E}">
        <p14:creationId xmlns:p14="http://schemas.microsoft.com/office/powerpoint/2010/main" val="1232096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00227" y="1556792"/>
            <a:ext cx="8343546" cy="307834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Ojalá pudiera enseñar</a:t>
            </a:r>
          </a:p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Al mundo a cantar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A222939-1073-4C75-A5BF-139CA0AE0EAD}"/>
              </a:ext>
            </a:extLst>
          </p:cNvPr>
          <p:cNvSpPr txBox="1"/>
          <p:nvPr/>
        </p:nvSpPr>
        <p:spPr>
          <a:xfrm>
            <a:off x="5076056" y="260648"/>
            <a:ext cx="4067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ES ALGUIEN REAL</a:t>
            </a:r>
          </a:p>
        </p:txBody>
      </p:sp>
    </p:spTree>
    <p:extLst>
      <p:ext uri="{BB962C8B-B14F-4D97-AF65-F5344CB8AC3E}">
        <p14:creationId xmlns:p14="http://schemas.microsoft.com/office/powerpoint/2010/main" val="1701689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25760" y="1556792"/>
            <a:ext cx="8892480" cy="307834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Una canción de mi JESÚS</a:t>
            </a:r>
          </a:p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La </a:t>
            </a: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historia de la cruz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D2E372D-502D-4652-ADA5-C1FFFDC38B94}"/>
              </a:ext>
            </a:extLst>
          </p:cNvPr>
          <p:cNvSpPr txBox="1"/>
          <p:nvPr/>
        </p:nvSpPr>
        <p:spPr>
          <a:xfrm>
            <a:off x="5076056" y="260648"/>
            <a:ext cx="4067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ES ALGUIEN REAL</a:t>
            </a:r>
          </a:p>
        </p:txBody>
      </p:sp>
    </p:spTree>
    <p:extLst>
      <p:ext uri="{BB962C8B-B14F-4D97-AF65-F5344CB8AC3E}">
        <p14:creationId xmlns:p14="http://schemas.microsoft.com/office/powerpoint/2010/main" val="2241880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77042" y="1412776"/>
            <a:ext cx="7989916" cy="307834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ÉL ES ALGUIEN REAL</a:t>
            </a:r>
          </a:p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si tú buscas amor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18FE01-B934-4458-B9C6-666859340555}"/>
              </a:ext>
            </a:extLst>
          </p:cNvPr>
          <p:cNvSpPr txBox="1"/>
          <p:nvPr/>
        </p:nvSpPr>
        <p:spPr>
          <a:xfrm>
            <a:off x="5076056" y="260648"/>
            <a:ext cx="4067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ES ALGUIEN REAL</a:t>
            </a:r>
          </a:p>
        </p:txBody>
      </p:sp>
    </p:spTree>
    <p:extLst>
      <p:ext uri="{BB962C8B-B14F-4D97-AF65-F5344CB8AC3E}">
        <p14:creationId xmlns:p14="http://schemas.microsoft.com/office/powerpoint/2010/main" val="3494536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33736" y="1340768"/>
            <a:ext cx="7676528" cy="307834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A quien DIOS envió</a:t>
            </a:r>
          </a:p>
          <a:p>
            <a:pPr marL="0" indent="0" algn="ctr">
              <a:buNone/>
            </a:pPr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 ÉL ES ALGUIEN REAL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50205E9-FA8B-403B-9237-3121414C9ECE}"/>
              </a:ext>
            </a:extLst>
          </p:cNvPr>
          <p:cNvSpPr txBox="1"/>
          <p:nvPr/>
        </p:nvSpPr>
        <p:spPr>
          <a:xfrm>
            <a:off x="5076056" y="260648"/>
            <a:ext cx="4067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ES ALGUIEN REAL</a:t>
            </a:r>
          </a:p>
        </p:txBody>
      </p:sp>
    </p:spTree>
    <p:extLst>
      <p:ext uri="{BB962C8B-B14F-4D97-AF65-F5344CB8AC3E}">
        <p14:creationId xmlns:p14="http://schemas.microsoft.com/office/powerpoint/2010/main" val="8257673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212</Words>
  <Application>Microsoft Office PowerPoint</Application>
  <PresentationFormat>Presentación en pantalla (4:3)</PresentationFormat>
  <Paragraphs>54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Arial</vt:lpstr>
      <vt:lpstr>Arial Rounded MT Bold</vt:lpstr>
      <vt:lpstr>Brush Script MT</vt:lpstr>
      <vt:lpstr>Calibri</vt:lpstr>
      <vt:lpstr>Tw Cen MT Condensed Extra 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17</cp:revision>
  <dcterms:created xsi:type="dcterms:W3CDTF">2016-07-15T21:12:18Z</dcterms:created>
  <dcterms:modified xsi:type="dcterms:W3CDTF">2021-07-27T03:18:52Z</dcterms:modified>
</cp:coreProperties>
</file>