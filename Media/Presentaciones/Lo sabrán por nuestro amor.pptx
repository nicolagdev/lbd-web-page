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8"/>
  </p:handoutMasterIdLst>
  <p:sldIdLst>
    <p:sldId id="257" r:id="rId2"/>
    <p:sldId id="269" r:id="rId3"/>
    <p:sldId id="258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208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8449F1-E038-4DBC-A178-CCA2FCA29D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07C314-A101-4D2D-8444-CD36FEC7C9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A3BEE-883E-4ED3-B63E-7E76304299E5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E6B012-44D5-45E1-AFFF-B9FF314C53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E98FAC-9F89-4AA2-987C-A743B67EB6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6D53B-BE77-43CC-A6E3-BB014C23369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6273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02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87488" y="136521"/>
            <a:ext cx="10454952" cy="63408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511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44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87488" y="136521"/>
            <a:ext cx="10454952" cy="63408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37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87488" y="136521"/>
            <a:ext cx="10454952" cy="6340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086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87488" y="136521"/>
            <a:ext cx="10454952" cy="63408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60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77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6" y="273051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6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59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30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87488" y="136521"/>
            <a:ext cx="10454952" cy="63408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46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27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12/12/2023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2BCDD6-4F5A-4146-A1B6-08A4447C2D92}"/>
              </a:ext>
            </a:extLst>
          </p:cNvPr>
          <p:cNvSpPr txBox="1"/>
          <p:nvPr userDrawn="1"/>
        </p:nvSpPr>
        <p:spPr>
          <a:xfrm>
            <a:off x="5807968" y="270169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LO SABRÁN POR NUESTRO AMOR</a:t>
            </a:r>
          </a:p>
        </p:txBody>
      </p:sp>
    </p:spTree>
    <p:extLst>
      <p:ext uri="{BB962C8B-B14F-4D97-AF65-F5344CB8AC3E}">
        <p14:creationId xmlns:p14="http://schemas.microsoft.com/office/powerpoint/2010/main" val="209119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204864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/Lo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sabrán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nuestro amor/</a:t>
            </a:r>
            <a:endParaRPr lang="es-MX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parajit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96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127448" y="1859339"/>
            <a:ext cx="108932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 mostramos su amor</a:t>
            </a:r>
          </a:p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Sabrán que somos de Él</a:t>
            </a:r>
          </a:p>
          <a:p>
            <a:pPr algn="ctr"/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75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276872"/>
            <a:ext cx="91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Lo sabrán por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nuestro amor</a:t>
            </a:r>
          </a:p>
          <a:p>
            <a:pPr algn="ctr"/>
            <a:endParaRPr lang="es-MX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839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204864"/>
            <a:ext cx="91440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/Lo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sabrán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 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nuestro amor/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parajit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89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199456" y="1988840"/>
            <a:ext cx="101731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 mostramos su amor</a:t>
            </a:r>
          </a:p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Sabrán que somos de Él</a:t>
            </a:r>
          </a:p>
          <a:p>
            <a:pPr algn="ctr"/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81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276872"/>
            <a:ext cx="91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Lo sabrán por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nuestro amor</a:t>
            </a:r>
          </a:p>
          <a:p>
            <a:pPr algn="ctr"/>
            <a:endParaRPr lang="es-MX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220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42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 Ruiz Niño</dc:creator>
  <cp:lastModifiedBy>Camilo Ruiz Niño</cp:lastModifiedBy>
  <cp:revision>22</cp:revision>
  <dcterms:created xsi:type="dcterms:W3CDTF">2016-02-22T00:35:52Z</dcterms:created>
  <dcterms:modified xsi:type="dcterms:W3CDTF">2023-12-12T20:41:10Z</dcterms:modified>
</cp:coreProperties>
</file>