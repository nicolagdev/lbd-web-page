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7" r:id="rId3"/>
    <p:sldId id="257" r:id="rId4"/>
    <p:sldId id="278" r:id="rId5"/>
    <p:sldId id="265" r:id="rId6"/>
    <p:sldId id="259" r:id="rId7"/>
    <p:sldId id="279" r:id="rId8"/>
    <p:sldId id="261" r:id="rId9"/>
    <p:sldId id="262" r:id="rId10"/>
    <p:sldId id="263" r:id="rId11"/>
    <p:sldId id="264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89" r:id="rId22"/>
    <p:sldId id="290" r:id="rId23"/>
    <p:sldId id="291" r:id="rId2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96" y="5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E39B-88F3-4C46-B1C0-3238DFE0D4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4DD-FE35-4A9E-9F53-38FEF09DC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6367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E39B-88F3-4C46-B1C0-3238DFE0D4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4DD-FE35-4A9E-9F53-38FEF09DC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82887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E39B-88F3-4C46-B1C0-3238DFE0D4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4DD-FE35-4A9E-9F53-38FEF09DC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8835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E39B-88F3-4C46-B1C0-3238DFE0D4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4DD-FE35-4A9E-9F53-38FEF09DC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29600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E39B-88F3-4C46-B1C0-3238DFE0D4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4DD-FE35-4A9E-9F53-38FEF09DC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81458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E39B-88F3-4C46-B1C0-3238DFE0D4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4DD-FE35-4A9E-9F53-38FEF09DC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55151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E39B-88F3-4C46-B1C0-3238DFE0D4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4DD-FE35-4A9E-9F53-38FEF09DC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50536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E39B-88F3-4C46-B1C0-3238DFE0D4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4DD-FE35-4A9E-9F53-38FEF09DC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01371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E39B-88F3-4C46-B1C0-3238DFE0D4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4DD-FE35-4A9E-9F53-38FEF09DC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7304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E39B-88F3-4C46-B1C0-3238DFE0D4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4DD-FE35-4A9E-9F53-38FEF09DC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867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E39B-88F3-4C46-B1C0-3238DFE0D4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1694DD-FE35-4A9E-9F53-38FEF09DC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67916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6E39B-88F3-4C46-B1C0-3238DFE0D4C6}" type="datetimeFigureOut">
              <a:rPr lang="es-CO" smtClean="0"/>
              <a:t>12/10/2024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94DD-FE35-4A9E-9F53-38FEF09DC64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64185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095500" y="1412776"/>
            <a:ext cx="8001000" cy="2862318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 que puedo</a:t>
            </a:r>
          </a:p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dar a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Cristo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781D016-D1FC-433C-B515-9CA110B96D2B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2662031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095500" y="1340768"/>
            <a:ext cx="8001000" cy="2862318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Quien por mí en la CRUZ MURIÓ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781D016-D1FC-433C-B515-9CA110B96D2B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122678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193836" y="1340768"/>
            <a:ext cx="7804328" cy="27003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Cómo le puedo mostrar mi amor</a:t>
            </a:r>
          </a:p>
          <a:p>
            <a:pPr marL="0" indent="0" algn="ctr">
              <a:buNone/>
            </a:pP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E566E2-A6B7-4EFA-AC92-78773FC5069E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3860062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48674" y="2276872"/>
            <a:ext cx="8294652" cy="129614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quien la VIDA dio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E566E2-A6B7-4EFA-AC92-78773FC5069E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1057630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 txBox="1">
            <a:spLocks/>
          </p:cNvSpPr>
          <p:nvPr/>
        </p:nvSpPr>
        <p:spPr>
          <a:xfrm>
            <a:off x="2540605" y="1363818"/>
            <a:ext cx="7110790" cy="309634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Ahora CRISTO te doy mi vida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fruto tomaré</a:t>
            </a: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891E05-70B3-486D-94DC-F90EE469E495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632515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833277" y="1412776"/>
            <a:ext cx="6525447" cy="30243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al mundo perdido yo iré</a:t>
            </a:r>
          </a:p>
          <a:p>
            <a:pPr marL="0" indent="0" algn="ctr">
              <a:buNone/>
            </a:pP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632973-28FC-4AC0-9556-45DD57011215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817313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4000" y="2132856"/>
            <a:ext cx="9144000" cy="30243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EVANGELIO llevaré</a:t>
            </a:r>
          </a:p>
          <a:p>
            <a:pPr marL="0" indent="0" algn="ctr">
              <a:buNone/>
            </a:pP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632973-28FC-4AC0-9556-45DD57011215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1490563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4000" y="1106742"/>
            <a:ext cx="9115865" cy="23222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el tiempo de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las uvas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CRISTO rogaré</a:t>
            </a:r>
          </a:p>
          <a:p>
            <a:pPr marL="0" indent="0">
              <a:buNone/>
            </a:pP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5F8AA8-C553-4A87-86C8-A351623CA8EF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817313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46473" y="1484784"/>
            <a:ext cx="8299055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cosecha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Ya está lista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con Él recogeré</a:t>
            </a:r>
          </a:p>
          <a:p>
            <a:pPr marL="0" indent="0" algn="ctr">
              <a:buNone/>
            </a:pP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A5F062-BF36-4047-84A0-3D3DE5B003E4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8173131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4000" y="1340768"/>
            <a:ext cx="9113266" cy="156617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Todos vamos y tomamos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Del FRUTO del país</a:t>
            </a:r>
          </a:p>
          <a:p>
            <a:pPr marL="0" indent="0" algn="ctr">
              <a:buNone/>
            </a:pP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477175-14AE-4ECF-921D-2381662B7D81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817313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847528" y="620688"/>
            <a:ext cx="7263426" cy="145816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Proclamemos a JESUCRISTO</a:t>
            </a:r>
          </a:p>
          <a:p>
            <a:pPr marL="0" indent="0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1E7135-FE93-47DF-9E62-2A7DA31B173B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491CEE7A-5576-496B-B44E-140A4DDCBEDD}"/>
              </a:ext>
            </a:extLst>
          </p:cNvPr>
          <p:cNvSpPr txBox="1">
            <a:spLocks/>
          </p:cNvSpPr>
          <p:nvPr/>
        </p:nvSpPr>
        <p:spPr>
          <a:xfrm>
            <a:off x="2999656" y="2582906"/>
            <a:ext cx="7263426" cy="145816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doquier me lleva a mí</a:t>
            </a:r>
          </a:p>
          <a:p>
            <a:pPr marL="0" indent="0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817313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095500" y="1412776"/>
            <a:ext cx="8001000" cy="2862318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Oh que puedo</a:t>
            </a:r>
          </a:p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dar a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  <a:cs typeface="Aharoni" panose="02010803020104030203" pitchFamily="2" charset="-79"/>
              </a:rPr>
              <a:t>Cristo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781D016-D1FC-433C-B515-9CA110B96D2B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1275583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095500" y="1340768"/>
            <a:ext cx="8001000" cy="2862318"/>
          </a:xfrm>
        </p:spPr>
        <p:txBody>
          <a:bodyPr>
            <a:noAutofit/>
          </a:bodyPr>
          <a:lstStyle/>
          <a:p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Quien por mí en la CRUZ MURIÓ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781D016-D1FC-433C-B515-9CA110B96D2B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2832823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193836" y="1340768"/>
            <a:ext cx="7804328" cy="2700300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Cómo le puedo mostrar mi amor</a:t>
            </a:r>
          </a:p>
          <a:p>
            <a:pPr marL="0" indent="0" algn="ctr">
              <a:buNone/>
            </a:pP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E566E2-A6B7-4EFA-AC92-78773FC5069E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10798382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48674" y="2276872"/>
            <a:ext cx="8294652" cy="129614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quien la VIDA dio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FE566E2-A6B7-4EFA-AC92-78773FC5069E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4022777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 txBox="1">
            <a:spLocks/>
          </p:cNvSpPr>
          <p:nvPr/>
        </p:nvSpPr>
        <p:spPr>
          <a:xfrm>
            <a:off x="2540605" y="1363818"/>
            <a:ext cx="7110790" cy="309634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Ahora CRISTO te doy mi vida</a:t>
            </a:r>
          </a:p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Yo fruto tomaré</a:t>
            </a: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A891E05-70B3-486D-94DC-F90EE469E495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1400901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2833277" y="1412776"/>
            <a:ext cx="6525447" cy="30243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al mundo perdido yo iré</a:t>
            </a:r>
          </a:p>
          <a:p>
            <a:pPr marL="0" indent="0" algn="ctr">
              <a:buNone/>
            </a:pP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632973-28FC-4AC0-9556-45DD57011215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1972396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4000" y="2132856"/>
            <a:ext cx="9144000" cy="302433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El EVANGELIO llevaré</a:t>
            </a:r>
          </a:p>
          <a:p>
            <a:pPr marL="0" indent="0" algn="ctr">
              <a:buNone/>
            </a:pP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D632973-28FC-4AC0-9556-45DD57011215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3310511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4000" y="1106742"/>
            <a:ext cx="9115865" cy="2322258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el tiempo de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las uvas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 CRISTO rogaré</a:t>
            </a:r>
          </a:p>
          <a:p>
            <a:pPr marL="0" indent="0">
              <a:buNone/>
            </a:pP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15F8AA8-C553-4A87-86C8-A351623CA8EF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3817152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946473" y="1484784"/>
            <a:ext cx="8299055" cy="2214246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La cosecha 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Ya está lista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Y con Él recogeré</a:t>
            </a:r>
          </a:p>
          <a:p>
            <a:pPr marL="0" indent="0" algn="ctr">
              <a:buNone/>
            </a:pP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2A5F062-BF36-4047-84A0-3D3DE5B003E4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643266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524000" y="1340768"/>
            <a:ext cx="9113266" cy="1566174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Todos vamos y tomamos</a:t>
            </a:r>
          </a:p>
          <a:p>
            <a:pPr marL="0" indent="0" algn="ctr">
              <a:buNone/>
            </a:pPr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Del FRUTO del país</a:t>
            </a:r>
          </a:p>
          <a:p>
            <a:pPr marL="0" indent="0" algn="ctr">
              <a:buNone/>
            </a:pP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8477175-14AE-4ECF-921D-2381662B7D81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</p:spTree>
    <p:extLst>
      <p:ext uri="{BB962C8B-B14F-4D97-AF65-F5344CB8AC3E}">
        <p14:creationId xmlns:p14="http://schemas.microsoft.com/office/powerpoint/2010/main" val="2943172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847528" y="620688"/>
            <a:ext cx="7263426" cy="145816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Proclamemos a JESUCRISTO</a:t>
            </a:r>
          </a:p>
          <a:p>
            <a:pPr marL="0" indent="0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D1E7135-FE93-47DF-9E62-2A7DA31B173B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491CEE7A-5576-496B-B44E-140A4DDCBEDD}"/>
              </a:ext>
            </a:extLst>
          </p:cNvPr>
          <p:cNvSpPr txBox="1">
            <a:spLocks/>
          </p:cNvSpPr>
          <p:nvPr/>
        </p:nvSpPr>
        <p:spPr>
          <a:xfrm>
            <a:off x="2999656" y="2582906"/>
            <a:ext cx="7263426" cy="145816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Por doquier me lleva a mí</a:t>
            </a:r>
          </a:p>
          <a:p>
            <a:pPr marL="0" indent="0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757403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1D1E7135-FE93-47DF-9E62-2A7DA31B173B}"/>
              </a:ext>
            </a:extLst>
          </p:cNvPr>
          <p:cNvSpPr txBox="1"/>
          <p:nvPr/>
        </p:nvSpPr>
        <p:spPr>
          <a:xfrm>
            <a:off x="6101502" y="116633"/>
            <a:ext cx="43744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3200" b="1" dirty="0">
                <a:solidFill>
                  <a:schemeClr val="bg1"/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TOMAD DEL FRUTO</a:t>
            </a:r>
          </a:p>
        </p:txBody>
      </p:sp>
      <p:sp>
        <p:nvSpPr>
          <p:cNvPr id="5" name="2 Subtítulo">
            <a:extLst>
              <a:ext uri="{FF2B5EF4-FFF2-40B4-BE49-F238E27FC236}">
                <a16:creationId xmlns:a16="http://schemas.microsoft.com/office/drawing/2014/main" id="{491CEE7A-5576-496B-B44E-140A4DDCBEDD}"/>
              </a:ext>
            </a:extLst>
          </p:cNvPr>
          <p:cNvSpPr txBox="1">
            <a:spLocks/>
          </p:cNvSpPr>
          <p:nvPr/>
        </p:nvSpPr>
        <p:spPr>
          <a:xfrm>
            <a:off x="2464287" y="1556792"/>
            <a:ext cx="7263426" cy="1458162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/Por doquier me lleva a mí/</a:t>
            </a:r>
          </a:p>
          <a:p>
            <a:pPr marL="0" indent="0" algn="ctr">
              <a:buNone/>
            </a:pP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39003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233</Words>
  <Application>Microsoft Office PowerPoint</Application>
  <PresentationFormat>Panorámica</PresentationFormat>
  <Paragraphs>62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9" baseType="lpstr">
      <vt:lpstr>Aharoni</vt:lpstr>
      <vt:lpstr>Arial</vt:lpstr>
      <vt:lpstr>Arial Rounded MT Bold</vt:lpstr>
      <vt:lpstr>Brush Script MT</vt:lpstr>
      <vt:lpstr>Calibri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CleanUp Bogota</dc:creator>
  <cp:lastModifiedBy>Camilo Ruiz Niño</cp:lastModifiedBy>
  <cp:revision>14</cp:revision>
  <dcterms:created xsi:type="dcterms:W3CDTF">2016-03-15T04:19:36Z</dcterms:created>
  <dcterms:modified xsi:type="dcterms:W3CDTF">2024-10-13T04:53:31Z</dcterms:modified>
</cp:coreProperties>
</file>