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4" r:id="rId8"/>
    <p:sldId id="265" r:id="rId9"/>
  </p:sldIdLst>
  <p:sldSz cx="9144000" cy="6858000" type="screen4x3"/>
  <p:notesSz cx="6858000" cy="9144000"/>
  <p:defaultTextStyle>
    <a:defPPr>
      <a:defRPr lang="es-CO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34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C60E8-E04D-490A-B224-32DF07C8292D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053B0-E603-4ABE-B5A0-2D52EB55EEA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80275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C60E8-E04D-490A-B224-32DF07C8292D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053B0-E603-4ABE-B5A0-2D52EB55EEA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95015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C60E8-E04D-490A-B224-32DF07C8292D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053B0-E603-4ABE-B5A0-2D52EB55EEA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12244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C60E8-E04D-490A-B224-32DF07C8292D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053B0-E603-4ABE-B5A0-2D52EB55EEA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01596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4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7" y="1535114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C60E8-E04D-490A-B224-32DF07C8292D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053B0-E603-4ABE-B5A0-2D52EB55EEA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32505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C60E8-E04D-490A-B224-32DF07C8292D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053B0-E603-4ABE-B5A0-2D52EB55EEA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54990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C60E8-E04D-490A-B224-32DF07C8292D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053B0-E603-4ABE-B5A0-2D52EB55EEA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15295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3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C60E8-E04D-490A-B224-32DF07C8292D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053B0-E603-4ABE-B5A0-2D52EB55EEA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59732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C60E8-E04D-490A-B224-32DF07C8292D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053B0-E603-4ABE-B5A0-2D52EB55EEA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54300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C60E8-E04D-490A-B224-32DF07C8292D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053B0-E603-4ABE-B5A0-2D52EB55EEA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68642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C60E8-E04D-490A-B224-32DF07C8292D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053B0-E603-4ABE-B5A0-2D52EB55EEA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38021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70000"/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CC60E8-E04D-490A-B224-32DF07C8292D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7053B0-E603-4ABE-B5A0-2D52EB55EEA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1545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378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2" indent="-342892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defTabSz="914378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1979712" y="2961249"/>
            <a:ext cx="6804248" cy="2342834"/>
          </a:xfrm>
        </p:spPr>
        <p:txBody>
          <a:bodyPr numCol="1" spcCol="0">
            <a:noAutofit/>
          </a:bodyPr>
          <a:lstStyle/>
          <a:p>
            <a:pPr algn="r"/>
            <a:r>
              <a:rPr lang="es-CO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Trayendo PAZ </a:t>
            </a:r>
            <a:br>
              <a:rPr lang="es-CO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CO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 ALEGRÍA</a:t>
            </a:r>
            <a:br>
              <a:rPr lang="es-CO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endParaRPr lang="es-CO" sz="54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4139952" y="113757"/>
            <a:ext cx="4824536" cy="432048"/>
          </a:xfrm>
        </p:spPr>
        <p:txBody>
          <a:bodyPr>
            <a:normAutofit fontScale="92500"/>
          </a:bodyPr>
          <a:lstStyle/>
          <a:p>
            <a:pPr algn="r"/>
            <a:r>
              <a:rPr lang="es-CO" sz="2400" b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QUÉ BUENO LLEGÓ LA NAVIDAD</a:t>
            </a:r>
          </a:p>
          <a:p>
            <a:pPr algn="r"/>
            <a:endParaRPr lang="es-CO" sz="24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" name="1 Título">
            <a:extLst>
              <a:ext uri="{FF2B5EF4-FFF2-40B4-BE49-F238E27FC236}">
                <a16:creationId xmlns:a16="http://schemas.microsoft.com/office/drawing/2014/main" id="{E2F90BC7-F9E4-4E64-BC5F-04F06B271C2F}"/>
              </a:ext>
            </a:extLst>
          </p:cNvPr>
          <p:cNvSpPr txBox="1">
            <a:spLocks/>
          </p:cNvSpPr>
          <p:nvPr/>
        </p:nvSpPr>
        <p:spPr>
          <a:xfrm>
            <a:off x="73224" y="1753527"/>
            <a:ext cx="5858544" cy="2342834"/>
          </a:xfrm>
          <a:prstGeom prst="rect">
            <a:avLst/>
          </a:prstGeom>
        </p:spPr>
        <p:txBody>
          <a:bodyPr vert="horz" lIns="91440" tIns="45720" rIns="91440" bIns="45720" numCol="1" spcCol="0" rtlCol="0" anchor="ctr">
            <a:noAutofit/>
          </a:bodyPr>
          <a:lstStyle>
            <a:lvl1pPr algn="ctr" defTabSz="914378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/Qué bueno llegó la navidad/</a:t>
            </a:r>
            <a:br>
              <a:rPr lang="es-CO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br>
              <a:rPr lang="es-CO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endParaRPr lang="es-CO" sz="54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390964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84811" y="1916832"/>
            <a:ext cx="7974378" cy="2052228"/>
          </a:xfrm>
        </p:spPr>
        <p:txBody>
          <a:bodyPr>
            <a:noAutofit/>
          </a:bodyPr>
          <a:lstStyle/>
          <a:p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/Cristo es la navidad </a:t>
            </a:r>
            <a:b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 el que tiene a Cristo tiene alegría/ </a:t>
            </a:r>
          </a:p>
        </p:txBody>
      </p:sp>
      <p:sp>
        <p:nvSpPr>
          <p:cNvPr id="6" name="2 Subtítulo">
            <a:extLst>
              <a:ext uri="{FF2B5EF4-FFF2-40B4-BE49-F238E27FC236}">
                <a16:creationId xmlns:a16="http://schemas.microsoft.com/office/drawing/2014/main" id="{F62EF47A-0B32-4708-84D6-EB499802CACF}"/>
              </a:ext>
            </a:extLst>
          </p:cNvPr>
          <p:cNvSpPr txBox="1">
            <a:spLocks/>
          </p:cNvSpPr>
          <p:nvPr/>
        </p:nvSpPr>
        <p:spPr>
          <a:xfrm>
            <a:off x="4139952" y="113757"/>
            <a:ext cx="4824536" cy="43204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892" indent="-342892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31" indent="-285743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2" indent="-228594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8" indent="-228594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5" indent="-228594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s-CO" sz="2400" b="1" dirty="0">
                <a:latin typeface="Arial Rounded MT Bold" panose="020F0704030504030204" pitchFamily="34" charset="0"/>
              </a:rPr>
              <a:t>QUÉ BUENO LLEGÓ LA NAVIDAD</a:t>
            </a:r>
          </a:p>
          <a:p>
            <a:pPr algn="r"/>
            <a:endParaRPr lang="es-CO" sz="2400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7474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77788" y="2276872"/>
            <a:ext cx="8388424" cy="1944216"/>
          </a:xfrm>
        </p:spPr>
        <p:txBody>
          <a:bodyPr>
            <a:noAutofit/>
          </a:bodyPr>
          <a:lstStyle/>
          <a:p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/Qué bonito es cantar al Señor </a:t>
            </a:r>
            <a:b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En la navidad/</a:t>
            </a:r>
            <a:b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2 Subtítulo">
            <a:extLst>
              <a:ext uri="{FF2B5EF4-FFF2-40B4-BE49-F238E27FC236}">
                <a16:creationId xmlns:a16="http://schemas.microsoft.com/office/drawing/2014/main" id="{63F4150A-7F71-40D6-B447-FFEF63A4479E}"/>
              </a:ext>
            </a:extLst>
          </p:cNvPr>
          <p:cNvSpPr txBox="1">
            <a:spLocks/>
          </p:cNvSpPr>
          <p:nvPr/>
        </p:nvSpPr>
        <p:spPr>
          <a:xfrm>
            <a:off x="4139952" y="113757"/>
            <a:ext cx="4824536" cy="43204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892" indent="-342892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31" indent="-285743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2" indent="-228594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8" indent="-228594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5" indent="-228594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s-CO" sz="2400" b="1" dirty="0">
                <a:latin typeface="Arial Rounded MT Bold" panose="020F0704030504030204" pitchFamily="34" charset="0"/>
              </a:rPr>
              <a:t>QUÉ BUENO LLEGÓ LA NAVIDAD</a:t>
            </a:r>
          </a:p>
          <a:p>
            <a:pPr algn="r"/>
            <a:endParaRPr lang="es-CO" sz="2400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9012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70325" y="1545636"/>
            <a:ext cx="7115871" cy="1235292"/>
          </a:xfrm>
        </p:spPr>
        <p:txBody>
          <a:bodyPr>
            <a:noAutofit/>
          </a:bodyPr>
          <a:lstStyle/>
          <a:p>
            <a:pPr algn="l"/>
            <a:r>
              <a:rPr lang="es-CO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/Oh hermano vamos a cantarle </a:t>
            </a:r>
            <a:br>
              <a:rPr lang="es-CO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endParaRPr lang="es-CO" sz="54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2 Subtítulo">
            <a:extLst>
              <a:ext uri="{FF2B5EF4-FFF2-40B4-BE49-F238E27FC236}">
                <a16:creationId xmlns:a16="http://schemas.microsoft.com/office/drawing/2014/main" id="{CED25922-8846-4881-A39B-50D2078D4229}"/>
              </a:ext>
            </a:extLst>
          </p:cNvPr>
          <p:cNvSpPr txBox="1">
            <a:spLocks/>
          </p:cNvSpPr>
          <p:nvPr/>
        </p:nvSpPr>
        <p:spPr>
          <a:xfrm>
            <a:off x="4139952" y="113757"/>
            <a:ext cx="4824536" cy="43204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892" indent="-342892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31" indent="-285743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2" indent="-228594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8" indent="-228594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5" indent="-228594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s-CO" sz="2400" b="1" dirty="0">
                <a:latin typeface="Arial Rounded MT Bold" panose="020F0704030504030204" pitchFamily="34" charset="0"/>
              </a:rPr>
              <a:t>QUÉ BUENO LLEGÓ LA NAVIDAD</a:t>
            </a:r>
          </a:p>
          <a:p>
            <a:pPr algn="r"/>
            <a:endParaRPr lang="es-CO" sz="2400" dirty="0">
              <a:latin typeface="Arial Rounded MT Bold" panose="020F070403050403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E7EDC88-D95F-4752-81D8-F2E59DBC3B53}"/>
              </a:ext>
            </a:extLst>
          </p:cNvPr>
          <p:cNvSpPr txBox="1"/>
          <p:nvPr/>
        </p:nvSpPr>
        <p:spPr>
          <a:xfrm>
            <a:off x="-1106768" y="2780928"/>
            <a:ext cx="975657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CO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Que bonito es cantar al Señor en la navidad/</a:t>
            </a:r>
            <a:endParaRPr lang="es-CO" sz="5400" dirty="0"/>
          </a:p>
        </p:txBody>
      </p:sp>
    </p:spTree>
    <p:extLst>
      <p:ext uri="{BB962C8B-B14F-4D97-AF65-F5344CB8AC3E}">
        <p14:creationId xmlns:p14="http://schemas.microsoft.com/office/powerpoint/2010/main" val="1566002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0" y="2865360"/>
            <a:ext cx="9144000" cy="1127280"/>
          </a:xfrm>
        </p:spPr>
        <p:txBody>
          <a:bodyPr>
            <a:noAutofit/>
          </a:bodyPr>
          <a:lstStyle/>
          <a:p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De Cristo es la navidad </a:t>
            </a:r>
            <a:b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Del mundo los desengaños</a:t>
            </a:r>
            <a:b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2 Subtítulo">
            <a:extLst>
              <a:ext uri="{FF2B5EF4-FFF2-40B4-BE49-F238E27FC236}">
                <a16:creationId xmlns:a16="http://schemas.microsoft.com/office/drawing/2014/main" id="{4FA1D454-033B-4FF1-897C-DB1A26A726FF}"/>
              </a:ext>
            </a:extLst>
          </p:cNvPr>
          <p:cNvSpPr txBox="1">
            <a:spLocks/>
          </p:cNvSpPr>
          <p:nvPr/>
        </p:nvSpPr>
        <p:spPr>
          <a:xfrm>
            <a:off x="4139952" y="113757"/>
            <a:ext cx="4824536" cy="43204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892" indent="-342892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31" indent="-285743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2" indent="-228594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8" indent="-228594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5" indent="-228594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s-CO" sz="2400" b="1" dirty="0">
                <a:latin typeface="Arial Rounded MT Bold" panose="020F0704030504030204" pitchFamily="34" charset="0"/>
              </a:rPr>
              <a:t>QUÉ BUENO LLEGÓ LA NAVIDAD</a:t>
            </a:r>
          </a:p>
          <a:p>
            <a:pPr algn="r"/>
            <a:endParaRPr lang="es-CO" sz="2400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112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571750"/>
            <a:ext cx="8229600" cy="857250"/>
          </a:xfrm>
        </p:spPr>
        <p:txBody>
          <a:bodyPr>
            <a:noAutofit/>
          </a:bodyPr>
          <a:lstStyle/>
          <a:p>
            <a:r>
              <a:rPr lang="es-CO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No dejes a Jesucristo </a:t>
            </a:r>
            <a:br>
              <a:rPr lang="es-CO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CO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Por fiestas de fin de año</a:t>
            </a:r>
          </a:p>
        </p:txBody>
      </p:sp>
      <p:sp>
        <p:nvSpPr>
          <p:cNvPr id="4" name="2 Subtítulo">
            <a:extLst>
              <a:ext uri="{FF2B5EF4-FFF2-40B4-BE49-F238E27FC236}">
                <a16:creationId xmlns:a16="http://schemas.microsoft.com/office/drawing/2014/main" id="{365F2DCC-F684-40AB-B756-97E3E81E9899}"/>
              </a:ext>
            </a:extLst>
          </p:cNvPr>
          <p:cNvSpPr txBox="1">
            <a:spLocks/>
          </p:cNvSpPr>
          <p:nvPr/>
        </p:nvSpPr>
        <p:spPr>
          <a:xfrm>
            <a:off x="4139952" y="113757"/>
            <a:ext cx="4824536" cy="43204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892" indent="-342892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31" indent="-285743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2" indent="-228594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8" indent="-228594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5" indent="-228594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s-CO" sz="2400" b="1" dirty="0">
                <a:latin typeface="Arial Rounded MT Bold" panose="020F0704030504030204" pitchFamily="34" charset="0"/>
              </a:rPr>
              <a:t>QUÉ BUENO LLEGÓ LA NAVIDAD</a:t>
            </a:r>
          </a:p>
          <a:p>
            <a:pPr algn="r"/>
            <a:endParaRPr lang="es-CO" sz="2400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582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0" y="3000375"/>
            <a:ext cx="9144000" cy="857250"/>
          </a:xfrm>
        </p:spPr>
        <p:txBody>
          <a:bodyPr>
            <a:noAutofit/>
          </a:bodyPr>
          <a:lstStyle/>
          <a:p>
            <a:r>
              <a:rPr lang="es-CO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/El te ha dado paz</a:t>
            </a:r>
            <a:br>
              <a:rPr lang="es-CO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CO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El te ha dado paz</a:t>
            </a:r>
            <a:br>
              <a:rPr lang="es-CO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CO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No dejes a Cristo en la navidad/</a:t>
            </a:r>
            <a:br>
              <a:rPr lang="es-CO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endParaRPr lang="es-CO" sz="54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2 Subtítulo">
            <a:extLst>
              <a:ext uri="{FF2B5EF4-FFF2-40B4-BE49-F238E27FC236}">
                <a16:creationId xmlns:a16="http://schemas.microsoft.com/office/drawing/2014/main" id="{3018DCB8-EEA9-4559-B552-806E06AE8438}"/>
              </a:ext>
            </a:extLst>
          </p:cNvPr>
          <p:cNvSpPr txBox="1">
            <a:spLocks/>
          </p:cNvSpPr>
          <p:nvPr/>
        </p:nvSpPr>
        <p:spPr>
          <a:xfrm>
            <a:off x="4139952" y="113757"/>
            <a:ext cx="4824536" cy="43204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892" indent="-342892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31" indent="-285743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2" indent="-228594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8" indent="-228594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5" indent="-228594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s-CO" sz="2400" b="1" dirty="0">
                <a:latin typeface="Arial Rounded MT Bold" panose="020F0704030504030204" pitchFamily="34" charset="0"/>
              </a:rPr>
              <a:t>QUÉ BUENO LLEGÓ LA NAVIDAD</a:t>
            </a:r>
          </a:p>
          <a:p>
            <a:pPr algn="r"/>
            <a:endParaRPr lang="es-CO" sz="2400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1736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65820" y="2780928"/>
            <a:ext cx="7812360" cy="857250"/>
          </a:xfrm>
        </p:spPr>
        <p:txBody>
          <a:bodyPr>
            <a:noAutofit/>
          </a:bodyPr>
          <a:lstStyle/>
          <a:p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No dejes a Cristo en esta navidad</a:t>
            </a:r>
            <a:b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2 Subtítulo">
            <a:extLst>
              <a:ext uri="{FF2B5EF4-FFF2-40B4-BE49-F238E27FC236}">
                <a16:creationId xmlns:a16="http://schemas.microsoft.com/office/drawing/2014/main" id="{49EB05D7-E0A8-4E05-9B21-5EE17B40E506}"/>
              </a:ext>
            </a:extLst>
          </p:cNvPr>
          <p:cNvSpPr txBox="1">
            <a:spLocks/>
          </p:cNvSpPr>
          <p:nvPr/>
        </p:nvSpPr>
        <p:spPr>
          <a:xfrm>
            <a:off x="4139952" y="113757"/>
            <a:ext cx="4824536" cy="43204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892" indent="-342892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31" indent="-285743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2" indent="-228594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8" indent="-228594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5" indent="-228594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s-CO" sz="2400" b="1" dirty="0">
                <a:latin typeface="Arial Rounded MT Bold" panose="020F0704030504030204" pitchFamily="34" charset="0"/>
              </a:rPr>
              <a:t>QUÉ BUENO LLEGÓ LA NAVIDAD</a:t>
            </a:r>
          </a:p>
          <a:p>
            <a:pPr algn="r"/>
            <a:endParaRPr lang="es-CO" sz="2400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110712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</TotalTime>
  <Words>152</Words>
  <Application>Microsoft Office PowerPoint</Application>
  <PresentationFormat>Presentación en pantalla (4:3)</PresentationFormat>
  <Paragraphs>18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Aharoni</vt:lpstr>
      <vt:lpstr>Arial</vt:lpstr>
      <vt:lpstr>Arial Rounded MT Bold</vt:lpstr>
      <vt:lpstr>Calibri</vt:lpstr>
      <vt:lpstr>Tema de Office</vt:lpstr>
      <vt:lpstr>Trayendo PAZ  y ALEGRÍA </vt:lpstr>
      <vt:lpstr>/Cristo es la navidad  y el que tiene a Cristo tiene alegría/ </vt:lpstr>
      <vt:lpstr>/Qué bonito es cantar al Señor  En la navidad/ </vt:lpstr>
      <vt:lpstr>/Oh hermano vamos a cantarle  </vt:lpstr>
      <vt:lpstr>De Cristo es la navidad  Del mundo los desengaños </vt:lpstr>
      <vt:lpstr>No dejes a Jesucristo  Por fiestas de fin de año</vt:lpstr>
      <vt:lpstr>/El te ha dado paz El te ha dado paz No dejes a Cristo en la navidad/ </vt:lpstr>
      <vt:lpstr>No dejes a Cristo en esta navidad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Qué bueno llegó la navidad Qué bueno llegó la navidad </dc:title>
  <dc:creator>Natalia M</dc:creator>
  <cp:lastModifiedBy>Familia Cañon Peña</cp:lastModifiedBy>
  <cp:revision>42</cp:revision>
  <dcterms:created xsi:type="dcterms:W3CDTF">2020-07-15T23:22:06Z</dcterms:created>
  <dcterms:modified xsi:type="dcterms:W3CDTF">2021-07-27T04:08:50Z</dcterms:modified>
</cp:coreProperties>
</file>