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79" r:id="rId12"/>
    <p:sldId id="280" r:id="rId13"/>
    <p:sldId id="281" r:id="rId14"/>
    <p:sldId id="282" r:id="rId15"/>
    <p:sldId id="283" r:id="rId16"/>
    <p:sldId id="284" r:id="rId17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558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800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934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4865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407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0385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91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154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382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982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057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AB1C2-02F2-42B2-92FD-D7996A5852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66A29-7075-4D4D-B3CB-2BAF4D79B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311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988840"/>
            <a:ext cx="9144000" cy="189021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Sólo DIOS y su Palabra</a:t>
            </a:r>
          </a:p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me sostendrán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D0FA2F-B10D-4236-A1CC-9D4CA9AD212E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2025393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1704" y="1916832"/>
            <a:ext cx="9144000" cy="189021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Sólo DIOS y su Palabra</a:t>
            </a:r>
          </a:p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me mantendrán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BAF7C5-1B07-4C17-B40F-99B265378B11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309472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99276" y="1340768"/>
            <a:ext cx="8410128" cy="15841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215995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Hazme entender</a:t>
            </a:r>
          </a:p>
          <a:p>
            <a:pPr marL="0" indent="0" algn="ctr" defTabSz="215995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camino de tus MANDAMIENTOS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B64D99-66C4-49EE-A218-98D63BE0B56E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40775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060848"/>
            <a:ext cx="9144000" cy="189021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en tus maravillas meditaré 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7FF3A3-E114-43E6-B35A-68CC69264D40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40775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66555" y="1916832"/>
            <a:ext cx="8010890" cy="189021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importa si tu alma abatida está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051599-0AA5-44DC-BACC-50E253779B76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40775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11560" y="980728"/>
            <a:ext cx="8272057" cy="281731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Búscale primero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Él responderá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alma se deshace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ansiedad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387260-B0C3-4644-A9A9-0CBE896B1E4D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40775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189021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sustentarás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77DE694-1875-4881-BEE9-561537733F02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40775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16832"/>
            <a:ext cx="9144000" cy="189021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el camino de tus mandamientos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correré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E3EC8F-F10A-4344-A829-9681B0893B65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40775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14653" y="2060848"/>
            <a:ext cx="8514693" cy="189021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Cuando tu ensanches mi corazón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95260B-F11B-40A3-82C2-7848B6F05FDF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40775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3528" y="908720"/>
            <a:ext cx="8172400" cy="189021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Vivifícame en tu Palabra</a:t>
            </a:r>
          </a:p>
          <a:p>
            <a:pPr marL="0" indent="0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pediré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1F7139F0-A005-4057-9A4F-60458AB6217C}"/>
              </a:ext>
            </a:extLst>
          </p:cNvPr>
          <p:cNvSpPr txBox="1">
            <a:spLocks/>
          </p:cNvSpPr>
          <p:nvPr/>
        </p:nvSpPr>
        <p:spPr>
          <a:xfrm>
            <a:off x="-162272" y="2798930"/>
            <a:ext cx="9144000" cy="189021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de la mentira me apartaré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33DA9A-477D-4ED6-9E71-793ED3C862C5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40775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66555" y="2483895"/>
            <a:ext cx="8010890" cy="189021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importa si tu alma abatida está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051599-0AA5-44DC-BACC-50E253779B76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2859908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11560" y="980728"/>
            <a:ext cx="8272057" cy="281731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Búscale primero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Él responderá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alma se deshace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ansiedad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387260-B0C3-4644-A9A9-0CBE896B1E4D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165292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189021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sustentarás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77DE694-1875-4881-BEE9-561537733F02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3209490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66555" y="2483895"/>
            <a:ext cx="8010890" cy="189021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importa si tu alma abatida está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051599-0AA5-44DC-BACC-50E253779B76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2506041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11560" y="980728"/>
            <a:ext cx="8272057" cy="281731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Búscale primero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Él responderá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alma se deshace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ansiedad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387260-B0C3-4644-A9A9-0CBE896B1E4D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2157253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189021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sustentarás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77DE694-1875-4881-BEE9-561537733F02}"/>
              </a:ext>
            </a:extLst>
          </p:cNvPr>
          <p:cNvSpPr txBox="1"/>
          <p:nvPr/>
        </p:nvSpPr>
        <p:spPr>
          <a:xfrm>
            <a:off x="3986543" y="0"/>
            <a:ext cx="518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ME SUSTENTARÁS</a:t>
            </a:r>
          </a:p>
        </p:txBody>
      </p:sp>
    </p:spTree>
    <p:extLst>
      <p:ext uri="{BB962C8B-B14F-4D97-AF65-F5344CB8AC3E}">
        <p14:creationId xmlns:p14="http://schemas.microsoft.com/office/powerpoint/2010/main" val="3697286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145</Words>
  <Application>Microsoft Office PowerPoint</Application>
  <PresentationFormat>Presentación en pantalla (4:3)</PresentationFormat>
  <Paragraphs>50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54</cp:revision>
  <dcterms:created xsi:type="dcterms:W3CDTF">2016-04-18T01:48:35Z</dcterms:created>
  <dcterms:modified xsi:type="dcterms:W3CDTF">2021-07-27T04:03:59Z</dcterms:modified>
</cp:coreProperties>
</file>