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59" r:id="rId5"/>
    <p:sldId id="260" r:id="rId6"/>
    <p:sldId id="262" r:id="rId7"/>
    <p:sldId id="263" r:id="rId8"/>
    <p:sldId id="265" r:id="rId9"/>
    <p:sldId id="271" r:id="rId10"/>
    <p:sldId id="272" r:id="rId11"/>
    <p:sldId id="273" r:id="rId12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7F33B-0972-4FD6-9C47-C2667EA7DD6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8312B-405D-4F29-A059-979A0A7545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696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7F33B-0972-4FD6-9C47-C2667EA7DD6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8312B-405D-4F29-A059-979A0A7545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709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7F33B-0972-4FD6-9C47-C2667EA7DD6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8312B-405D-4F29-A059-979A0A7545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0294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7F33B-0972-4FD6-9C47-C2667EA7DD6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8312B-405D-4F29-A059-979A0A7545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5758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7F33B-0972-4FD6-9C47-C2667EA7DD6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8312B-405D-4F29-A059-979A0A7545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1196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7F33B-0972-4FD6-9C47-C2667EA7DD6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8312B-405D-4F29-A059-979A0A7545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088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7F33B-0972-4FD6-9C47-C2667EA7DD6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8312B-405D-4F29-A059-979A0A7545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395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7F33B-0972-4FD6-9C47-C2667EA7DD6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8312B-405D-4F29-A059-979A0A7545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400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7F33B-0972-4FD6-9C47-C2667EA7DD6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8312B-405D-4F29-A059-979A0A7545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7556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7F33B-0972-4FD6-9C47-C2667EA7DD6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8312B-405D-4F29-A059-979A0A7545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6735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7F33B-0972-4FD6-9C47-C2667EA7DD6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8312B-405D-4F29-A059-979A0A7545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3898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7F33B-0972-4FD6-9C47-C2667EA7DD6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8312B-405D-4F29-A059-979A0A7545F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745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233962" y="1412776"/>
            <a:ext cx="8676075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Una  noche un  hombre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CRISTO se acercó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D808DBF-DF6D-40FF-A27E-B2A64767F36A}"/>
              </a:ext>
            </a:extLst>
          </p:cNvPr>
          <p:cNvSpPr txBox="1"/>
          <p:nvPr/>
        </p:nvSpPr>
        <p:spPr>
          <a:xfrm>
            <a:off x="5508104" y="188640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RENACÍ</a:t>
            </a:r>
          </a:p>
        </p:txBody>
      </p:sp>
    </p:spTree>
    <p:extLst>
      <p:ext uri="{BB962C8B-B14F-4D97-AF65-F5344CB8AC3E}">
        <p14:creationId xmlns:p14="http://schemas.microsoft.com/office/powerpoint/2010/main" val="1008210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215041"/>
            <a:ext cx="9144000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con temor él confesó: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DIOS has venido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Creo en ti JESÚS</a:t>
            </a:r>
          </a:p>
          <a:p>
            <a:pPr marL="0" indent="0" algn="ctr">
              <a:buNone/>
            </a:pP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6EE883E-EEC1-4805-9277-C50D60DDF5D8}"/>
              </a:ext>
            </a:extLst>
          </p:cNvPr>
          <p:cNvSpPr txBox="1"/>
          <p:nvPr/>
        </p:nvSpPr>
        <p:spPr>
          <a:xfrm>
            <a:off x="5508104" y="188640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RENACÍ</a:t>
            </a:r>
          </a:p>
        </p:txBody>
      </p:sp>
    </p:spTree>
    <p:extLst>
      <p:ext uri="{BB962C8B-B14F-4D97-AF65-F5344CB8AC3E}">
        <p14:creationId xmlns:p14="http://schemas.microsoft.com/office/powerpoint/2010/main" val="1572736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73705" y="1844824"/>
            <a:ext cx="7596590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él respondió: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Tendrás que renacer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23203A9-42FC-46BA-BFB9-8BB351E92610}"/>
              </a:ext>
            </a:extLst>
          </p:cNvPr>
          <p:cNvSpPr txBox="1"/>
          <p:nvPr/>
        </p:nvSpPr>
        <p:spPr>
          <a:xfrm>
            <a:off x="5508104" y="188640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RENACÍ</a:t>
            </a:r>
          </a:p>
        </p:txBody>
      </p:sp>
    </p:spTree>
    <p:extLst>
      <p:ext uri="{BB962C8B-B14F-4D97-AF65-F5344CB8AC3E}">
        <p14:creationId xmlns:p14="http://schemas.microsoft.com/office/powerpoint/2010/main" val="2315443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214754"/>
            <a:ext cx="9144000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Renací 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Realmente ha habido un cambio en mí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702CFE5-4BA0-48B1-843D-29ED0D418460}"/>
              </a:ext>
            </a:extLst>
          </p:cNvPr>
          <p:cNvSpPr txBox="1"/>
          <p:nvPr/>
        </p:nvSpPr>
        <p:spPr>
          <a:xfrm>
            <a:off x="5508104" y="188640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RENACÍ</a:t>
            </a:r>
          </a:p>
        </p:txBody>
      </p:sp>
    </p:spTree>
    <p:extLst>
      <p:ext uri="{BB962C8B-B14F-4D97-AF65-F5344CB8AC3E}">
        <p14:creationId xmlns:p14="http://schemas.microsoft.com/office/powerpoint/2010/main" val="3423129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1830" y="1844824"/>
            <a:ext cx="9140552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Renací CRISTO así mandó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Renací lavado en SANGRE CARMESÍ</a:t>
            </a:r>
          </a:p>
          <a:p>
            <a:pPr marL="0" indent="0" algn="ctr">
              <a:buNone/>
            </a:pP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42B9C3-9088-44BF-8D4F-C71B419A25BE}"/>
              </a:ext>
            </a:extLst>
          </p:cNvPr>
          <p:cNvSpPr txBox="1"/>
          <p:nvPr/>
        </p:nvSpPr>
        <p:spPr>
          <a:xfrm>
            <a:off x="5508104" y="188640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RENACÍ</a:t>
            </a:r>
          </a:p>
        </p:txBody>
      </p:sp>
    </p:spTree>
    <p:extLst>
      <p:ext uri="{BB962C8B-B14F-4D97-AF65-F5344CB8AC3E}">
        <p14:creationId xmlns:p14="http://schemas.microsoft.com/office/powerpoint/2010/main" val="3423129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844824"/>
            <a:ext cx="9144000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Qué gozo hallé cuando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renací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0E1A99-F0C0-46DE-8D3C-17781E0F8AE9}"/>
              </a:ext>
            </a:extLst>
          </p:cNvPr>
          <p:cNvSpPr txBox="1"/>
          <p:nvPr/>
        </p:nvSpPr>
        <p:spPr>
          <a:xfrm>
            <a:off x="5508104" y="188640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RENACÍ</a:t>
            </a:r>
          </a:p>
        </p:txBody>
      </p:sp>
    </p:spTree>
    <p:extLst>
      <p:ext uri="{BB962C8B-B14F-4D97-AF65-F5344CB8AC3E}">
        <p14:creationId xmlns:p14="http://schemas.microsoft.com/office/powerpoint/2010/main" val="3423129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79766" y="1214754"/>
            <a:ext cx="8784468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Aunque esta historia es del pasado</a:t>
            </a:r>
          </a:p>
          <a:p>
            <a:pPr marL="0" indent="0" algn="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El plan de DIOS no ha cambiado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42B4FB4-D0B7-4A96-8E42-5B1DE207971B}"/>
              </a:ext>
            </a:extLst>
          </p:cNvPr>
          <p:cNvSpPr txBox="1"/>
          <p:nvPr/>
        </p:nvSpPr>
        <p:spPr>
          <a:xfrm>
            <a:off x="5508104" y="188640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RENACÍ</a:t>
            </a:r>
          </a:p>
        </p:txBody>
      </p:sp>
    </p:spTree>
    <p:extLst>
      <p:ext uri="{BB962C8B-B14F-4D97-AF65-F5344CB8AC3E}">
        <p14:creationId xmlns:p14="http://schemas.microsoft.com/office/powerpoint/2010/main" val="3423129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21804" y="1484784"/>
            <a:ext cx="8100392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 día EN ORACIÓN SU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SALVACIÓN pedí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en ese instante renací</a:t>
            </a:r>
          </a:p>
          <a:p>
            <a:pPr marL="0" indent="0" algn="ctr">
              <a:buNone/>
            </a:pP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835ED55-E8CC-4E95-A261-B09E794DA2A9}"/>
              </a:ext>
            </a:extLst>
          </p:cNvPr>
          <p:cNvSpPr txBox="1"/>
          <p:nvPr/>
        </p:nvSpPr>
        <p:spPr>
          <a:xfrm>
            <a:off x="5508104" y="188640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RENACÍ</a:t>
            </a:r>
          </a:p>
        </p:txBody>
      </p:sp>
    </p:spTree>
    <p:extLst>
      <p:ext uri="{BB962C8B-B14F-4D97-AF65-F5344CB8AC3E}">
        <p14:creationId xmlns:p14="http://schemas.microsoft.com/office/powerpoint/2010/main" val="3423129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214754"/>
            <a:ext cx="9144000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Renací  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Realmente ha habido un cambio en mí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702CFE5-4BA0-48B1-843D-29ED0D418460}"/>
              </a:ext>
            </a:extLst>
          </p:cNvPr>
          <p:cNvSpPr txBox="1"/>
          <p:nvPr/>
        </p:nvSpPr>
        <p:spPr>
          <a:xfrm>
            <a:off x="5508104" y="188640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RENACÍ</a:t>
            </a:r>
          </a:p>
        </p:txBody>
      </p:sp>
    </p:spTree>
    <p:extLst>
      <p:ext uri="{BB962C8B-B14F-4D97-AF65-F5344CB8AC3E}">
        <p14:creationId xmlns:p14="http://schemas.microsoft.com/office/powerpoint/2010/main" val="1130010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1830" y="1844824"/>
            <a:ext cx="9140552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Renací CRISTO así mandó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Renací lavado en SANGRE CARMESÍ</a:t>
            </a:r>
          </a:p>
          <a:p>
            <a:pPr marL="0" indent="0" algn="ctr">
              <a:buNone/>
            </a:pP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42B9C3-9088-44BF-8D4F-C71B419A25BE}"/>
              </a:ext>
            </a:extLst>
          </p:cNvPr>
          <p:cNvSpPr txBox="1"/>
          <p:nvPr/>
        </p:nvSpPr>
        <p:spPr>
          <a:xfrm>
            <a:off x="5508104" y="188640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RENACÍ</a:t>
            </a:r>
          </a:p>
        </p:txBody>
      </p:sp>
    </p:spTree>
    <p:extLst>
      <p:ext uri="{BB962C8B-B14F-4D97-AF65-F5344CB8AC3E}">
        <p14:creationId xmlns:p14="http://schemas.microsoft.com/office/powerpoint/2010/main" val="1515722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844824"/>
            <a:ext cx="9144000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/Qué gozo hallé cuando </a:t>
            </a:r>
          </a:p>
          <a:p>
            <a:pPr marL="0" indent="0" algn="ctr">
              <a:buNone/>
            </a:pPr>
            <a:r>
              <a:rPr lang="es-MX" sz="6000" b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renací/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0E1A99-F0C0-46DE-8D3C-17781E0F8AE9}"/>
              </a:ext>
            </a:extLst>
          </p:cNvPr>
          <p:cNvSpPr txBox="1"/>
          <p:nvPr/>
        </p:nvSpPr>
        <p:spPr>
          <a:xfrm>
            <a:off x="5508104" y="188640"/>
            <a:ext cx="3456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RENACÍ</a:t>
            </a:r>
          </a:p>
        </p:txBody>
      </p:sp>
    </p:spTree>
    <p:extLst>
      <p:ext uri="{BB962C8B-B14F-4D97-AF65-F5344CB8AC3E}">
        <p14:creationId xmlns:p14="http://schemas.microsoft.com/office/powerpoint/2010/main" val="7635858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113</Words>
  <Application>Microsoft Office PowerPoint</Application>
  <PresentationFormat>Presentación en pantalla (4:3)</PresentationFormat>
  <Paragraphs>35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Aharoni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42</cp:revision>
  <dcterms:created xsi:type="dcterms:W3CDTF">2016-04-12T21:36:55Z</dcterms:created>
  <dcterms:modified xsi:type="dcterms:W3CDTF">2021-07-27T04:09:18Z</dcterms:modified>
</cp:coreProperties>
</file>