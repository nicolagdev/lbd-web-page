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2" r:id="rId7"/>
    <p:sldId id="263" r:id="rId8"/>
    <p:sldId id="264" r:id="rId9"/>
    <p:sldId id="260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831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2631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7926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81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634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3039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401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76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860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605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279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1BAB7-C0FF-46B8-8D01-C9280B8F73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F6B7-15F7-4406-B913-4CFD392149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467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26224" y="1268760"/>
            <a:ext cx="8691552" cy="3294366"/>
          </a:xfrm>
        </p:spPr>
        <p:txBody>
          <a:bodyPr>
            <a:normAutofit/>
          </a:bodyPr>
          <a:lstStyle/>
          <a:p>
            <a:pPr algn="l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Estoy cantando alegre 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 el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 </a:t>
            </a: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 la 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vida</a:t>
            </a: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</a:rPr>
              <a:t> </a:t>
            </a: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la 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verdad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51D3FF-98E8-403B-AD52-4813320E0B1E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344986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94547" y="1484784"/>
            <a:ext cx="8154906" cy="172819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A cada paso encuentro </a:t>
            </a:r>
          </a:p>
          <a:p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Un motivo de amor</a:t>
            </a:r>
          </a:p>
          <a:p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y felicidad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34203C-96BB-494E-8460-24E5AA52F1AA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40234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37353" y="1412776"/>
            <a:ext cx="8469293" cy="109091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Sí, alegre voy cantando</a:t>
            </a:r>
          </a:p>
          <a:p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44BA26-87B9-471F-8454-999E940B61A8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1208721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196752"/>
            <a:ext cx="7200800" cy="157696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Sí</a:t>
            </a:r>
          </a:p>
          <a:p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Yo viviré feliz con ÉL</a:t>
            </a:r>
          </a:p>
          <a:p>
            <a:pPr algn="r"/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Por la eternidad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C3CD3A-D1A4-448E-BF31-E7AEADA453F8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120872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26224" y="1268760"/>
            <a:ext cx="8691552" cy="3294366"/>
          </a:xfrm>
        </p:spPr>
        <p:txBody>
          <a:bodyPr>
            <a:normAutofit/>
          </a:bodyPr>
          <a:lstStyle/>
          <a:p>
            <a:pPr algn="l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Estoy cantando alegre 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 el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 </a:t>
            </a: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 la 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vida</a:t>
            </a: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</a:rPr>
              <a:t> </a:t>
            </a: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la 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verdad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51D3FF-98E8-403B-AD52-4813320E0B1E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96042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94547" y="1484784"/>
            <a:ext cx="8154906" cy="172819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A cada paso encuentro </a:t>
            </a:r>
          </a:p>
          <a:p>
            <a:pPr algn="r"/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Un motivo de amor y felicidad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3035BF-4A34-458A-A160-F113E4C5E0AF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3171590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37353" y="1412776"/>
            <a:ext cx="8469293" cy="109091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Sí, alegre voy cantando</a:t>
            </a:r>
          </a:p>
          <a:p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E5A8A8-52DB-427D-BA3C-F28A44B4D586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349706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196752"/>
            <a:ext cx="7200800" cy="157696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Sí</a:t>
            </a:r>
          </a:p>
          <a:p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Yo viviré feliz con ÉL</a:t>
            </a:r>
          </a:p>
          <a:p>
            <a:pPr algn="r"/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Por la eternidad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93BD77-7C1B-495B-8B2C-BF9FC657B70A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201696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267" y="1556792"/>
            <a:ext cx="6857465" cy="329436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dirty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//Gracias a DIOS//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2F0A6C-3D84-4384-91E2-67BB22D0BF1A}"/>
              </a:ext>
            </a:extLst>
          </p:cNvPr>
          <p:cNvSpPr txBox="1"/>
          <p:nvPr/>
        </p:nvSpPr>
        <p:spPr>
          <a:xfrm>
            <a:off x="2760819" y="116632"/>
            <a:ext cx="6354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CANTANDO ALEGRE</a:t>
            </a:r>
          </a:p>
        </p:txBody>
      </p:sp>
    </p:spTree>
    <p:extLst>
      <p:ext uri="{BB962C8B-B14F-4D97-AF65-F5344CB8AC3E}">
        <p14:creationId xmlns:p14="http://schemas.microsoft.com/office/powerpoint/2010/main" val="1208721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104</Words>
  <Application>Microsoft Office PowerPoint</Application>
  <PresentationFormat>Presentación en pantalla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Rounded MT Bold</vt:lpstr>
      <vt:lpstr>Brush Script MT</vt:lpstr>
      <vt:lpstr>Calibri</vt:lpstr>
      <vt:lpstr>Modern Love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13</cp:revision>
  <dcterms:created xsi:type="dcterms:W3CDTF">2017-10-25T23:17:12Z</dcterms:created>
  <dcterms:modified xsi:type="dcterms:W3CDTF">2021-07-27T03:43:05Z</dcterms:modified>
</cp:coreProperties>
</file>