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74" r:id="rId4"/>
    <p:sldId id="275" r:id="rId5"/>
    <p:sldId id="263" r:id="rId6"/>
    <p:sldId id="267" r:id="rId7"/>
    <p:sldId id="276" r:id="rId8"/>
    <p:sldId id="264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15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13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3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84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7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25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2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998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18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73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17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63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16288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David" panose="020B0604020202020204" pitchFamily="34" charset="-79"/>
              </a:rPr>
              <a:t>Damos gracias a nuestro DIOS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David" panose="020B0604020202020204" pitchFamily="34" charset="-79"/>
              </a:rPr>
              <a:t>Damos gracias por su BONDAD</a:t>
            </a:r>
          </a:p>
          <a:p>
            <a:pPr algn="ct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cs typeface="David" panose="020B0604020202020204" pitchFamily="34" charset="-79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6C0A6B-90D6-400E-A7A5-A0D1EC994D46}"/>
              </a:ext>
            </a:extLst>
          </p:cNvPr>
          <p:cNvSpPr/>
          <p:nvPr/>
        </p:nvSpPr>
        <p:spPr>
          <a:xfrm>
            <a:off x="5724128" y="260648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88348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1503651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Damos gracias a CRISTO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su SALVACIÓN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4BC2A2-8BAE-46A5-B4C2-45B4943B0EB6}"/>
              </a:ext>
            </a:extLst>
          </p:cNvPr>
          <p:cNvSpPr/>
          <p:nvPr/>
        </p:nvSpPr>
        <p:spPr>
          <a:xfrm>
            <a:off x="5724128" y="260648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200317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16288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David" panose="020B0604020202020204" pitchFamily="34" charset="-79"/>
              </a:rPr>
              <a:t>Damos gracias a nuestro DIOS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David" panose="020B0604020202020204" pitchFamily="34" charset="-79"/>
              </a:rPr>
              <a:t>Damos gracias por su BONDAD</a:t>
            </a:r>
          </a:p>
          <a:p>
            <a:pPr algn="ct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cs typeface="David" panose="020B0604020202020204" pitchFamily="34" charset="-79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6C0A6B-90D6-400E-A7A5-A0D1EC994D46}"/>
              </a:ext>
            </a:extLst>
          </p:cNvPr>
          <p:cNvSpPr/>
          <p:nvPr/>
        </p:nvSpPr>
        <p:spPr>
          <a:xfrm>
            <a:off x="5724128" y="260648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108058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1503651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Damos gracias a CRISTO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su SALVACIÓN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4BC2A2-8BAE-46A5-B4C2-45B4943B0EB6}"/>
              </a:ext>
            </a:extLst>
          </p:cNvPr>
          <p:cNvSpPr/>
          <p:nvPr/>
        </p:nvSpPr>
        <p:spPr>
          <a:xfrm>
            <a:off x="5724128" y="260648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52059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883" y="1490008"/>
            <a:ext cx="92165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por Él ahora vivo con poder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con seguridad MI DIOS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332310-C007-4CE0-AA3F-BF75B72E4F77}"/>
              </a:ext>
            </a:extLst>
          </p:cNvPr>
          <p:cNvSpPr/>
          <p:nvPr/>
        </p:nvSpPr>
        <p:spPr>
          <a:xfrm>
            <a:off x="5724128" y="260648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347828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47691" y="1916832"/>
            <a:ext cx="7848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Me dio UNA VIDA NUEVA en Él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39AA34-F744-454C-B657-819C4531C4E5}"/>
              </a:ext>
            </a:extLst>
          </p:cNvPr>
          <p:cNvSpPr/>
          <p:nvPr/>
        </p:nvSpPr>
        <p:spPr>
          <a:xfrm>
            <a:off x="5724128" y="260648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189691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883" y="1490008"/>
            <a:ext cx="92165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por Él ahora vivo con PODER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con seguridad mi DIOS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332310-C007-4CE0-AA3F-BF75B72E4F77}"/>
              </a:ext>
            </a:extLst>
          </p:cNvPr>
          <p:cNvSpPr/>
          <p:nvPr/>
        </p:nvSpPr>
        <p:spPr>
          <a:xfrm>
            <a:off x="5652120" y="188640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294780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1490008"/>
            <a:ext cx="90354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Me dio UNA VIDA NUEVA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/Aleluya/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5C7DE5-ABAF-40E4-A28E-48F3F15DBA38}"/>
              </a:ext>
            </a:extLst>
          </p:cNvPr>
          <p:cNvSpPr/>
          <p:nvPr/>
        </p:nvSpPr>
        <p:spPr>
          <a:xfrm>
            <a:off x="5652120" y="188640"/>
            <a:ext cx="3233770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DAMOS GRACIAS</a:t>
            </a:r>
          </a:p>
        </p:txBody>
      </p:sp>
    </p:spTree>
    <p:extLst>
      <p:ext uri="{BB962C8B-B14F-4D97-AF65-F5344CB8AC3E}">
        <p14:creationId xmlns:p14="http://schemas.microsoft.com/office/powerpoint/2010/main" val="315132780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89</Words>
  <Application>Microsoft Office PowerPoint</Application>
  <PresentationFormat>Presentación en pantalla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Agency FB</vt:lpstr>
      <vt:lpstr>Arial</vt:lpstr>
      <vt:lpstr>Arial Rounded MT Bold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15</cp:revision>
  <dcterms:created xsi:type="dcterms:W3CDTF">2016-02-16T22:38:06Z</dcterms:created>
  <dcterms:modified xsi:type="dcterms:W3CDTF">2021-07-27T03:16:07Z</dcterms:modified>
</cp:coreProperties>
</file>