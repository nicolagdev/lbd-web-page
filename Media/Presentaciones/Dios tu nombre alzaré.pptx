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78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968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553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6659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293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729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475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132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52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698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54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290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3A4B6-3399-42F0-82F0-92A8F92BF96D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B3080-F8ED-4093-A11F-21CBA49ACD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806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556792"/>
            <a:ext cx="914400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DIOS tu nombre alzaré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Me deleito en adorarte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E77007-7D1A-4BFF-AEDC-AD229081740F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306684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Te agradezco oh 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Que vinieras a salvarme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E0DBFD-DA92-4F45-8FDD-E73D0CE0BE10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90006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Dejaste el trono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Para mostrarme la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395E80-D44D-47AB-BD9E-1C56F15FA0C6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42055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44" y="148478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tu trono a la CRUZ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Y mi deuda pagar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F820FB-9B17-4396-B763-92067CE13789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42055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28800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CRUZ a la tumba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tumba a tu trono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CF0C92-73AF-4ABE-B991-2781F63EF9B3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20345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16894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DIOS tu nombre alzaré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57907D0-889A-43F4-B85F-0898B770C44B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3293206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556792"/>
            <a:ext cx="914400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DIOS tu nombre alzaré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Me deleito en adorarte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E77007-7D1A-4BFF-AEDC-AD229081740F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16003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Te agradezco oh SEÑOR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Que vinieras a salvarme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E0DBFD-DA92-4F45-8FDD-E73D0CE0BE10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212968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Dejaste el trono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Para mostrarme la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395E80-D44D-47AB-BD9E-1C56F15FA0C6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34584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44" y="148478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tu trono a la CRUZ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Y mi deuda pagar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F820FB-9B17-4396-B763-92067CE13789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3352563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28800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CRUZ a la tumba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tumba a tu trono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CF0C92-73AF-4ABE-B991-2781F63EF9B3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07815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16894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DIOS tu nombre alzaré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57907D0-889A-43F4-B85F-0898B770C44B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79473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Dejaste el trono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Para mostrarme la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395E80-D44D-47AB-BD9E-1C56F15FA0C6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560154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44" y="148478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tu trono a la CRUZ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Y mi deuda pagar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F820FB-9B17-4396-B763-92067CE13789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25480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28800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CRUZ a la tumba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tumba a tu trono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CF0C92-73AF-4ABE-B991-2781F63EF9B3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29959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16894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DIOS tu nombre alzaré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57907D0-889A-43F4-B85F-0898B770C44B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9023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Dejaste el trono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Para mostrarme la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395E80-D44D-47AB-BD9E-1C56F15FA0C6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2888503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44" y="148478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tu trono a la CRUZ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Y mi deuda pagar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Cavolini" panose="03000502040302020204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F820FB-9B17-4396-B763-92067CE13789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3867886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628800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CRUZ a la tumba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De la tumba a tu trono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CF0C92-73AF-4ABE-B991-2781F63EF9B3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2479726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16894"/>
            <a:ext cx="9144000" cy="20242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volini" panose="03000502040302020204" pitchFamily="66" charset="0"/>
              </a:rPr>
              <a:t>DIOS tu nombre alzaré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57907D0-889A-43F4-B85F-0898B770C44B}"/>
              </a:ext>
            </a:extLst>
          </p:cNvPr>
          <p:cNvSpPr/>
          <p:nvPr/>
        </p:nvSpPr>
        <p:spPr>
          <a:xfrm>
            <a:off x="4211960" y="188640"/>
            <a:ext cx="488659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DIOS TU NOMBRE ALZARÉ</a:t>
            </a:r>
          </a:p>
        </p:txBody>
      </p:sp>
    </p:spTree>
    <p:extLst>
      <p:ext uri="{BB962C8B-B14F-4D97-AF65-F5344CB8AC3E}">
        <p14:creationId xmlns:p14="http://schemas.microsoft.com/office/powerpoint/2010/main" val="1917181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244</Words>
  <Application>Microsoft Office PowerPoint</Application>
  <PresentationFormat>Presentación en pantalla (4:3)</PresentationFormat>
  <Paragraphs>56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Berlin Sans FB Demi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Familia Cañon Peña</cp:lastModifiedBy>
  <cp:revision>18</cp:revision>
  <dcterms:created xsi:type="dcterms:W3CDTF">2016-03-01T22:00:44Z</dcterms:created>
  <dcterms:modified xsi:type="dcterms:W3CDTF">2021-07-27T03:17:59Z</dcterms:modified>
</cp:coreProperties>
</file>