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6" r:id="rId9"/>
    <p:sldId id="265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856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0954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159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195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662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366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047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95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614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232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074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BC87-AB2A-45EB-B69E-41ECD81B519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382B5-4E14-4A2A-A261-F4887FCA5D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71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87524" y="1988840"/>
            <a:ext cx="8568952" cy="1102519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 me has amado tanto 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Jesús me has perdonado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96988C69-DCF4-4452-86DE-CACC20AC1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8797"/>
            <a:ext cx="4456584" cy="629208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</p:spTree>
    <p:extLst>
      <p:ext uri="{BB962C8B-B14F-4D97-AF65-F5344CB8AC3E}">
        <p14:creationId xmlns:p14="http://schemas.microsoft.com/office/powerpoint/2010/main" val="71523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96652" y="2296251"/>
            <a:ext cx="8350696" cy="1102519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sangre derramaste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la cruz por mí</a:t>
            </a:r>
          </a:p>
        </p:txBody>
      </p:sp>
      <p:sp>
        <p:nvSpPr>
          <p:cNvPr id="4" name="Subtítulo 4">
            <a:extLst>
              <a:ext uri="{FF2B5EF4-FFF2-40B4-BE49-F238E27FC236}">
                <a16:creationId xmlns:a16="http://schemas.microsoft.com/office/drawing/2014/main" id="{67B2FE78-2255-4117-B383-1309C0F8171F}"/>
              </a:ext>
            </a:extLst>
          </p:cNvPr>
          <p:cNvSpPr txBox="1">
            <a:spLocks/>
          </p:cNvSpPr>
          <p:nvPr/>
        </p:nvSpPr>
        <p:spPr>
          <a:xfrm>
            <a:off x="4572000" y="48797"/>
            <a:ext cx="4456584" cy="629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  <a:endParaRPr lang="es-CO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25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15516" y="2204864"/>
            <a:ext cx="8712968" cy="1102519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me has abandonado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Siempre estarás a mi lado</a:t>
            </a:r>
          </a:p>
        </p:txBody>
      </p:sp>
      <p:sp>
        <p:nvSpPr>
          <p:cNvPr id="4" name="Subtítulo 4">
            <a:extLst>
              <a:ext uri="{FF2B5EF4-FFF2-40B4-BE49-F238E27FC236}">
                <a16:creationId xmlns:a16="http://schemas.microsoft.com/office/drawing/2014/main" id="{C7344D81-427E-447A-AB69-B6B168CDF7C1}"/>
              </a:ext>
            </a:extLst>
          </p:cNvPr>
          <p:cNvSpPr txBox="1">
            <a:spLocks/>
          </p:cNvSpPr>
          <p:nvPr/>
        </p:nvSpPr>
        <p:spPr>
          <a:xfrm>
            <a:off x="4572000" y="48797"/>
            <a:ext cx="4456584" cy="629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</p:spTree>
    <p:extLst>
      <p:ext uri="{BB962C8B-B14F-4D97-AF65-F5344CB8AC3E}">
        <p14:creationId xmlns:p14="http://schemas.microsoft.com/office/powerpoint/2010/main" val="1305143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334743"/>
            <a:ext cx="7772400" cy="1102519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Siempre fiel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Siempre hasta el fin</a:t>
            </a:r>
          </a:p>
        </p:txBody>
      </p:sp>
      <p:sp>
        <p:nvSpPr>
          <p:cNvPr id="4" name="Subtítulo 4">
            <a:extLst>
              <a:ext uri="{FF2B5EF4-FFF2-40B4-BE49-F238E27FC236}">
                <a16:creationId xmlns:a16="http://schemas.microsoft.com/office/drawing/2014/main" id="{E1EDDB40-15B4-4D4C-9EFE-491D34459E56}"/>
              </a:ext>
            </a:extLst>
          </p:cNvPr>
          <p:cNvSpPr txBox="1">
            <a:spLocks/>
          </p:cNvSpPr>
          <p:nvPr/>
        </p:nvSpPr>
        <p:spPr>
          <a:xfrm>
            <a:off x="4572000" y="48797"/>
            <a:ext cx="4456584" cy="629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  <a:endParaRPr lang="es-CO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77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1070" y="1680232"/>
            <a:ext cx="6633737" cy="1316720"/>
          </a:xfrm>
        </p:spPr>
        <p:txBody>
          <a:bodyPr>
            <a:noAutofit/>
          </a:bodyPr>
          <a:lstStyle/>
          <a:p>
            <a:pPr algn="l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 que pidas de mi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te daré</a:t>
            </a:r>
            <a:b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4">
            <a:extLst>
              <a:ext uri="{FF2B5EF4-FFF2-40B4-BE49-F238E27FC236}">
                <a16:creationId xmlns:a16="http://schemas.microsoft.com/office/drawing/2014/main" id="{D00BCD68-D482-4536-A244-CECED9AC2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8797"/>
            <a:ext cx="4456584" cy="629208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CF2DFE0E-59E5-4C3D-8EB4-7014DD5B350E}"/>
              </a:ext>
            </a:extLst>
          </p:cNvPr>
          <p:cNvSpPr txBox="1">
            <a:spLocks/>
          </p:cNvSpPr>
          <p:nvPr/>
        </p:nvSpPr>
        <p:spPr>
          <a:xfrm>
            <a:off x="-40352" y="2668925"/>
            <a:ext cx="9002089" cy="1316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Donde quieras que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vaya yo iré</a:t>
            </a:r>
          </a:p>
        </p:txBody>
      </p:sp>
    </p:spTree>
    <p:extLst>
      <p:ext uri="{BB962C8B-B14F-4D97-AF65-F5344CB8AC3E}">
        <p14:creationId xmlns:p14="http://schemas.microsoft.com/office/powerpoint/2010/main" val="534801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95536" y="1484784"/>
            <a:ext cx="7668852" cy="1350150"/>
          </a:xfrm>
        </p:spPr>
        <p:txBody>
          <a:bodyPr>
            <a:noAutofit/>
          </a:bodyPr>
          <a:lstStyle/>
          <a:p>
            <a:pPr algn="l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Dispuesto estoy 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entregar 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739F025-D612-4ABC-905E-B8E024686681}"/>
              </a:ext>
            </a:extLst>
          </p:cNvPr>
          <p:cNvSpPr txBox="1">
            <a:spLocks/>
          </p:cNvSpPr>
          <p:nvPr/>
        </p:nvSpPr>
        <p:spPr>
          <a:xfrm>
            <a:off x="4572000" y="48797"/>
            <a:ext cx="4456584" cy="629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  <a:endParaRPr lang="es-CO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6D78E705-74BF-4D04-A9A2-1A415B3E0655}"/>
              </a:ext>
            </a:extLst>
          </p:cNvPr>
          <p:cNvSpPr txBox="1">
            <a:spLocks/>
          </p:cNvSpPr>
          <p:nvPr/>
        </p:nvSpPr>
        <p:spPr>
          <a:xfrm>
            <a:off x="143508" y="2522069"/>
            <a:ext cx="8856984" cy="1350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vida para </a:t>
            </a:r>
          </a:p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anunciar tu nombre</a:t>
            </a:r>
          </a:p>
        </p:txBody>
      </p:sp>
    </p:spTree>
    <p:extLst>
      <p:ext uri="{BB962C8B-B14F-4D97-AF65-F5344CB8AC3E}">
        <p14:creationId xmlns:p14="http://schemas.microsoft.com/office/powerpoint/2010/main" val="240860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2132856"/>
            <a:ext cx="9036496" cy="13501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entender tu voluntad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Hacerla realidad 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A6672BAB-7CEC-48E3-88A3-647644B6E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8797"/>
            <a:ext cx="4456584" cy="629208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</p:spTree>
    <p:extLst>
      <p:ext uri="{BB962C8B-B14F-4D97-AF65-F5344CB8AC3E}">
        <p14:creationId xmlns:p14="http://schemas.microsoft.com/office/powerpoint/2010/main" val="197573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43508" y="2204864"/>
            <a:ext cx="8856984" cy="13501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Confiar en tu palabra 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predicar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D3BE8FB-FC50-4874-AC41-1310D450B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8797"/>
            <a:ext cx="4456584" cy="629208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</p:spTree>
    <p:extLst>
      <p:ext uri="{BB962C8B-B14F-4D97-AF65-F5344CB8AC3E}">
        <p14:creationId xmlns:p14="http://schemas.microsoft.com/office/powerpoint/2010/main" val="533038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9512" y="2132856"/>
            <a:ext cx="8856984" cy="13501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las naciones salvación 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Cumplir la comisión 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1379AC0-E997-47FD-9764-02562BD63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8797"/>
            <a:ext cx="4456584" cy="629208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</p:spTree>
    <p:extLst>
      <p:ext uri="{BB962C8B-B14F-4D97-AF65-F5344CB8AC3E}">
        <p14:creationId xmlns:p14="http://schemas.microsoft.com/office/powerpoint/2010/main" val="96948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2132856"/>
            <a:ext cx="9036496" cy="13501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 instrumento en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tus manos 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tu amor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9CF41B7-FB6C-4D6D-8111-48BE6A7AE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8797"/>
            <a:ext cx="4456584" cy="629208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</p:spTree>
    <p:extLst>
      <p:ext uri="{BB962C8B-B14F-4D97-AF65-F5344CB8AC3E}">
        <p14:creationId xmlns:p14="http://schemas.microsoft.com/office/powerpoint/2010/main" val="724023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1070" y="1680232"/>
            <a:ext cx="6633737" cy="1316720"/>
          </a:xfrm>
        </p:spPr>
        <p:txBody>
          <a:bodyPr>
            <a:noAutofit/>
          </a:bodyPr>
          <a:lstStyle/>
          <a:p>
            <a:pPr algn="l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 que pidas de mi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te daré</a:t>
            </a:r>
            <a:b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4">
            <a:extLst>
              <a:ext uri="{FF2B5EF4-FFF2-40B4-BE49-F238E27FC236}">
                <a16:creationId xmlns:a16="http://schemas.microsoft.com/office/drawing/2014/main" id="{D00BCD68-D482-4536-A244-CECED9AC2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8797"/>
            <a:ext cx="4456584" cy="629208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CF2DFE0E-59E5-4C3D-8EB4-7014DD5B350E}"/>
              </a:ext>
            </a:extLst>
          </p:cNvPr>
          <p:cNvSpPr txBox="1">
            <a:spLocks/>
          </p:cNvSpPr>
          <p:nvPr/>
        </p:nvSpPr>
        <p:spPr>
          <a:xfrm>
            <a:off x="-40352" y="2668925"/>
            <a:ext cx="9002089" cy="1316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Donde quieras que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vaya yo iré</a:t>
            </a:r>
          </a:p>
        </p:txBody>
      </p:sp>
    </p:spTree>
    <p:extLst>
      <p:ext uri="{BB962C8B-B14F-4D97-AF65-F5344CB8AC3E}">
        <p14:creationId xmlns:p14="http://schemas.microsoft.com/office/powerpoint/2010/main" val="80007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43508" y="1484784"/>
            <a:ext cx="8856984" cy="1350150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Dispuesto estoy a entregar 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739F025-D612-4ABC-905E-B8E024686681}"/>
              </a:ext>
            </a:extLst>
          </p:cNvPr>
          <p:cNvSpPr txBox="1">
            <a:spLocks/>
          </p:cNvSpPr>
          <p:nvPr/>
        </p:nvSpPr>
        <p:spPr>
          <a:xfrm>
            <a:off x="4572000" y="48797"/>
            <a:ext cx="4456584" cy="629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  <a:endParaRPr lang="es-CO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6D78E705-74BF-4D04-A9A2-1A415B3E0655}"/>
              </a:ext>
            </a:extLst>
          </p:cNvPr>
          <p:cNvSpPr txBox="1">
            <a:spLocks/>
          </p:cNvSpPr>
          <p:nvPr/>
        </p:nvSpPr>
        <p:spPr>
          <a:xfrm>
            <a:off x="143508" y="2522069"/>
            <a:ext cx="8856984" cy="1350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vida para </a:t>
            </a:r>
          </a:p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anunciar tu nombre</a:t>
            </a:r>
          </a:p>
        </p:txBody>
      </p:sp>
    </p:spTree>
    <p:extLst>
      <p:ext uri="{BB962C8B-B14F-4D97-AF65-F5344CB8AC3E}">
        <p14:creationId xmlns:p14="http://schemas.microsoft.com/office/powerpoint/2010/main" val="3190425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1070" y="1680232"/>
            <a:ext cx="6633737" cy="1316720"/>
          </a:xfrm>
        </p:spPr>
        <p:txBody>
          <a:bodyPr>
            <a:noAutofit/>
          </a:bodyPr>
          <a:lstStyle/>
          <a:p>
            <a:pPr algn="l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 que pidas de mi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te daré</a:t>
            </a:r>
            <a:b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4">
            <a:extLst>
              <a:ext uri="{FF2B5EF4-FFF2-40B4-BE49-F238E27FC236}">
                <a16:creationId xmlns:a16="http://schemas.microsoft.com/office/drawing/2014/main" id="{D00BCD68-D482-4536-A244-CECED9AC2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8797"/>
            <a:ext cx="4456584" cy="629208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CF2DFE0E-59E5-4C3D-8EB4-7014DD5B350E}"/>
              </a:ext>
            </a:extLst>
          </p:cNvPr>
          <p:cNvSpPr txBox="1">
            <a:spLocks/>
          </p:cNvSpPr>
          <p:nvPr/>
        </p:nvSpPr>
        <p:spPr>
          <a:xfrm>
            <a:off x="-40352" y="2668925"/>
            <a:ext cx="9002089" cy="1316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Donde quieras que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vaya yo iré</a:t>
            </a:r>
          </a:p>
        </p:txBody>
      </p:sp>
    </p:spTree>
    <p:extLst>
      <p:ext uri="{BB962C8B-B14F-4D97-AF65-F5344CB8AC3E}">
        <p14:creationId xmlns:p14="http://schemas.microsoft.com/office/powerpoint/2010/main" val="387670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95536" y="1484784"/>
            <a:ext cx="7668852" cy="1350150"/>
          </a:xfrm>
        </p:spPr>
        <p:txBody>
          <a:bodyPr>
            <a:noAutofit/>
          </a:bodyPr>
          <a:lstStyle/>
          <a:p>
            <a:pPr algn="l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Dispuesto estoy 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entregar 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739F025-D612-4ABC-905E-B8E024686681}"/>
              </a:ext>
            </a:extLst>
          </p:cNvPr>
          <p:cNvSpPr txBox="1">
            <a:spLocks/>
          </p:cNvSpPr>
          <p:nvPr/>
        </p:nvSpPr>
        <p:spPr>
          <a:xfrm>
            <a:off x="4572000" y="48797"/>
            <a:ext cx="4456584" cy="629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PIDAS DE MÍ</a:t>
            </a:r>
            <a:endParaRPr lang="es-CO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6D78E705-74BF-4D04-A9A2-1A415B3E0655}"/>
              </a:ext>
            </a:extLst>
          </p:cNvPr>
          <p:cNvSpPr txBox="1">
            <a:spLocks/>
          </p:cNvSpPr>
          <p:nvPr/>
        </p:nvSpPr>
        <p:spPr>
          <a:xfrm>
            <a:off x="143508" y="2522069"/>
            <a:ext cx="8856984" cy="1350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vida para </a:t>
            </a:r>
          </a:p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anunciar tu nombre</a:t>
            </a:r>
          </a:p>
        </p:txBody>
      </p:sp>
    </p:spTree>
    <p:extLst>
      <p:ext uri="{BB962C8B-B14F-4D97-AF65-F5344CB8AC3E}">
        <p14:creationId xmlns:p14="http://schemas.microsoft.com/office/powerpoint/2010/main" val="25069337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230</Words>
  <Application>Microsoft Office PowerPoint</Application>
  <PresentationFormat>Presentación en pantalla (4:3)</PresentationFormat>
  <Paragraphs>40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Aharoni</vt:lpstr>
      <vt:lpstr>Arial</vt:lpstr>
      <vt:lpstr>Arial Rounded MT Bold</vt:lpstr>
      <vt:lpstr>Calibri</vt:lpstr>
      <vt:lpstr>Tema de Office</vt:lpstr>
      <vt:lpstr>Tú me has amado tanto  Jesús me has perdonado</vt:lpstr>
      <vt:lpstr>Tu sangre derramaste En la cruz por mí</vt:lpstr>
      <vt:lpstr>No me has abandonado Siempre estarás a mi lado</vt:lpstr>
      <vt:lpstr>Siempre fiel Siempre hasta el fin</vt:lpstr>
      <vt:lpstr>Lo que pidas de mi yo te daré </vt:lpstr>
      <vt:lpstr>Dispuesto estoy  a entregar  </vt:lpstr>
      <vt:lpstr>Quiero entender tu voluntad Hacerla realidad </vt:lpstr>
      <vt:lpstr>Confiar en tu palabra  Y predicar</vt:lpstr>
      <vt:lpstr>A las naciones salvación  Cumplir la comisión </vt:lpstr>
      <vt:lpstr>Ser instrumento en tus manos  De tu amor</vt:lpstr>
      <vt:lpstr>Lo que pidas de mi yo te daré </vt:lpstr>
      <vt:lpstr>Dispuesto estoy a entregar  </vt:lpstr>
      <vt:lpstr>Lo que pidas de mi yo te daré </vt:lpstr>
      <vt:lpstr>Dispuesto estoy  a entregar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Tú me has amado tanto  Jesús, me has perdonado</dc:title>
  <dc:creator>Natalia M</dc:creator>
  <cp:lastModifiedBy>Familia Cañon Peña</cp:lastModifiedBy>
  <cp:revision>26</cp:revision>
  <dcterms:created xsi:type="dcterms:W3CDTF">2020-06-29T02:32:43Z</dcterms:created>
  <dcterms:modified xsi:type="dcterms:W3CDTF">2021-07-27T03:58:57Z</dcterms:modified>
</cp:coreProperties>
</file>