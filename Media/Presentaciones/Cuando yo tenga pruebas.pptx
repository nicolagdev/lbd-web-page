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61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614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02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89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67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2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78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49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65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47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02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293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372922" y="2888476"/>
            <a:ext cx="54006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Cuando yo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tenga pruebas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480C69-F0FE-4453-AA67-EC1A6089DD5F}"/>
              </a:ext>
            </a:extLst>
          </p:cNvPr>
          <p:cNvSpPr/>
          <p:nvPr/>
        </p:nvSpPr>
        <p:spPr>
          <a:xfrm>
            <a:off x="683568" y="951465"/>
            <a:ext cx="54006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Cuando yo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tenga pruebas</a:t>
            </a:r>
          </a:p>
        </p:txBody>
      </p:sp>
    </p:spTree>
    <p:extLst>
      <p:ext uri="{BB962C8B-B14F-4D97-AF65-F5344CB8AC3E}">
        <p14:creationId xmlns:p14="http://schemas.microsoft.com/office/powerpoint/2010/main" val="102393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56918" y="1556792"/>
            <a:ext cx="6030163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No temeré</a:t>
            </a:r>
          </a:p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No temeré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99A134-9FA0-4CA2-B5A6-E48C99E50BDF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63201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96948" y="1052736"/>
            <a:ext cx="9037004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Jesús guía mi vida 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906074-0863-44E4-AF46-F9A123DB252C}"/>
              </a:ext>
            </a:extLst>
          </p:cNvPr>
          <p:cNvSpPr/>
          <p:nvPr/>
        </p:nvSpPr>
        <p:spPr>
          <a:xfrm>
            <a:off x="2238829" y="3429000"/>
            <a:ext cx="8208912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Jesús guía mi vida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B894E5-A55E-420D-B4D7-C3D241C75189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400778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39552" y="1140775"/>
            <a:ext cx="612068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Él guía mi vida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15CAE9E-4057-4EDE-B67A-630EB7CB6CFD}"/>
              </a:ext>
            </a:extLst>
          </p:cNvPr>
          <p:cNvSpPr/>
          <p:nvPr/>
        </p:nvSpPr>
        <p:spPr>
          <a:xfrm>
            <a:off x="3550453" y="3160155"/>
            <a:ext cx="612068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Él guía mi vida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C06003A-9E82-4480-8F34-4D1934034B23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209078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83568" y="1066416"/>
            <a:ext cx="8136904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Cuando yo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llegue al cielo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0959C6A-AB07-4461-BE19-6CBF5DBCEC6F}"/>
              </a:ext>
            </a:extLst>
          </p:cNvPr>
          <p:cNvSpPr/>
          <p:nvPr/>
        </p:nvSpPr>
        <p:spPr>
          <a:xfrm>
            <a:off x="3762970" y="2917721"/>
            <a:ext cx="54006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Cuando yo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llegue al cielo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51055E-FE6F-40BA-A95E-1494640A09A6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425872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475656" y="1556792"/>
            <a:ext cx="722754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Me espera Dios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Me espera Dios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0DB7E6-78F7-49B5-9B92-E92CEACE2388}"/>
              </a:ext>
            </a:extLst>
          </p:cNvPr>
          <p:cNvSpPr/>
          <p:nvPr/>
        </p:nvSpPr>
        <p:spPr>
          <a:xfrm>
            <a:off x="3623955" y="208494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53052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11315" y="1315951"/>
            <a:ext cx="7733093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en sus brazos fuertes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26CD0A-553A-4A86-AE5B-E52BC0CFECF2}"/>
              </a:ext>
            </a:extLst>
          </p:cNvPr>
          <p:cNvSpPr/>
          <p:nvPr/>
        </p:nvSpPr>
        <p:spPr>
          <a:xfrm>
            <a:off x="1130482" y="2852936"/>
            <a:ext cx="7971315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en sus brazos fuertes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DE16472-86E6-40A2-A89F-DF126968EAAD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116461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67555" y="1052736"/>
            <a:ext cx="824440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Para siempre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B9A707-E41F-4396-81AB-35ECE6A66260}"/>
              </a:ext>
            </a:extLst>
          </p:cNvPr>
          <p:cNvSpPr/>
          <p:nvPr/>
        </p:nvSpPr>
        <p:spPr>
          <a:xfrm>
            <a:off x="2627784" y="3025043"/>
            <a:ext cx="618418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Para siempre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A94C1C-C34B-4528-B6C2-D8675AB02760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345352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741312" y="2060848"/>
            <a:ext cx="5661375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Para siempre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9A7DC3-AE6F-470B-8B9A-096BCC6AB713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1723812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372922" y="2888476"/>
            <a:ext cx="54006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Cuando yo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tenga pruebas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480C69-F0FE-4453-AA67-EC1A6089DD5F}"/>
              </a:ext>
            </a:extLst>
          </p:cNvPr>
          <p:cNvSpPr/>
          <p:nvPr/>
        </p:nvSpPr>
        <p:spPr>
          <a:xfrm>
            <a:off x="683568" y="951465"/>
            <a:ext cx="54006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Cuando yo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haroni" panose="02010803020104030203" pitchFamily="2" charset="-79"/>
              </a:rPr>
              <a:t>tenga pruebas</a:t>
            </a:r>
          </a:p>
        </p:txBody>
      </p:sp>
    </p:spTree>
    <p:extLst>
      <p:ext uri="{BB962C8B-B14F-4D97-AF65-F5344CB8AC3E}">
        <p14:creationId xmlns:p14="http://schemas.microsoft.com/office/powerpoint/2010/main" val="8393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56918" y="1556792"/>
            <a:ext cx="6030163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No temeré</a:t>
            </a:r>
          </a:p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No temeré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99A134-9FA0-4CA2-B5A6-E48C99E50BDF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311836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96948" y="1052736"/>
            <a:ext cx="9037004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Jesús guía mi vida 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906074-0863-44E4-AF46-F9A123DB252C}"/>
              </a:ext>
            </a:extLst>
          </p:cNvPr>
          <p:cNvSpPr/>
          <p:nvPr/>
        </p:nvSpPr>
        <p:spPr>
          <a:xfrm>
            <a:off x="2238829" y="3429000"/>
            <a:ext cx="8208912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Jesús guía mi vida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B894E5-A55E-420D-B4D7-C3D241C75189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4250896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39552" y="1140775"/>
            <a:ext cx="612068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Él guía mi vida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15CAE9E-4057-4EDE-B67A-630EB7CB6CFD}"/>
              </a:ext>
            </a:extLst>
          </p:cNvPr>
          <p:cNvSpPr/>
          <p:nvPr/>
        </p:nvSpPr>
        <p:spPr>
          <a:xfrm>
            <a:off x="3550453" y="3160155"/>
            <a:ext cx="612068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Él guía mi vida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no temeré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C06003A-9E82-4480-8F34-4D1934034B23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959974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83568" y="1066416"/>
            <a:ext cx="8136904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Cuando yo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llegue al cielo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0959C6A-AB07-4461-BE19-6CBF5DBCEC6F}"/>
              </a:ext>
            </a:extLst>
          </p:cNvPr>
          <p:cNvSpPr/>
          <p:nvPr/>
        </p:nvSpPr>
        <p:spPr>
          <a:xfrm>
            <a:off x="3762970" y="2917721"/>
            <a:ext cx="54006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Cuando yo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llegue al cielo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51055E-FE6F-40BA-A95E-1494640A09A6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1797353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475656" y="1556792"/>
            <a:ext cx="722754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Me espera Dios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Me espera Dios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0DB7E6-78F7-49B5-9B92-E92CEACE2388}"/>
              </a:ext>
            </a:extLst>
          </p:cNvPr>
          <p:cNvSpPr/>
          <p:nvPr/>
        </p:nvSpPr>
        <p:spPr>
          <a:xfrm>
            <a:off x="3623955" y="208494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134375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11315" y="1315951"/>
            <a:ext cx="7733093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en sus brazos fuertes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26CD0A-553A-4A86-AE5B-E52BC0CFECF2}"/>
              </a:ext>
            </a:extLst>
          </p:cNvPr>
          <p:cNvSpPr/>
          <p:nvPr/>
        </p:nvSpPr>
        <p:spPr>
          <a:xfrm>
            <a:off x="1130482" y="2852936"/>
            <a:ext cx="7971315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Y en sus brazos fuertes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DE16472-86E6-40A2-A89F-DF126968EAAD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4290802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67555" y="1052736"/>
            <a:ext cx="824440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Para siempre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B9A707-E41F-4396-81AB-35ECE6A66260}"/>
              </a:ext>
            </a:extLst>
          </p:cNvPr>
          <p:cNvSpPr/>
          <p:nvPr/>
        </p:nvSpPr>
        <p:spPr>
          <a:xfrm>
            <a:off x="2627784" y="3025043"/>
            <a:ext cx="618418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rgbClr val="FFC000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Para siempre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rgbClr val="FFC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A94C1C-C34B-4528-B6C2-D8675AB02760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379695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741312" y="2060848"/>
            <a:ext cx="5661375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Arial Unicode MS" pitchFamily="34" charset="-128"/>
                <a:cs typeface="Arial Unicode MS" pitchFamily="34" charset="-128"/>
              </a:rPr>
              <a:t>Para siempre él me sostendrá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9A7DC3-AE6F-470B-8B9A-096BCC6AB713}"/>
              </a:ext>
            </a:extLst>
          </p:cNvPr>
          <p:cNvSpPr/>
          <p:nvPr/>
        </p:nvSpPr>
        <p:spPr>
          <a:xfrm>
            <a:off x="3584773" y="188640"/>
            <a:ext cx="551702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latin typeface="Arial Rounded MT Bold" panose="020F0704030504030204" pitchFamily="34" charset="0"/>
              </a:rPr>
              <a:t>CUANDO YO TENGA PRUEBAS</a:t>
            </a:r>
          </a:p>
        </p:txBody>
      </p:sp>
    </p:spTree>
    <p:extLst>
      <p:ext uri="{BB962C8B-B14F-4D97-AF65-F5344CB8AC3E}">
        <p14:creationId xmlns:p14="http://schemas.microsoft.com/office/powerpoint/2010/main" val="92333152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246</Words>
  <Application>Microsoft Office PowerPoint</Application>
  <PresentationFormat>Presentación en pantalla (4:3)</PresentationFormat>
  <Paragraphs>70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Arial Rounded MT Bold</vt:lpstr>
      <vt:lpstr>Berlin Sans FB Demi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24</cp:revision>
  <dcterms:created xsi:type="dcterms:W3CDTF">2016-02-13T02:28:27Z</dcterms:created>
  <dcterms:modified xsi:type="dcterms:W3CDTF">2021-07-27T03:11:18Z</dcterms:modified>
</cp:coreProperties>
</file>