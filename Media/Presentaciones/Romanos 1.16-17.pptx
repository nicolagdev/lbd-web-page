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3AA41-7FC1-4AC3-98CD-F22A441AB11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124BA-F981-4375-819F-413F652A4E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6154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3AA41-7FC1-4AC3-98CD-F22A441AB11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124BA-F981-4375-819F-413F652A4E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0555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3AA41-7FC1-4AC3-98CD-F22A441AB11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124BA-F981-4375-819F-413F652A4E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0722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3AA41-7FC1-4AC3-98CD-F22A441AB11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124BA-F981-4375-819F-413F652A4E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92134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3AA41-7FC1-4AC3-98CD-F22A441AB11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124BA-F981-4375-819F-413F652A4E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5056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3AA41-7FC1-4AC3-98CD-F22A441AB11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124BA-F981-4375-819F-413F652A4E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8250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3AA41-7FC1-4AC3-98CD-F22A441AB11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124BA-F981-4375-819F-413F652A4E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9004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3AA41-7FC1-4AC3-98CD-F22A441AB11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124BA-F981-4375-819F-413F652A4E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084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3AA41-7FC1-4AC3-98CD-F22A441AB11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124BA-F981-4375-819F-413F652A4E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5104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3AA41-7FC1-4AC3-98CD-F22A441AB11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124BA-F981-4375-819F-413F652A4E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67872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3AA41-7FC1-4AC3-98CD-F22A441AB11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124BA-F981-4375-819F-413F652A4E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08709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3AA41-7FC1-4AC3-98CD-F22A441AB11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124BA-F981-4375-819F-413F652A4E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6662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0B2C9-8718-4F14-98D6-B12CB78504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89024"/>
            <a:ext cx="9144000" cy="17907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/Porque no me avergüenzo</a:t>
            </a:r>
            <a:b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es-ES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No me avergüenzo</a:t>
            </a:r>
            <a:b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es-ES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Del evangelio de mi Dios</a:t>
            </a:r>
            <a:r>
              <a:rPr lang="es-ES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/</a:t>
            </a:r>
            <a:br>
              <a:rPr lang="es-CO" sz="5400" dirty="0">
                <a:ln>
                  <a:solidFill>
                    <a:schemeClr val="bg1"/>
                  </a:solidFill>
                </a:ln>
              </a:rPr>
            </a:br>
            <a:endParaRPr lang="es-CO" sz="5400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AD66536-14D5-41A2-8976-C631997B97C0}"/>
              </a:ext>
            </a:extLst>
          </p:cNvPr>
          <p:cNvSpPr txBox="1"/>
          <p:nvPr/>
        </p:nvSpPr>
        <p:spPr>
          <a:xfrm>
            <a:off x="4234069" y="221146"/>
            <a:ext cx="47509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ROMANOS 1:16-17</a:t>
            </a:r>
          </a:p>
        </p:txBody>
      </p:sp>
    </p:spTree>
    <p:extLst>
      <p:ext uri="{BB962C8B-B14F-4D97-AF65-F5344CB8AC3E}">
        <p14:creationId xmlns:p14="http://schemas.microsoft.com/office/powerpoint/2010/main" val="995742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0B2C9-8718-4F14-98D6-B12CB78504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7836" y="1887865"/>
            <a:ext cx="7008329" cy="17907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MX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Porque es poder de DIOS</a:t>
            </a:r>
            <a:br>
              <a:rPr lang="es-MX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es-MX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Para salvación a todo aquel</a:t>
            </a:r>
            <a:br>
              <a:rPr lang="es-MX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es-MX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Que en él cree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5497877-DB35-48F8-8785-38AB302A9D79}"/>
              </a:ext>
            </a:extLst>
          </p:cNvPr>
          <p:cNvSpPr txBox="1"/>
          <p:nvPr/>
        </p:nvSpPr>
        <p:spPr>
          <a:xfrm>
            <a:off x="4393096" y="857250"/>
            <a:ext cx="4750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ROMANOS 1:16-17</a:t>
            </a:r>
          </a:p>
        </p:txBody>
      </p:sp>
    </p:spTree>
    <p:extLst>
      <p:ext uri="{BB962C8B-B14F-4D97-AF65-F5344CB8AC3E}">
        <p14:creationId xmlns:p14="http://schemas.microsoft.com/office/powerpoint/2010/main" val="3666048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0B2C9-8718-4F14-98D6-B12CB78504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3256" y="1959665"/>
            <a:ext cx="6737489" cy="17907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MX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/ Porque en el EVANGELIO</a:t>
            </a:r>
            <a:br>
              <a:rPr lang="es-MX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es-MX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La justicia de Mi DIOS</a:t>
            </a:r>
            <a:br>
              <a:rPr lang="es-MX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es-MX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Se revela por </a:t>
            </a:r>
            <a:r>
              <a:rPr lang="es-MX" sz="49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fe </a:t>
            </a:r>
            <a:r>
              <a:rPr lang="es-MX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 para </a:t>
            </a:r>
            <a:r>
              <a:rPr lang="es-MX" sz="49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fe</a:t>
            </a:r>
            <a:r>
              <a:rPr lang="es-MX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 /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50EDD05-BA29-4978-B20C-F1CDECC9FF29}"/>
              </a:ext>
            </a:extLst>
          </p:cNvPr>
          <p:cNvSpPr txBox="1"/>
          <p:nvPr/>
        </p:nvSpPr>
        <p:spPr>
          <a:xfrm>
            <a:off x="4393096" y="857250"/>
            <a:ext cx="4750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ROMANOS 1:16-17</a:t>
            </a:r>
          </a:p>
        </p:txBody>
      </p:sp>
    </p:spTree>
    <p:extLst>
      <p:ext uri="{BB962C8B-B14F-4D97-AF65-F5344CB8AC3E}">
        <p14:creationId xmlns:p14="http://schemas.microsoft.com/office/powerpoint/2010/main" val="414045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0B2C9-8718-4F14-98D6-B12CB78504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6363" y="2278546"/>
            <a:ext cx="6731275" cy="14298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MX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Como está escrito:</a:t>
            </a:r>
            <a:br>
              <a:rPr lang="es-MX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es-MX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   MAS EL JUSTO POR LA FE VIVIRÁ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59901CD-8A53-4FC1-95F6-20BF9BD1B163}"/>
              </a:ext>
            </a:extLst>
          </p:cNvPr>
          <p:cNvSpPr txBox="1"/>
          <p:nvPr/>
        </p:nvSpPr>
        <p:spPr>
          <a:xfrm>
            <a:off x="4393096" y="857250"/>
            <a:ext cx="4750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ROMANOS 1:16-17</a:t>
            </a:r>
          </a:p>
        </p:txBody>
      </p:sp>
    </p:spTree>
    <p:extLst>
      <p:ext uri="{BB962C8B-B14F-4D97-AF65-F5344CB8AC3E}">
        <p14:creationId xmlns:p14="http://schemas.microsoft.com/office/powerpoint/2010/main" val="999841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0B2C9-8718-4F14-98D6-B12CB78504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3961" y="2533650"/>
            <a:ext cx="7376078" cy="17907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/Porque no me avergüenzo</a:t>
            </a:r>
            <a:br>
              <a:rPr lang="es-CO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es-ES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No me avergüenzo</a:t>
            </a:r>
            <a:br>
              <a:rPr lang="es-CO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es-ES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Del evangelio de mi Dios</a:t>
            </a:r>
            <a:r>
              <a:rPr lang="es-ES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/</a:t>
            </a:r>
            <a:br>
              <a:rPr lang="es-CO" sz="4050" dirty="0">
                <a:ln>
                  <a:solidFill>
                    <a:schemeClr val="bg1"/>
                  </a:solidFill>
                </a:ln>
              </a:rPr>
            </a:br>
            <a:endParaRPr lang="es-CO" sz="4050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C606025-4878-42D1-B6C6-A9A3439B855E}"/>
              </a:ext>
            </a:extLst>
          </p:cNvPr>
          <p:cNvSpPr txBox="1"/>
          <p:nvPr/>
        </p:nvSpPr>
        <p:spPr>
          <a:xfrm>
            <a:off x="4393096" y="857250"/>
            <a:ext cx="4750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ROMANOS 1:16-17</a:t>
            </a:r>
          </a:p>
        </p:txBody>
      </p:sp>
    </p:spTree>
    <p:extLst>
      <p:ext uri="{BB962C8B-B14F-4D97-AF65-F5344CB8AC3E}">
        <p14:creationId xmlns:p14="http://schemas.microsoft.com/office/powerpoint/2010/main" val="1181170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0B2C9-8718-4F14-98D6-B12CB78504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7836" y="1887865"/>
            <a:ext cx="7008329" cy="17907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MX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Porque es poder de DIOS</a:t>
            </a:r>
            <a:br>
              <a:rPr lang="es-MX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es-MX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Para salvación a todo aquel</a:t>
            </a:r>
            <a:br>
              <a:rPr lang="es-MX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es-MX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Que en él cree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41813AA-618E-453C-86A6-AB49D0EC5573}"/>
              </a:ext>
            </a:extLst>
          </p:cNvPr>
          <p:cNvSpPr txBox="1"/>
          <p:nvPr/>
        </p:nvSpPr>
        <p:spPr>
          <a:xfrm>
            <a:off x="4393096" y="857250"/>
            <a:ext cx="4750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ROMANOS 1:16-17</a:t>
            </a:r>
          </a:p>
        </p:txBody>
      </p:sp>
    </p:spTree>
    <p:extLst>
      <p:ext uri="{BB962C8B-B14F-4D97-AF65-F5344CB8AC3E}">
        <p14:creationId xmlns:p14="http://schemas.microsoft.com/office/powerpoint/2010/main" val="1813293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0B2C9-8718-4F14-98D6-B12CB78504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3256" y="1959665"/>
            <a:ext cx="6737489" cy="17907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MX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/ Porque en el EVANGELIO</a:t>
            </a:r>
            <a:br>
              <a:rPr lang="es-MX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es-MX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La justicia de Mi DIOS</a:t>
            </a:r>
            <a:br>
              <a:rPr lang="es-MX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es-MX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Se revela por </a:t>
            </a:r>
            <a:r>
              <a:rPr lang="es-MX" sz="49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fe </a:t>
            </a:r>
            <a:r>
              <a:rPr lang="es-MX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 para </a:t>
            </a:r>
            <a:r>
              <a:rPr lang="es-MX" sz="49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fe</a:t>
            </a:r>
            <a:r>
              <a:rPr lang="es-MX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 /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3DA1E0B-0004-4B4F-B30B-459652B862AC}"/>
              </a:ext>
            </a:extLst>
          </p:cNvPr>
          <p:cNvSpPr txBox="1"/>
          <p:nvPr/>
        </p:nvSpPr>
        <p:spPr>
          <a:xfrm>
            <a:off x="4393096" y="857250"/>
            <a:ext cx="4750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ROMANOS 1:16-17</a:t>
            </a:r>
          </a:p>
        </p:txBody>
      </p:sp>
    </p:spTree>
    <p:extLst>
      <p:ext uri="{BB962C8B-B14F-4D97-AF65-F5344CB8AC3E}">
        <p14:creationId xmlns:p14="http://schemas.microsoft.com/office/powerpoint/2010/main" val="3475207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0B2C9-8718-4F14-98D6-B12CB78504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6363" y="2278546"/>
            <a:ext cx="6731275" cy="14298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MX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Como está escrito:</a:t>
            </a:r>
            <a:br>
              <a:rPr lang="es-MX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es-MX" sz="40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   MAS EL JUSTO POR LA FE VIVIRÁ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F7F410D-784C-4564-8092-B30F3B9553D0}"/>
              </a:ext>
            </a:extLst>
          </p:cNvPr>
          <p:cNvSpPr txBox="1"/>
          <p:nvPr/>
        </p:nvSpPr>
        <p:spPr>
          <a:xfrm>
            <a:off x="4393096" y="857250"/>
            <a:ext cx="4750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ROMANOS 1:16-17</a:t>
            </a:r>
          </a:p>
        </p:txBody>
      </p:sp>
    </p:spTree>
    <p:extLst>
      <p:ext uri="{BB962C8B-B14F-4D97-AF65-F5344CB8AC3E}">
        <p14:creationId xmlns:p14="http://schemas.microsoft.com/office/powerpoint/2010/main" val="5972922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</TotalTime>
  <Words>148</Words>
  <Application>Microsoft Office PowerPoint</Application>
  <PresentationFormat>Presentación en pantalla (4:3)</PresentationFormat>
  <Paragraphs>16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</vt:lpstr>
      <vt:lpstr>Arial Rounded MT Bold</vt:lpstr>
      <vt:lpstr>Brush Script MT</vt:lpstr>
      <vt:lpstr>Calibri</vt:lpstr>
      <vt:lpstr>Calibri Light</vt:lpstr>
      <vt:lpstr>Tema de Office</vt:lpstr>
      <vt:lpstr>/Porque no me avergüenzo No me avergüenzo Del evangelio de mi Dios/ </vt:lpstr>
      <vt:lpstr>Porque es poder de DIOS Para salvación a todo aquel Que en él cree</vt:lpstr>
      <vt:lpstr>/ Porque en el EVANGELIO La justicia de Mi DIOS Se revela por fe y para fe /</vt:lpstr>
      <vt:lpstr>Como está escrito:    MAS EL JUSTO POR LA FE VIVIRÁ</vt:lpstr>
      <vt:lpstr>/Porque no me avergüenzo No me avergüenzo Del evangelio de mi Dios/ </vt:lpstr>
      <vt:lpstr>Porque es poder de DIOS Para salvación a todo aquel Que en él cree</vt:lpstr>
      <vt:lpstr>/ Porque en el EVANGELIO La justicia de Mi DIOS Se revela por fe y para fe /</vt:lpstr>
      <vt:lpstr>Como está escrito:    MAS EL JUSTO POR LA FE VIVIRÁ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wilmar cañon</dc:creator>
  <cp:lastModifiedBy>Familia Cañon Peña</cp:lastModifiedBy>
  <cp:revision>9</cp:revision>
  <dcterms:created xsi:type="dcterms:W3CDTF">2020-06-20T15:58:05Z</dcterms:created>
  <dcterms:modified xsi:type="dcterms:W3CDTF">2021-07-27T04:10:37Z</dcterms:modified>
</cp:coreProperties>
</file>