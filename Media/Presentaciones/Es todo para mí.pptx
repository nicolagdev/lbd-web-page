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9" r:id="rId11"/>
    <p:sldId id="280" r:id="rId12"/>
    <p:sldId id="275" r:id="rId13"/>
    <p:sldId id="266" r:id="rId14"/>
    <p:sldId id="276" r:id="rId15"/>
    <p:sldId id="271" r:id="rId16"/>
    <p:sldId id="267" r:id="rId17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ED4B-DE09-4E98-951B-DD2F60417CC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259E3-F774-4632-B247-BC4C52312F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840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ED4B-DE09-4E98-951B-DD2F60417CC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259E3-F774-4632-B247-BC4C52312F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234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ED4B-DE09-4E98-951B-DD2F60417CC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259E3-F774-4632-B247-BC4C52312F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203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ED4B-DE09-4E98-951B-DD2F60417CC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259E3-F774-4632-B247-BC4C52312F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913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ED4B-DE09-4E98-951B-DD2F60417CC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259E3-F774-4632-B247-BC4C52312F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0118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ED4B-DE09-4E98-951B-DD2F60417CC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259E3-F774-4632-B247-BC4C52312F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929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ED4B-DE09-4E98-951B-DD2F60417CC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259E3-F774-4632-B247-BC4C52312F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332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ED4B-DE09-4E98-951B-DD2F60417CC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259E3-F774-4632-B247-BC4C52312F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2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ED4B-DE09-4E98-951B-DD2F60417CC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259E3-F774-4632-B247-BC4C52312F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62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ED4B-DE09-4E98-951B-DD2F60417CC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259E3-F774-4632-B247-BC4C52312F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3980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ED4B-DE09-4E98-951B-DD2F60417CC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259E3-F774-4632-B247-BC4C52312F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745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AED4B-DE09-4E98-951B-DD2F60417CC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259E3-F774-4632-B247-BC4C52312F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8303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7505" y="1134985"/>
            <a:ext cx="8536264" cy="2322258"/>
          </a:xfrm>
        </p:spPr>
        <p:txBody>
          <a:bodyPr>
            <a:noAutofit/>
          </a:bodyPr>
          <a:lstStyle/>
          <a:p>
            <a:pPr algn="l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En el cielo su grandeza está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Y en el aire habla con MAJESTAD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C4BC14D-549E-4F07-9F26-BD6F9DA310E3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342336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56438" y="1268760"/>
            <a:ext cx="7831124" cy="275430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Y aunque rige sobre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 tierra y mar</a:t>
            </a:r>
          </a:p>
          <a:p>
            <a:pPr marL="0" indent="0" algn="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¿Qué es ÉL PARA MÍ?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60F4E1-47F8-4CA0-B36F-5B69855712B6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966713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00808"/>
            <a:ext cx="9001690" cy="25922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Celebremos su NATIVIDAD</a:t>
            </a:r>
          </a:p>
          <a:p>
            <a:pPr marL="0" indent="0" algn="ctr">
              <a:buNone/>
            </a:pP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En la HISTORIA tiene ÉL LUGAR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EEFBDFD-DAEC-4F92-992F-AF408D83E2C3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2056013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62682" y="1628800"/>
            <a:ext cx="8818635" cy="232225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VINO PARA DARNOS LIBERTAD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¿Qué me importa a mí?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90BF2E-D245-4A2C-A05A-551DA704456A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205601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54378" y="1412776"/>
            <a:ext cx="7835244" cy="261029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Hasta que por FE le conocí</a:t>
            </a:r>
          </a:p>
          <a:p>
            <a:pPr marL="0" indent="0" algn="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Y sentí su GRACIA obrando en MÍ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C15CC53-2192-4353-B2E5-CCD820D17FBB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2056013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844824"/>
            <a:ext cx="9144000" cy="23222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Fue entonces que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yo comprendí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2C260F9-68E5-406B-BEE6-04A3ECEC90C7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2056013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10122" y="1628800"/>
            <a:ext cx="7523756" cy="23222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Que DIOS en realidad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ME AMA DE VERDAD y...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6DB61E-85CC-4745-8646-4817C3975F4C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2056013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340768"/>
            <a:ext cx="9144000" cy="24482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Cada día ANDO JUNTO A ÉL</a:t>
            </a:r>
          </a:p>
          <a:p>
            <a:pPr marL="0" indent="0" algn="ctr">
              <a:buNone/>
            </a:pP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Su CUIDADO y PROTECCIÓN me 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4BB4C49-D3D4-4921-BADF-A51CC8A6D6C7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2056013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02205" y="1106742"/>
            <a:ext cx="8816289" cy="23222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Y en la senda estrecha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 me guiará 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ES TODO PARA MÍ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731CED-20FB-4406-9F61-DACE69A4C5F2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2056013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1155" y="1340768"/>
            <a:ext cx="9001690" cy="259228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Celebremos su NATIVIDAD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En la HISTORIA tiene ÉL LUGAR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A41DA3-D433-4659-BB6D-085A26A3AAE6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44598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62682" y="1340768"/>
            <a:ext cx="8818635" cy="232225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VINO PARA DARNOS LIBERTAD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¿Qué me importa a mí?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32870E8-0536-41E2-A25E-86B50F17D837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399882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8884" y="1340768"/>
            <a:ext cx="8946231" cy="26436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Hasta que por FE le conocí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Y SU GRAN PODER en mí sentí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4A8964-D93D-4F67-A61E-F92486BC5253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84945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702931" y="1772816"/>
            <a:ext cx="5738138" cy="23222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No sabía que era el DIOS DE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9E07FD3-6599-4A00-9B99-2B2DB6370EA9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884111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24072" y="1700808"/>
            <a:ext cx="7695855" cy="23222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Que vino desde allá para SALVARME A MÍ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77070E-1890-44F7-8552-A3AACA7E3BBE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946800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43508" y="1412776"/>
            <a:ext cx="8856984" cy="232225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Yo ahora PERTENEZCO A ÉL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Él me ayuda con su gran poder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309E16-A3D9-4131-9731-E8BDED373419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2040673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39396" y="1340768"/>
            <a:ext cx="8865207" cy="237626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Me conduce siempre a la VERDAD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/Es todo para mí/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4CCE43-0F83-4BCC-BB1A-7B767602772D}"/>
              </a:ext>
            </a:extLst>
          </p:cNvPr>
          <p:cNvSpPr txBox="1"/>
          <p:nvPr/>
        </p:nvSpPr>
        <p:spPr>
          <a:xfrm>
            <a:off x="5508104" y="116632"/>
            <a:ext cx="351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 TODO PARA MÍ</a:t>
            </a:r>
          </a:p>
        </p:txBody>
      </p:sp>
    </p:spTree>
    <p:extLst>
      <p:ext uri="{BB962C8B-B14F-4D97-AF65-F5344CB8AC3E}">
        <p14:creationId xmlns:p14="http://schemas.microsoft.com/office/powerpoint/2010/main" val="20406730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238</Words>
  <Application>Microsoft Office PowerPoint</Application>
  <PresentationFormat>Presentación en pantalla (4:3)</PresentationFormat>
  <Paragraphs>47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Arial Rounded MT Bold</vt:lpstr>
      <vt:lpstr>Calibri</vt:lpstr>
      <vt:lpstr>Tw Cen MT Condensed Extra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Familia Cañon Peña</cp:lastModifiedBy>
  <cp:revision>21</cp:revision>
  <dcterms:created xsi:type="dcterms:W3CDTF">2017-08-12T23:59:25Z</dcterms:created>
  <dcterms:modified xsi:type="dcterms:W3CDTF">2021-07-27T03:35:43Z</dcterms:modified>
</cp:coreProperties>
</file>