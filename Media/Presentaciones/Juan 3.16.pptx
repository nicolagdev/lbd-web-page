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72" r:id="rId5"/>
    <p:sldId id="258" r:id="rId6"/>
    <p:sldId id="273" r:id="rId7"/>
    <p:sldId id="274" r:id="rId8"/>
    <p:sldId id="275" r:id="rId9"/>
    <p:sldId id="276" r:id="rId10"/>
    <p:sldId id="27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545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977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1056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48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945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868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049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840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965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072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060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2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94C6F-7911-4B33-875C-EC6D85E168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0D199-1AE6-4A4A-AE07-33D5753521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992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215347" y="1000975"/>
            <a:ext cx="8292548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Dios al mundo amó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636105" y="2399080"/>
            <a:ext cx="829254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Dios al mundo amó</a:t>
            </a:r>
          </a:p>
        </p:txBody>
      </p:sp>
    </p:spTree>
    <p:extLst>
      <p:ext uri="{BB962C8B-B14F-4D97-AF65-F5344CB8AC3E}">
        <p14:creationId xmlns:p14="http://schemas.microsoft.com/office/powerpoint/2010/main" val="336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786848" y="892267"/>
            <a:ext cx="6851373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Y a su hijo dio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425726" y="2147289"/>
            <a:ext cx="829254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 a su hijo dio</a:t>
            </a:r>
          </a:p>
        </p:txBody>
      </p:sp>
    </p:spTree>
    <p:extLst>
      <p:ext uri="{BB962C8B-B14F-4D97-AF65-F5344CB8AC3E}">
        <p14:creationId xmlns:p14="http://schemas.microsoft.com/office/powerpoint/2010/main" val="69714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94422" y="1342841"/>
            <a:ext cx="8569187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Para que todo aquel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0" y="2665757"/>
            <a:ext cx="904957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Para que todo aquel</a:t>
            </a:r>
          </a:p>
        </p:txBody>
      </p:sp>
    </p:spTree>
    <p:extLst>
      <p:ext uri="{BB962C8B-B14F-4D97-AF65-F5344CB8AC3E}">
        <p14:creationId xmlns:p14="http://schemas.microsoft.com/office/powerpoint/2010/main" val="72984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425726" y="892267"/>
            <a:ext cx="7931426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Que cree en él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425726" y="2147289"/>
            <a:ext cx="829254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Que cree en él</a:t>
            </a:r>
          </a:p>
        </p:txBody>
      </p:sp>
    </p:spTree>
    <p:extLst>
      <p:ext uri="{BB962C8B-B14F-4D97-AF65-F5344CB8AC3E}">
        <p14:creationId xmlns:p14="http://schemas.microsoft.com/office/powerpoint/2010/main" val="82749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0" y="1916998"/>
            <a:ext cx="8994913" cy="251916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Century Gothic" panose="020B0502020202020204" pitchFamily="34" charset="0"/>
              </a:rPr>
              <a:t>No se pierda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Century Gothic" panose="020B0502020202020204" pitchFamily="34" charset="0"/>
              </a:rPr>
              <a:t>Más tenga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Century Gothic" panose="020B0502020202020204" pitchFamily="34" charset="0"/>
              </a:rPr>
              <a:t>VIDA ETERNA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9F2F29-47CA-4826-BD28-1E2ED458803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</p:spTree>
    <p:extLst>
      <p:ext uri="{BB962C8B-B14F-4D97-AF65-F5344CB8AC3E}">
        <p14:creationId xmlns:p14="http://schemas.microsoft.com/office/powerpoint/2010/main" val="233564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294860" y="987723"/>
            <a:ext cx="8292548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Dios al mundo amó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702365" y="2514208"/>
            <a:ext cx="829254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Dios al mundo amó</a:t>
            </a:r>
          </a:p>
        </p:txBody>
      </p:sp>
    </p:spTree>
    <p:extLst>
      <p:ext uri="{BB962C8B-B14F-4D97-AF65-F5344CB8AC3E}">
        <p14:creationId xmlns:p14="http://schemas.microsoft.com/office/powerpoint/2010/main" val="203876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786848" y="892267"/>
            <a:ext cx="6851373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Y a su hijo dio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425726" y="2147289"/>
            <a:ext cx="829254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 a su hijo dio</a:t>
            </a:r>
          </a:p>
        </p:txBody>
      </p:sp>
    </p:spTree>
    <p:extLst>
      <p:ext uri="{BB962C8B-B14F-4D97-AF65-F5344CB8AC3E}">
        <p14:creationId xmlns:p14="http://schemas.microsoft.com/office/powerpoint/2010/main" val="399077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425726" y="892267"/>
            <a:ext cx="7931426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Para que todo aquel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425726" y="2147289"/>
            <a:ext cx="829254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Para que todo aquel</a:t>
            </a:r>
          </a:p>
        </p:txBody>
      </p:sp>
    </p:spTree>
    <p:extLst>
      <p:ext uri="{BB962C8B-B14F-4D97-AF65-F5344CB8AC3E}">
        <p14:creationId xmlns:p14="http://schemas.microsoft.com/office/powerpoint/2010/main" val="408336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 noGrp="1"/>
          </p:cNvSpPr>
          <p:nvPr>
            <p:ph type="ctrTitle"/>
          </p:nvPr>
        </p:nvSpPr>
        <p:spPr>
          <a:xfrm>
            <a:off x="425726" y="892267"/>
            <a:ext cx="7931426" cy="15264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1"/>
                </a:solidFill>
                <a:latin typeface="Century Gothic" panose="020B0502020202020204" pitchFamily="34" charset="0"/>
              </a:rPr>
              <a:t>Que cree en él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7672DF-4999-4A99-A70A-63E6110E7F6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0E529D8D-8C36-408C-BE73-E67E96893B71}"/>
              </a:ext>
            </a:extLst>
          </p:cNvPr>
          <p:cNvSpPr txBox="1">
            <a:spLocks/>
          </p:cNvSpPr>
          <p:nvPr/>
        </p:nvSpPr>
        <p:spPr>
          <a:xfrm>
            <a:off x="425726" y="2147289"/>
            <a:ext cx="8292548" cy="1526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Que cree en él</a:t>
            </a:r>
          </a:p>
        </p:txBody>
      </p:sp>
    </p:spTree>
    <p:extLst>
      <p:ext uri="{BB962C8B-B14F-4D97-AF65-F5344CB8AC3E}">
        <p14:creationId xmlns:p14="http://schemas.microsoft.com/office/powerpoint/2010/main" val="240959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74543" y="1877241"/>
            <a:ext cx="8994913" cy="251916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s-CO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Century Gothic" panose="020B0502020202020204" pitchFamily="34" charset="0"/>
              </a:rPr>
              <a:t>No se pierda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Century Gothic" panose="020B0502020202020204" pitchFamily="34" charset="0"/>
              </a:rPr>
              <a:t>Más tenga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Century Gothic" panose="020B0502020202020204" pitchFamily="34" charset="0"/>
              </a:rPr>
              <a:t>VIDA ETERNA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9F2F29-47CA-4826-BD28-1E2ED458803C}"/>
              </a:ext>
            </a:extLst>
          </p:cNvPr>
          <p:cNvSpPr txBox="1"/>
          <p:nvPr/>
        </p:nvSpPr>
        <p:spPr>
          <a:xfrm>
            <a:off x="6281530" y="101877"/>
            <a:ext cx="2713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JUAN 3:16</a:t>
            </a:r>
          </a:p>
        </p:txBody>
      </p:sp>
    </p:spTree>
    <p:extLst>
      <p:ext uri="{BB962C8B-B14F-4D97-AF65-F5344CB8AC3E}">
        <p14:creationId xmlns:p14="http://schemas.microsoft.com/office/powerpoint/2010/main" val="763633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102</Words>
  <Application>Microsoft Office PowerPoint</Application>
  <PresentationFormat>Presentación en pantalla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Century Gothic</vt:lpstr>
      <vt:lpstr>Tema de Office</vt:lpstr>
      <vt:lpstr>Dios al mundo amó</vt:lpstr>
      <vt:lpstr>Y a su hijo dio</vt:lpstr>
      <vt:lpstr>Para que todo aquel</vt:lpstr>
      <vt:lpstr>Que cree en él</vt:lpstr>
      <vt:lpstr>Presentación de PowerPoint</vt:lpstr>
      <vt:lpstr>Dios al mundo amó</vt:lpstr>
      <vt:lpstr>Y a su hijo dio</vt:lpstr>
      <vt:lpstr>Para que todo aquel</vt:lpstr>
      <vt:lpstr>Que cree en él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Familia Cañon Peña</cp:lastModifiedBy>
  <cp:revision>17</cp:revision>
  <dcterms:created xsi:type="dcterms:W3CDTF">2016-02-29T23:07:56Z</dcterms:created>
  <dcterms:modified xsi:type="dcterms:W3CDTF">2021-07-27T03:55:21Z</dcterms:modified>
</cp:coreProperties>
</file>