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8" r:id="rId5"/>
    <p:sldId id="283" r:id="rId6"/>
    <p:sldId id="260" r:id="rId7"/>
    <p:sldId id="262" r:id="rId8"/>
    <p:sldId id="264" r:id="rId9"/>
    <p:sldId id="286" r:id="rId10"/>
    <p:sldId id="280" r:id="rId11"/>
    <p:sldId id="287" r:id="rId12"/>
    <p:sldId id="268" r:id="rId13"/>
    <p:sldId id="270" r:id="rId14"/>
    <p:sldId id="272" r:id="rId15"/>
    <p:sldId id="274" r:id="rId16"/>
    <p:sldId id="288" r:id="rId17"/>
    <p:sldId id="289" r:id="rId18"/>
    <p:sldId id="290" r:id="rId19"/>
    <p:sldId id="291" r:id="rId20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36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947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5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94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28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938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0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684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132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527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50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CAF43-5926-4C5E-A971-11653B0FB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5CC3D-5EFD-4602-95C4-787DE5F603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149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91580" y="1772816"/>
            <a:ext cx="7560840" cy="1962599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Agradezco al SEÑOR de los cielos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F17B82-A49B-44E4-A014-0B6FE73BF006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376645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F17B82-A49B-44E4-A014-0B6FE73BF006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C9F5D52F-912A-4AB9-A456-FF2328A0E33A}"/>
              </a:ext>
            </a:extLst>
          </p:cNvPr>
          <p:cNvSpPr txBox="1">
            <a:spLocks/>
          </p:cNvSpPr>
          <p:nvPr/>
        </p:nvSpPr>
        <p:spPr>
          <a:xfrm>
            <a:off x="1547664" y="2008479"/>
            <a:ext cx="6048672" cy="141771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El haberme salvado a mí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00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Agradezco su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bondad infinita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0C4120-E6CE-4680-98B3-5CC9ED07574C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269793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me ha hecho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tan feliz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0C4120-E6CE-4680-98B3-5CC9ED07574C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9618" y="1772816"/>
            <a:ext cx="8590874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Yo no sé qué me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hubiera pasado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B25379-CEE0-4DD6-88EF-B52BA7DD7131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398213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 Subtítulo">
            <a:extLst>
              <a:ext uri="{FF2B5EF4-FFF2-40B4-BE49-F238E27FC236}">
                <a16:creationId xmlns:a16="http://schemas.microsoft.com/office/drawing/2014/main" id="{56AA63EA-68C6-4E1B-A034-278FB99B5C99}"/>
              </a:ext>
            </a:extLst>
          </p:cNvPr>
          <p:cNvSpPr txBox="1">
            <a:spLocks/>
          </p:cNvSpPr>
          <p:nvPr/>
        </p:nvSpPr>
        <p:spPr>
          <a:xfrm>
            <a:off x="798367" y="1916832"/>
            <a:ext cx="7547266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dónde me encontraría hoy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B25379-CEE0-4DD6-88EF-B52BA7DD7131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19675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su Amor y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su Misericordia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Soy lo que soy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B4D63A-449D-40E7-81BF-898C363CC60C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53981" y="1916832"/>
            <a:ext cx="6236038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qué pasaría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87DB71-E9E8-4239-913C-CB90177728A5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7854" y="1916832"/>
            <a:ext cx="9144000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dónde estaría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87DB71-E9E8-4239-913C-CB90177728A5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207182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16832"/>
            <a:ext cx="9144000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cuánta tristeza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A4050-5691-415C-A3F6-D9A434241B27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71301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521167"/>
            <a:ext cx="9144000" cy="181566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no soy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A4050-5691-415C-A3F6-D9A434241B27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293933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6864" y="1351761"/>
            <a:ext cx="8590271" cy="21937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Ahora pienso que todas las cosas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E83C8635-B49B-43D5-81A5-FACB92B386B0}"/>
              </a:ext>
            </a:extLst>
          </p:cNvPr>
          <p:cNvSpPr txBox="1">
            <a:spLocks/>
          </p:cNvSpPr>
          <p:nvPr/>
        </p:nvSpPr>
        <p:spPr>
          <a:xfrm>
            <a:off x="14178" y="3545469"/>
            <a:ext cx="9144000" cy="21937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son nada sin tu amor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7AF95C-E9EA-4B95-B753-605C1FB77696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1340768"/>
            <a:ext cx="8316416" cy="21937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que todo el trabajo que realizo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para el SEÑOR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596098-070C-4C53-B6D8-08AFD41FC9FF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17156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4244" y="1235292"/>
            <a:ext cx="8655512" cy="21937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por eso que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ahora les digo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todo mi corazón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0B3BDC-4FF5-4AE3-94B5-4403C363D6B1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165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35292"/>
            <a:ext cx="9144000" cy="21937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me importa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sufro si muero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por su amor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CD9F57-C9FE-40A7-9ABE-AF6E21AC3E4E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2140698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53981" y="1916832"/>
            <a:ext cx="6236038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qué pasaría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87DB71-E9E8-4239-913C-CB90177728A5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88572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7854" y="1916832"/>
            <a:ext cx="9144000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dónde estaría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E87DB71-E9E8-4239-913C-CB90177728A5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3957103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16832"/>
            <a:ext cx="9144000" cy="181566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cuánta tristeza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A4050-5691-415C-A3F6-D9A434241B27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2833738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521167"/>
            <a:ext cx="9144000" cy="181566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Sin ti Señor no soy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A4050-5691-415C-A3F6-D9A434241B27}"/>
              </a:ext>
            </a:extLst>
          </p:cNvPr>
          <p:cNvSpPr txBox="1"/>
          <p:nvPr/>
        </p:nvSpPr>
        <p:spPr>
          <a:xfrm>
            <a:off x="2951820" y="188640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SIN TI QUE PASARÍA</a:t>
            </a:r>
          </a:p>
        </p:txBody>
      </p:sp>
    </p:spTree>
    <p:extLst>
      <p:ext uri="{BB962C8B-B14F-4D97-AF65-F5344CB8AC3E}">
        <p14:creationId xmlns:p14="http://schemas.microsoft.com/office/powerpoint/2010/main" val="4172677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207</Words>
  <Application>Microsoft Office PowerPoint</Application>
  <PresentationFormat>Presentación en pantalla (4:3)</PresentationFormat>
  <Paragraphs>55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Arial Rounded MT Bold</vt:lpstr>
      <vt:lpstr>Berlin Sans FB Demi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Morenos</dc:creator>
  <cp:lastModifiedBy>Familia Cañon Peña</cp:lastModifiedBy>
  <cp:revision>56</cp:revision>
  <dcterms:created xsi:type="dcterms:W3CDTF">2016-03-21T04:19:01Z</dcterms:created>
  <dcterms:modified xsi:type="dcterms:W3CDTF">2021-07-27T04:18:04Z</dcterms:modified>
</cp:coreProperties>
</file>