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</p:sldMasterIdLst>
  <p:notesMasterIdLst>
    <p:notesMasterId r:id="rId23"/>
  </p:notesMasterIdLst>
  <p:sldIdLst>
    <p:sldId id="256" r:id="rId4"/>
    <p:sldId id="280" r:id="rId5"/>
    <p:sldId id="258" r:id="rId6"/>
    <p:sldId id="259" r:id="rId7"/>
    <p:sldId id="260" r:id="rId8"/>
    <p:sldId id="273" r:id="rId9"/>
    <p:sldId id="261" r:id="rId10"/>
    <p:sldId id="277" r:id="rId11"/>
    <p:sldId id="278" r:id="rId12"/>
    <p:sldId id="274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9" r:id="rId22"/>
  </p:sldIdLst>
  <p:sldSz cx="9144000" cy="6858000" type="screen4x3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34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D99E8B-B771-4C55-9731-16C0FF8E37D5}" type="datetimeFigureOut">
              <a:rPr lang="es-MX" smtClean="0"/>
              <a:t>26/07/2021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BC1CA-91CA-457E-9568-4AC4D581960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091288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>
              <a:latin typeface="Modern Love" panose="04090805081005020601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BC1CA-91CA-457E-9568-4AC4D581960B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288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>
              <a:latin typeface="Modern Love" panose="04090805081005020601" pitchFamily="82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BC1CA-91CA-457E-9568-4AC4D581960B}" type="slidenum">
              <a:rPr lang="es-MX" smtClean="0"/>
              <a:t>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3254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6914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18207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2021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3747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5394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8232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2737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3638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8507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825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1232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2323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0581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0322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43958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3414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4869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4214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43656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18558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04799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910455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76333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1468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50458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0744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4980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13397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9022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221766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28255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7399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780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AADD0-FE99-48A9-B726-FB78B0EE117B}" type="datetimeFigureOut">
              <a:rPr lang="es-CO" smtClean="0"/>
              <a:t>26/07/2021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E643A-97FA-46EF-BE3D-1A80B22CE2CA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470902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139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CAADD0-FE99-48A9-B726-FB78B0EE117B}" type="datetimeFigureOut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26/07/2021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0E643A-97FA-46EF-BE3D-1A80B22CE2CA}" type="slidenum">
              <a:rPr lang="es-CO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es-CO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65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43508" y="1124744"/>
            <a:ext cx="8856984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LilyUPC" panose="020B0502040204020203" pitchFamily="34" charset="-34"/>
              </a:rPr>
              <a:t>Mujeres: Digno el cordero</a:t>
            </a: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LilyUPC" panose="020B0502040204020203" pitchFamily="34" charset="-34"/>
            </a:endParaRPr>
          </a:p>
          <a:p>
            <a:pPr algn="r"/>
            <a:r>
              <a:rPr lang="es-MX" sz="5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LilyUPC" panose="020B0502040204020203" pitchFamily="34" charset="-34"/>
              </a:rPr>
              <a:t>Hombres: Digno el cordero</a:t>
            </a:r>
            <a:endParaRPr lang="es-CO" sz="5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LilyUPC" panose="020B0502040204020203" pitchFamily="34" charset="-34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3AA12B-1934-4907-8DAE-CDD7910B848B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92233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2 Subtítulo"/>
          <p:cNvSpPr txBox="1">
            <a:spLocks/>
          </p:cNvSpPr>
          <p:nvPr/>
        </p:nvSpPr>
        <p:spPr>
          <a:xfrm>
            <a:off x="143508" y="1124744"/>
            <a:ext cx="8856984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LilyUPC" panose="020B0502040204020203" pitchFamily="34" charset="-34"/>
              </a:rPr>
              <a:t>Mujeres: Digno el cordero</a:t>
            </a:r>
          </a:p>
          <a:p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LilyUPC" panose="020B0502040204020203" pitchFamily="34" charset="-34"/>
            </a:endParaRPr>
          </a:p>
          <a:p>
            <a:pPr algn="r"/>
            <a:r>
              <a:rPr lang="es-MX" sz="58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  <a:cs typeface="LilyUPC" panose="020B0502040204020203" pitchFamily="34" charset="-34"/>
              </a:rPr>
              <a:t>Hombres: Digno el cordero</a:t>
            </a:r>
            <a:endParaRPr lang="es-CO" sz="58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  <a:cs typeface="LilyUPC" panose="020B0502040204020203" pitchFamily="34" charset="-34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B43AA12B-1934-4907-8DAE-CDD7910B848B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429762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 txBox="1">
            <a:spLocks/>
          </p:cNvSpPr>
          <p:nvPr/>
        </p:nvSpPr>
        <p:spPr>
          <a:xfrm>
            <a:off x="0" y="1268760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5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Que fue inmolado</a:t>
            </a:r>
          </a:p>
          <a:p>
            <a:pPr algn="ctr"/>
            <a:r>
              <a:rPr lang="es-MX" sz="5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Que fue inmolado</a:t>
            </a:r>
            <a:endParaRPr lang="es-CO" sz="5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503B973-3031-48BC-9693-5D48DBAE43E6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4952" y="2114550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Todos: Él es digno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E7C6A54-37D7-4275-9471-D72DF408F994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484784"/>
            <a:ext cx="8676456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De recibir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De recibir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79302850-86CB-4CA2-B267-755CCB541627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79512" y="1268760"/>
            <a:ext cx="9112667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Honor y gloria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Honor y gloria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B94A8F-E08E-4585-88C4-7ACEC5EBE3F1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392729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4036" y="1628800"/>
            <a:ext cx="8495928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Y sabiduría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Y sabiduría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94CBD4C-3CAA-409A-9152-B720B0E34E9E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-14952" y="2114550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Todos: Él es digno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ABD671-D9DE-4C3B-8078-74F1C15B3C85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5359195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467544" y="1484784"/>
            <a:ext cx="8676456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De recibir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De recibir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397A7747-252C-4558-AA63-128C43E7AD6C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766627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107504" y="1484784"/>
            <a:ext cx="8622704" cy="1386154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Poder y gloria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Poder y gloria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7B7625C-EF36-475D-BBDF-4DC829EFFA0A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9046017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323528" y="1484784"/>
            <a:ext cx="9001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Mujeres: Y bendiciones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Hombres: Y bendiciones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AAAB408-5729-4D4A-A1BD-10AD84ED0653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12776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Él es digno</a:t>
            </a: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JESÚS el CORDERO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0D9BA1B-A20B-4498-9838-F959E89AC719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629816" y="1340768"/>
            <a:ext cx="7884368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Santo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Santo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Santo es el SEÑOR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B83E5F1-C8C0-46F5-9B86-CF2320E09AC8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99592" y="1412776"/>
            <a:ext cx="8244408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Digno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digno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digno es el SEÑOR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EC9C7D7-F962-43FA-A7BB-2F465FD48AE1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0" y="1484784"/>
            <a:ext cx="914400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 CORDERO mirad que quita la maldad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6E8CEA-A77D-4DD5-9A29-264239C21E0B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45840" y="1412776"/>
            <a:ext cx="7452320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Al CORDERO mirad la VIDA NUEVA da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FAD67A4-3D00-48DF-8487-4412D8485664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827584" y="1196752"/>
            <a:ext cx="8316416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Gloria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gloria</a:t>
            </a:r>
            <a:endParaRPr lang="es-MX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  <a:p>
            <a:pPr algn="ct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gloria al SEÑOR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C3BF9E91-C91B-4629-85E3-9E697E0A2878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04056" y="1556792"/>
            <a:ext cx="8135888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</a:t>
            </a:r>
            <a:r>
              <a:rPr lang="es-MX" sz="6000" b="1" dirty="0" err="1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</a:t>
            </a:r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 </a:t>
            </a:r>
          </a:p>
          <a:p>
            <a:pPr algn="r"/>
            <a:r>
              <a:rPr lang="es-MX" sz="60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SALVADOR</a:t>
            </a:r>
            <a:endParaRPr lang="es-CO" sz="60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2876643-2C35-4971-B637-827A73F6CE42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13413331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2 Subtítulo"/>
          <p:cNvSpPr txBox="1">
            <a:spLocks/>
          </p:cNvSpPr>
          <p:nvPr/>
        </p:nvSpPr>
        <p:spPr>
          <a:xfrm>
            <a:off x="504056" y="1772816"/>
            <a:ext cx="8135888" cy="1314450"/>
          </a:xfrm>
          <a:prstGeom prst="rect">
            <a:avLst/>
          </a:prstGeom>
        </p:spPr>
        <p:txBody>
          <a:bodyPr>
            <a:noAutofit/>
          </a:bodyPr>
          <a:lstStyle>
            <a:defPPr>
              <a:defRPr lang="es-CO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6600" b="1" dirty="0">
                <a:ln w="22225">
                  <a:solidFill>
                    <a:sysClr val="windowText" lastClr="000000"/>
                  </a:solidFill>
                  <a:prstDash val="solid"/>
                </a:ln>
                <a:solidFill>
                  <a:schemeClr val="bg1"/>
                </a:solidFill>
                <a:latin typeface="Berlin Sans FB Demi" panose="020E0802020502020306" pitchFamily="34" charset="0"/>
              </a:rPr>
              <a:t>Cristo SALVADOR</a:t>
            </a:r>
            <a:endParaRPr lang="es-CO" sz="6600" b="1" dirty="0">
              <a:ln w="22225">
                <a:solidFill>
                  <a:sysClr val="windowText" lastClr="000000"/>
                </a:solidFill>
                <a:prstDash val="solid"/>
              </a:ln>
              <a:solidFill>
                <a:schemeClr val="bg1"/>
              </a:solidFill>
              <a:latin typeface="Berlin Sans FB Demi" panose="020E0802020502020306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C5BDAA-406F-45FF-B1EE-71253B7BDEAD}"/>
              </a:ext>
            </a:extLst>
          </p:cNvPr>
          <p:cNvSpPr/>
          <p:nvPr/>
        </p:nvSpPr>
        <p:spPr>
          <a:xfrm>
            <a:off x="7004952" y="188640"/>
            <a:ext cx="2139048" cy="438582"/>
          </a:xfrm>
          <a:prstGeom prst="rect">
            <a:avLst/>
          </a:prstGeom>
          <a:noFill/>
        </p:spPr>
        <p:txBody>
          <a:bodyPr wrap="none" lIns="68580" tIns="34290" rIns="68580" bIns="3429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MX" sz="2400" b="1" dirty="0">
                <a:ln w="22225">
                  <a:noFill/>
                  <a:prstDash val="solid"/>
                </a:ln>
                <a:latin typeface="Arial Rounded MT Bold" panose="020F0704030504030204" pitchFamily="34" charset="0"/>
                <a:cs typeface="Arial" panose="020B0604020202020204" pitchFamily="34" charset="0"/>
              </a:rPr>
              <a:t>ÉL ES DIGNO</a:t>
            </a:r>
          </a:p>
        </p:txBody>
      </p:sp>
    </p:spTree>
    <p:extLst>
      <p:ext uri="{BB962C8B-B14F-4D97-AF65-F5344CB8AC3E}">
        <p14:creationId xmlns:p14="http://schemas.microsoft.com/office/powerpoint/2010/main" val="354234464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195</Words>
  <Application>Microsoft Office PowerPoint</Application>
  <PresentationFormat>Presentación en pantalla (4:3)</PresentationFormat>
  <Paragraphs>56</Paragraphs>
  <Slides>19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19</vt:i4>
      </vt:variant>
    </vt:vector>
  </HeadingPairs>
  <TitlesOfParts>
    <vt:vector size="27" baseType="lpstr">
      <vt:lpstr>Arial</vt:lpstr>
      <vt:lpstr>Arial Rounded MT Bold</vt:lpstr>
      <vt:lpstr>Berlin Sans FB Demi</vt:lpstr>
      <vt:lpstr>Calibri</vt:lpstr>
      <vt:lpstr>Modern Love</vt:lpstr>
      <vt:lpstr>Tema de Office</vt:lpstr>
      <vt:lpstr>1_Tema de Office</vt:lpstr>
      <vt:lpstr>2_Tema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saul ariza  traslavina</dc:creator>
  <cp:lastModifiedBy>Familia Cañon Peña</cp:lastModifiedBy>
  <cp:revision>17</cp:revision>
  <dcterms:created xsi:type="dcterms:W3CDTF">2016-04-05T19:00:39Z</dcterms:created>
  <dcterms:modified xsi:type="dcterms:W3CDTF">2021-07-27T03:20:45Z</dcterms:modified>
</cp:coreProperties>
</file>