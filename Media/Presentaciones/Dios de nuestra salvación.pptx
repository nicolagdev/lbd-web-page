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9" r:id="rId8"/>
    <p:sldId id="270" r:id="rId9"/>
    <p:sldId id="271" r:id="rId10"/>
    <p:sldId id="272" r:id="rId11"/>
    <p:sldId id="268" r:id="rId12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736E-D93E-4B7B-B50C-9C3F84C097D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86D1-E012-470D-B6A1-602D26641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837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736E-D93E-4B7B-B50C-9C3F84C097D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86D1-E012-470D-B6A1-602D26641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7031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736E-D93E-4B7B-B50C-9C3F84C097D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86D1-E012-470D-B6A1-602D26641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164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736E-D93E-4B7B-B50C-9C3F84C097D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86D1-E012-470D-B6A1-602D26641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9340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736E-D93E-4B7B-B50C-9C3F84C097D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86D1-E012-470D-B6A1-602D26641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3237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736E-D93E-4B7B-B50C-9C3F84C097D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86D1-E012-470D-B6A1-602D26641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60160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736E-D93E-4B7B-B50C-9C3F84C097D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86D1-E012-470D-B6A1-602D26641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1855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736E-D93E-4B7B-B50C-9C3F84C097D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86D1-E012-470D-B6A1-602D26641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729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736E-D93E-4B7B-B50C-9C3F84C097D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86D1-E012-470D-B6A1-602D26641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1984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736E-D93E-4B7B-B50C-9C3F84C097D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86D1-E012-470D-B6A1-602D26641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1653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736E-D93E-4B7B-B50C-9C3F84C097D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86D1-E012-470D-B6A1-602D26641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7759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8736E-D93E-4B7B-B50C-9C3F84C097D6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2786D1-E012-470D-B6A1-602D266416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4377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1412776"/>
            <a:ext cx="9144000" cy="2484276"/>
          </a:xfrm>
        </p:spPr>
        <p:txBody>
          <a:bodyPr>
            <a:norm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Tuya es la alabanza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Que nace en mi corazón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4943782-2058-4810-936E-3775E4A09F65}"/>
              </a:ext>
            </a:extLst>
          </p:cNvPr>
          <p:cNvSpPr txBox="1"/>
          <p:nvPr/>
        </p:nvSpPr>
        <p:spPr>
          <a:xfrm>
            <a:off x="2123597" y="188640"/>
            <a:ext cx="7002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DIOS DE NUESTRA SALVACIÓN</a:t>
            </a:r>
          </a:p>
        </p:txBody>
      </p:sp>
    </p:spTree>
    <p:extLst>
      <p:ext uri="{BB962C8B-B14F-4D97-AF65-F5344CB8AC3E}">
        <p14:creationId xmlns:p14="http://schemas.microsoft.com/office/powerpoint/2010/main" val="159917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340768"/>
            <a:ext cx="9137893" cy="248427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Este es mi clamor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 ti elevo mi oración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DA8384E-D026-436A-8D4E-A45991BF3428}"/>
              </a:ext>
            </a:extLst>
          </p:cNvPr>
          <p:cNvSpPr txBox="1"/>
          <p:nvPr/>
        </p:nvSpPr>
        <p:spPr>
          <a:xfrm>
            <a:off x="2123597" y="188640"/>
            <a:ext cx="7002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DIOS DE NUESTRA SALVACIÓN</a:t>
            </a:r>
          </a:p>
        </p:txBody>
      </p:sp>
    </p:spTree>
    <p:extLst>
      <p:ext uri="{BB962C8B-B14F-4D97-AF65-F5344CB8AC3E}">
        <p14:creationId xmlns:p14="http://schemas.microsoft.com/office/powerpoint/2010/main" val="1649791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484784"/>
            <a:ext cx="9144000" cy="2484276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Oh JESÚS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Después de conocer tu PERDÓN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F01F918-3F14-4033-B677-7E44EA362638}"/>
              </a:ext>
            </a:extLst>
          </p:cNvPr>
          <p:cNvSpPr txBox="1"/>
          <p:nvPr/>
        </p:nvSpPr>
        <p:spPr>
          <a:xfrm>
            <a:off x="2123597" y="188640"/>
            <a:ext cx="7002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DIOS DE NUESTRA SALVACIÓN</a:t>
            </a:r>
          </a:p>
        </p:txBody>
      </p:sp>
    </p:spTree>
    <p:extLst>
      <p:ext uri="{BB962C8B-B14F-4D97-AF65-F5344CB8AC3E}">
        <p14:creationId xmlns:p14="http://schemas.microsoft.com/office/powerpoint/2010/main" val="3196047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33772" y="1556792"/>
            <a:ext cx="8676456" cy="2484276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Eres el gozo que llena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   MI CORAZÓN</a:t>
            </a:r>
          </a:p>
          <a:p>
            <a:pPr marL="0" indent="0" algn="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Eres mi razón de existir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710DA45-C291-4C28-ABEB-17301C7088E3}"/>
              </a:ext>
            </a:extLst>
          </p:cNvPr>
          <p:cNvSpPr txBox="1"/>
          <p:nvPr/>
        </p:nvSpPr>
        <p:spPr>
          <a:xfrm>
            <a:off x="2123597" y="188640"/>
            <a:ext cx="7002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DIOS DE NUESTRA SALVACIÓN</a:t>
            </a:r>
          </a:p>
        </p:txBody>
      </p:sp>
    </p:spTree>
    <p:extLst>
      <p:ext uri="{BB962C8B-B14F-4D97-AF65-F5344CB8AC3E}">
        <p14:creationId xmlns:p14="http://schemas.microsoft.com/office/powerpoint/2010/main" val="3196047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19951" y="1556792"/>
            <a:ext cx="9175173" cy="2484276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Oh JESÚS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H</a:t>
            </a:r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ay muchos que aún necesitan saber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08D0ECD-1401-45B3-836F-182BF184563B}"/>
              </a:ext>
            </a:extLst>
          </p:cNvPr>
          <p:cNvSpPr txBox="1"/>
          <p:nvPr/>
        </p:nvSpPr>
        <p:spPr>
          <a:xfrm>
            <a:off x="2123597" y="188640"/>
            <a:ext cx="7002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DIOS DE NUESTRA SALVACIÓN</a:t>
            </a:r>
          </a:p>
        </p:txBody>
      </p:sp>
    </p:spTree>
    <p:extLst>
      <p:ext uri="{BB962C8B-B14F-4D97-AF65-F5344CB8AC3E}">
        <p14:creationId xmlns:p14="http://schemas.microsoft.com/office/powerpoint/2010/main" val="3196047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59532" y="1628800"/>
            <a:ext cx="8424936" cy="248427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Que tu la vida entregaste          en LA CRUZ</a:t>
            </a:r>
          </a:p>
          <a:p>
            <a:pPr marL="0" indent="0" algn="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Por amor por amor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05E9B52-BC4A-40B4-BE06-53B895354AC8}"/>
              </a:ext>
            </a:extLst>
          </p:cNvPr>
          <p:cNvSpPr txBox="1"/>
          <p:nvPr/>
        </p:nvSpPr>
        <p:spPr>
          <a:xfrm>
            <a:off x="2123597" y="188640"/>
            <a:ext cx="7002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DIOS DE NUESTRA SALVACIÓN</a:t>
            </a:r>
          </a:p>
        </p:txBody>
      </p:sp>
    </p:spTree>
    <p:extLst>
      <p:ext uri="{BB962C8B-B14F-4D97-AF65-F5344CB8AC3E}">
        <p14:creationId xmlns:p14="http://schemas.microsoft.com/office/powerpoint/2010/main" val="3196047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6792"/>
            <a:ext cx="9144000" cy="248427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DIOS de nuestra salvación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Esperanza de toda la tierra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58B1399-CE11-4B35-BA2F-928CFA10C184}"/>
              </a:ext>
            </a:extLst>
          </p:cNvPr>
          <p:cNvSpPr txBox="1"/>
          <p:nvPr/>
        </p:nvSpPr>
        <p:spPr>
          <a:xfrm>
            <a:off x="2123597" y="188640"/>
            <a:ext cx="7002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DIOS DE NUESTRA SALVACIÓN</a:t>
            </a:r>
          </a:p>
        </p:txBody>
      </p:sp>
    </p:spTree>
    <p:extLst>
      <p:ext uri="{BB962C8B-B14F-4D97-AF65-F5344CB8AC3E}">
        <p14:creationId xmlns:p14="http://schemas.microsoft.com/office/powerpoint/2010/main" val="2398978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772816"/>
            <a:ext cx="9144000" cy="248427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buNone/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Berlin Sans FB Demi" panose="020E0802020502020306" pitchFamily="34" charset="0"/>
              </a:rPr>
              <a:t>Esta es mi oración</a:t>
            </a:r>
          </a:p>
          <a:p>
            <a:pPr marL="0" indent="0" algn="ctr" defTabSz="685800">
              <a:buNone/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Berlin Sans FB Demi" panose="020E0802020502020306" pitchFamily="34" charset="0"/>
              </a:rPr>
              <a:t>E</a:t>
            </a:r>
            <a:r>
              <a:rPr lang="es-MX" sz="54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Berlin Sans FB Demi" panose="020E0802020502020306" pitchFamily="34" charset="0"/>
              </a:rPr>
              <a:t>ste</a:t>
            </a: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Berlin Sans FB Demi" panose="020E0802020502020306" pitchFamily="34" charset="0"/>
              </a:rPr>
              <a:t> es tu gran anhelo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204933F-3582-485C-8A9D-5F2342B90EA3}"/>
              </a:ext>
            </a:extLst>
          </p:cNvPr>
          <p:cNvSpPr txBox="1"/>
          <p:nvPr/>
        </p:nvSpPr>
        <p:spPr>
          <a:xfrm>
            <a:off x="2123597" y="188640"/>
            <a:ext cx="7002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DIOS DE NUESTRA SALVACIÓN</a:t>
            </a:r>
          </a:p>
        </p:txBody>
      </p:sp>
    </p:spTree>
    <p:extLst>
      <p:ext uri="{BB962C8B-B14F-4D97-AF65-F5344CB8AC3E}">
        <p14:creationId xmlns:p14="http://schemas.microsoft.com/office/powerpoint/2010/main" val="3178857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412776"/>
            <a:ext cx="9144000" cy="288032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buNone/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Berlin Sans FB Demi" panose="020E0802020502020306" pitchFamily="34" charset="0"/>
              </a:rPr>
              <a:t>Que el mundo entero </a:t>
            </a:r>
          </a:p>
          <a:p>
            <a:pPr marL="0" indent="0" algn="ctr" defTabSz="685800">
              <a:buNone/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Berlin Sans FB Demi" panose="020E0802020502020306" pitchFamily="34" charset="0"/>
              </a:rPr>
              <a:t>Conozca tu NOMBRE y </a:t>
            </a:r>
          </a:p>
          <a:p>
            <a:pPr marL="0" indent="0" algn="ctr" defTabSz="685800">
              <a:buNone/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Berlin Sans FB Demi" panose="020E0802020502020306" pitchFamily="34" charset="0"/>
              </a:rPr>
              <a:t>tu AMOR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3FB5C51-B2ED-41FF-9C31-A608C24E6954}"/>
              </a:ext>
            </a:extLst>
          </p:cNvPr>
          <p:cNvSpPr txBox="1"/>
          <p:nvPr/>
        </p:nvSpPr>
        <p:spPr>
          <a:xfrm>
            <a:off x="2123597" y="188640"/>
            <a:ext cx="7002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DIOS DE NUESTRA SALVACIÓN</a:t>
            </a:r>
          </a:p>
        </p:txBody>
      </p:sp>
    </p:spTree>
    <p:extLst>
      <p:ext uri="{BB962C8B-B14F-4D97-AF65-F5344CB8AC3E}">
        <p14:creationId xmlns:p14="http://schemas.microsoft.com/office/powerpoint/2010/main" val="682140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129730" y="1484784"/>
            <a:ext cx="9252520" cy="248427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buNone/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Berlin Sans FB Demi" panose="020E0802020502020306" pitchFamily="34" charset="0"/>
              </a:rPr>
              <a:t>Porque todos necesitan de ti</a:t>
            </a:r>
          </a:p>
          <a:p>
            <a:pPr marL="0" indent="0" algn="ctr" defTabSz="685800">
              <a:buNone/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Berlin Sans FB Demi" panose="020E0802020502020306" pitchFamily="34" charset="0"/>
              </a:rPr>
              <a:t>Haz de mi un instrumento de</a:t>
            </a:r>
          </a:p>
          <a:p>
            <a:pPr marL="0" indent="0" algn="r" defTabSz="685800">
              <a:buNone/>
              <a:defRPr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Berlin Sans FB Demi" panose="020E0802020502020306" pitchFamily="34" charset="0"/>
              </a:rPr>
              <a:t>TU LUZ</a:t>
            </a:r>
          </a:p>
          <a:p>
            <a:pPr marL="0" indent="0" algn="ctr" defTabSz="685800">
              <a:buNone/>
              <a:defRPr/>
            </a:pP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F173E90-1DFE-4121-915C-3C57C6BA3A4D}"/>
              </a:ext>
            </a:extLst>
          </p:cNvPr>
          <p:cNvSpPr txBox="1"/>
          <p:nvPr/>
        </p:nvSpPr>
        <p:spPr>
          <a:xfrm>
            <a:off x="2123597" y="188640"/>
            <a:ext cx="7002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DIOS DE NUESTRA SALVACIÓN</a:t>
            </a:r>
          </a:p>
        </p:txBody>
      </p:sp>
    </p:spTree>
    <p:extLst>
      <p:ext uri="{BB962C8B-B14F-4D97-AF65-F5344CB8AC3E}">
        <p14:creationId xmlns:p14="http://schemas.microsoft.com/office/powerpoint/2010/main" val="2267325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6792"/>
            <a:ext cx="9144000" cy="248427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Quiero vivir para…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Quiero rendirme ante...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Quiero entregarme sólo… a ti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9FA23C4-70AE-4B8A-B266-7D783F9135CD}"/>
              </a:ext>
            </a:extLst>
          </p:cNvPr>
          <p:cNvSpPr txBox="1"/>
          <p:nvPr/>
        </p:nvSpPr>
        <p:spPr>
          <a:xfrm>
            <a:off x="2123597" y="188640"/>
            <a:ext cx="7002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DIOS DE NUESTRA SALVACIÓN</a:t>
            </a:r>
          </a:p>
        </p:txBody>
      </p:sp>
    </p:spTree>
    <p:extLst>
      <p:ext uri="{BB962C8B-B14F-4D97-AF65-F5344CB8AC3E}">
        <p14:creationId xmlns:p14="http://schemas.microsoft.com/office/powerpoint/2010/main" val="31960471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158</Words>
  <Application>Microsoft Office PowerPoint</Application>
  <PresentationFormat>Presentación en pantalla (4:3)</PresentationFormat>
  <Paragraphs>37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Arial Rounded MT Bold</vt:lpstr>
      <vt:lpstr>Berlin Sans FB Demi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saul ariza  traslavina</dc:creator>
  <cp:lastModifiedBy>Familia Cañon Peña</cp:lastModifiedBy>
  <cp:revision>19</cp:revision>
  <dcterms:created xsi:type="dcterms:W3CDTF">2016-07-23T05:16:51Z</dcterms:created>
  <dcterms:modified xsi:type="dcterms:W3CDTF">2021-07-27T03:17:43Z</dcterms:modified>
</cp:coreProperties>
</file>