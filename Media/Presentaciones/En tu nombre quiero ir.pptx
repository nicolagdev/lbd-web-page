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58" r:id="rId5"/>
    <p:sldId id="265" r:id="rId6"/>
    <p:sldId id="259" r:id="rId7"/>
    <p:sldId id="260" r:id="rId8"/>
    <p:sldId id="263" r:id="rId9"/>
    <p:sldId id="261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6129-E830-4D8C-83CB-2460EF0CBA4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6901-5689-464A-B7AE-47A2A94F56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040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6129-E830-4D8C-83CB-2460EF0CBA4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6901-5689-464A-B7AE-47A2A94F56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0375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6129-E830-4D8C-83CB-2460EF0CBA4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6901-5689-464A-B7AE-47A2A94F56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7154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6129-E830-4D8C-83CB-2460EF0CBA4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6901-5689-464A-B7AE-47A2A94F56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471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6129-E830-4D8C-83CB-2460EF0CBA4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6901-5689-464A-B7AE-47A2A94F56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3247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6129-E830-4D8C-83CB-2460EF0CBA4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6901-5689-464A-B7AE-47A2A94F56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1135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6129-E830-4D8C-83CB-2460EF0CBA4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6901-5689-464A-B7AE-47A2A94F56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5858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6129-E830-4D8C-83CB-2460EF0CBA4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6901-5689-464A-B7AE-47A2A94F56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6672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6129-E830-4D8C-83CB-2460EF0CBA4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6901-5689-464A-B7AE-47A2A94F56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63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6129-E830-4D8C-83CB-2460EF0CBA4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6901-5689-464A-B7AE-47A2A94F56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50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86129-E830-4D8C-83CB-2460EF0CBA4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A6901-5689-464A-B7AE-47A2A94F56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8986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86129-E830-4D8C-83CB-2460EF0CBA4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A6901-5689-464A-B7AE-47A2A94F56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794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5261B06-809E-46DD-98EC-B9B5CBDCDF07}"/>
              </a:ext>
            </a:extLst>
          </p:cNvPr>
          <p:cNvSpPr txBox="1"/>
          <p:nvPr/>
        </p:nvSpPr>
        <p:spPr>
          <a:xfrm>
            <a:off x="251138" y="1407542"/>
            <a:ext cx="86417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CRISTO te quiero ALABAR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Deseo ADORARTE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9D3C0D0-BD5A-4254-814D-9DE7DA7F7658}"/>
              </a:ext>
            </a:extLst>
          </p:cNvPr>
          <p:cNvSpPr txBox="1"/>
          <p:nvPr/>
        </p:nvSpPr>
        <p:spPr>
          <a:xfrm>
            <a:off x="3975652" y="201298"/>
            <a:ext cx="516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latin typeface="Arial Rounded MT Bold" panose="020F0704030504030204" pitchFamily="34" charset="0"/>
              </a:rPr>
              <a:t>LEMA (CM 2014)</a:t>
            </a:r>
          </a:p>
        </p:txBody>
      </p:sp>
    </p:spTree>
    <p:extLst>
      <p:ext uri="{BB962C8B-B14F-4D97-AF65-F5344CB8AC3E}">
        <p14:creationId xmlns:p14="http://schemas.microsoft.com/office/powerpoint/2010/main" val="3846025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5261B06-809E-46DD-98EC-B9B5CBDCDF07}"/>
              </a:ext>
            </a:extLst>
          </p:cNvPr>
          <p:cNvSpPr txBox="1"/>
          <p:nvPr/>
        </p:nvSpPr>
        <p:spPr>
          <a:xfrm>
            <a:off x="5319" y="1307452"/>
            <a:ext cx="91386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cada paso</a:t>
            </a:r>
          </a:p>
          <a:p>
            <a:pPr algn="ct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Busco cumplir tu voluntad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587F7D1-AA8B-42C5-AF58-1FDC45C5CA71}"/>
              </a:ext>
            </a:extLst>
          </p:cNvPr>
          <p:cNvSpPr txBox="1"/>
          <p:nvPr/>
        </p:nvSpPr>
        <p:spPr>
          <a:xfrm>
            <a:off x="3975652" y="201298"/>
            <a:ext cx="516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latin typeface="Arial Rounded MT Bold" panose="020F0704030504030204" pitchFamily="34" charset="0"/>
              </a:rPr>
              <a:t>LEMA (CM 2014)</a:t>
            </a:r>
          </a:p>
        </p:txBody>
      </p:sp>
    </p:spTree>
    <p:extLst>
      <p:ext uri="{BB962C8B-B14F-4D97-AF65-F5344CB8AC3E}">
        <p14:creationId xmlns:p14="http://schemas.microsoft.com/office/powerpoint/2010/main" val="3402157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5261B06-809E-46DD-98EC-B9B5CBDCDF07}"/>
              </a:ext>
            </a:extLst>
          </p:cNvPr>
          <p:cNvSpPr txBox="1"/>
          <p:nvPr/>
        </p:nvSpPr>
        <p:spPr>
          <a:xfrm>
            <a:off x="417443" y="1384725"/>
            <a:ext cx="83091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Quiero reflejar que eres SANTO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587F7D1-AA8B-42C5-AF58-1FDC45C5CA71}"/>
              </a:ext>
            </a:extLst>
          </p:cNvPr>
          <p:cNvSpPr txBox="1"/>
          <p:nvPr/>
        </p:nvSpPr>
        <p:spPr>
          <a:xfrm>
            <a:off x="3975652" y="201298"/>
            <a:ext cx="516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latin typeface="Arial Rounded MT Bold" panose="020F0704030504030204" pitchFamily="34" charset="0"/>
              </a:rPr>
              <a:t>LEMA (CM 2014)</a:t>
            </a:r>
          </a:p>
        </p:txBody>
      </p:sp>
    </p:spTree>
    <p:extLst>
      <p:ext uri="{BB962C8B-B14F-4D97-AF65-F5344CB8AC3E}">
        <p14:creationId xmlns:p14="http://schemas.microsoft.com/office/powerpoint/2010/main" val="1961880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5261B06-809E-46DD-98EC-B9B5CBDCDF07}"/>
              </a:ext>
            </a:extLst>
          </p:cNvPr>
          <p:cNvSpPr txBox="1"/>
          <p:nvPr/>
        </p:nvSpPr>
        <p:spPr>
          <a:xfrm>
            <a:off x="417443" y="1642302"/>
            <a:ext cx="83091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Cristo me quiero entregar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00FDB08-C809-40B6-AA19-4B00DAA48100}"/>
              </a:ext>
            </a:extLst>
          </p:cNvPr>
          <p:cNvSpPr txBox="1"/>
          <p:nvPr/>
        </p:nvSpPr>
        <p:spPr>
          <a:xfrm>
            <a:off x="3975652" y="201298"/>
            <a:ext cx="516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latin typeface="Arial Rounded MT Bold" panose="020F0704030504030204" pitchFamily="34" charset="0"/>
              </a:rPr>
              <a:t>LEMA (CM 2014)</a:t>
            </a:r>
          </a:p>
        </p:txBody>
      </p:sp>
    </p:spTree>
    <p:extLst>
      <p:ext uri="{BB962C8B-B14F-4D97-AF65-F5344CB8AC3E}">
        <p14:creationId xmlns:p14="http://schemas.microsoft.com/office/powerpoint/2010/main" val="267086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5261B06-809E-46DD-98EC-B9B5CBDCDF07}"/>
              </a:ext>
            </a:extLst>
          </p:cNvPr>
          <p:cNvSpPr txBox="1"/>
          <p:nvPr/>
        </p:nvSpPr>
        <p:spPr>
          <a:xfrm>
            <a:off x="417443" y="1642302"/>
            <a:ext cx="83091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Deseo refugiarme</a:t>
            </a:r>
          </a:p>
          <a:p>
            <a:pPr algn="ct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tu presencia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00FDB08-C809-40B6-AA19-4B00DAA48100}"/>
              </a:ext>
            </a:extLst>
          </p:cNvPr>
          <p:cNvSpPr txBox="1"/>
          <p:nvPr/>
        </p:nvSpPr>
        <p:spPr>
          <a:xfrm>
            <a:off x="3975652" y="201298"/>
            <a:ext cx="516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latin typeface="Arial Rounded MT Bold" panose="020F0704030504030204" pitchFamily="34" charset="0"/>
              </a:rPr>
              <a:t>LEMA (CM 2014)</a:t>
            </a:r>
          </a:p>
        </p:txBody>
      </p:sp>
    </p:spTree>
    <p:extLst>
      <p:ext uri="{BB962C8B-B14F-4D97-AF65-F5344CB8AC3E}">
        <p14:creationId xmlns:p14="http://schemas.microsoft.com/office/powerpoint/2010/main" val="155971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5261B06-809E-46DD-98EC-B9B5CBDCDF07}"/>
              </a:ext>
            </a:extLst>
          </p:cNvPr>
          <p:cNvSpPr txBox="1"/>
          <p:nvPr/>
        </p:nvSpPr>
        <p:spPr>
          <a:xfrm>
            <a:off x="417443" y="1410482"/>
            <a:ext cx="83091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Busco tu rostro y tu verdad</a:t>
            </a:r>
          </a:p>
          <a:p>
            <a:pPr algn="ctr"/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Quiero manifestar que eres SANTO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5732004-799C-4644-A865-A63AC6CFE5EA}"/>
              </a:ext>
            </a:extLst>
          </p:cNvPr>
          <p:cNvSpPr txBox="1"/>
          <p:nvPr/>
        </p:nvSpPr>
        <p:spPr>
          <a:xfrm>
            <a:off x="3975652" y="201298"/>
            <a:ext cx="516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latin typeface="Arial Rounded MT Bold" panose="020F0704030504030204" pitchFamily="34" charset="0"/>
              </a:rPr>
              <a:t>LEMA (CM 2014)</a:t>
            </a:r>
          </a:p>
        </p:txBody>
      </p:sp>
    </p:spTree>
    <p:extLst>
      <p:ext uri="{BB962C8B-B14F-4D97-AF65-F5344CB8AC3E}">
        <p14:creationId xmlns:p14="http://schemas.microsoft.com/office/powerpoint/2010/main" val="4094142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5261B06-809E-46DD-98EC-B9B5CBDCDF07}"/>
              </a:ext>
            </a:extLst>
          </p:cNvPr>
          <p:cNvSpPr txBox="1"/>
          <p:nvPr/>
        </p:nvSpPr>
        <p:spPr>
          <a:xfrm>
            <a:off x="417443" y="1674674"/>
            <a:ext cx="83091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Quiero proclamarte a ti</a:t>
            </a:r>
          </a:p>
          <a:p>
            <a:pPr algn="ct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Quiero reflejarte en mí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FAF94F6-B5D5-42F0-BBD7-2BABD3ED93C1}"/>
              </a:ext>
            </a:extLst>
          </p:cNvPr>
          <p:cNvSpPr txBox="1"/>
          <p:nvPr/>
        </p:nvSpPr>
        <p:spPr>
          <a:xfrm>
            <a:off x="3975652" y="201298"/>
            <a:ext cx="516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latin typeface="Arial Rounded MT Bold" panose="020F0704030504030204" pitchFamily="34" charset="0"/>
              </a:rPr>
              <a:t>LEMA (CM 2014)</a:t>
            </a:r>
          </a:p>
        </p:txBody>
      </p:sp>
    </p:spTree>
    <p:extLst>
      <p:ext uri="{BB962C8B-B14F-4D97-AF65-F5344CB8AC3E}">
        <p14:creationId xmlns:p14="http://schemas.microsoft.com/office/powerpoint/2010/main" val="2625223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5261B06-809E-46DD-98EC-B9B5CBDCDF07}"/>
              </a:ext>
            </a:extLst>
          </p:cNvPr>
          <p:cNvSpPr txBox="1"/>
          <p:nvPr/>
        </p:nvSpPr>
        <p:spPr>
          <a:xfrm>
            <a:off x="501681" y="1674674"/>
            <a:ext cx="81406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Recordar tus MARAVILLAS y ALABAR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FF63784-0ED6-49BD-9851-5E1598BEDA60}"/>
              </a:ext>
            </a:extLst>
          </p:cNvPr>
          <p:cNvSpPr txBox="1"/>
          <p:nvPr/>
        </p:nvSpPr>
        <p:spPr>
          <a:xfrm>
            <a:off x="3975652" y="201298"/>
            <a:ext cx="516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latin typeface="Arial Rounded MT Bold" panose="020F0704030504030204" pitchFamily="34" charset="0"/>
              </a:rPr>
              <a:t>LEMA (CM 2014)</a:t>
            </a:r>
          </a:p>
        </p:txBody>
      </p:sp>
    </p:spTree>
    <p:extLst>
      <p:ext uri="{BB962C8B-B14F-4D97-AF65-F5344CB8AC3E}">
        <p14:creationId xmlns:p14="http://schemas.microsoft.com/office/powerpoint/2010/main" val="57941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5261B06-809E-46DD-98EC-B9B5CBDCDF07}"/>
              </a:ext>
            </a:extLst>
          </p:cNvPr>
          <p:cNvSpPr txBox="1"/>
          <p:nvPr/>
        </p:nvSpPr>
        <p:spPr>
          <a:xfrm>
            <a:off x="417443" y="1629423"/>
            <a:ext cx="83091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Voy a CONSAGRARME a ti</a:t>
            </a:r>
          </a:p>
          <a:p>
            <a:pPr algn="ctr"/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 PODER obrando EN MÍ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5E8AA49-C2B9-4877-BB1E-354B3274F89C}"/>
              </a:ext>
            </a:extLst>
          </p:cNvPr>
          <p:cNvSpPr txBox="1"/>
          <p:nvPr/>
        </p:nvSpPr>
        <p:spPr>
          <a:xfrm>
            <a:off x="3975652" y="201298"/>
            <a:ext cx="516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latin typeface="Arial Rounded MT Bold" panose="020F0704030504030204" pitchFamily="34" charset="0"/>
              </a:rPr>
              <a:t>LEMA (CM 2014)</a:t>
            </a:r>
          </a:p>
        </p:txBody>
      </p:sp>
    </p:spTree>
    <p:extLst>
      <p:ext uri="{BB962C8B-B14F-4D97-AF65-F5344CB8AC3E}">
        <p14:creationId xmlns:p14="http://schemas.microsoft.com/office/powerpoint/2010/main" val="3168603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5261B06-809E-46DD-98EC-B9B5CBDCDF07}"/>
              </a:ext>
            </a:extLst>
          </p:cNvPr>
          <p:cNvSpPr txBox="1"/>
          <p:nvPr/>
        </p:nvSpPr>
        <p:spPr>
          <a:xfrm>
            <a:off x="417443" y="1674674"/>
            <a:ext cx="83091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DIOS ETERNO en tu nombre QUIERO IR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B1D0FEB-4950-4D20-B25D-C090EE9F8585}"/>
              </a:ext>
            </a:extLst>
          </p:cNvPr>
          <p:cNvSpPr txBox="1"/>
          <p:nvPr/>
        </p:nvSpPr>
        <p:spPr>
          <a:xfrm>
            <a:off x="3975652" y="201298"/>
            <a:ext cx="516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latin typeface="Arial Rounded MT Bold" panose="020F0704030504030204" pitchFamily="34" charset="0"/>
              </a:rPr>
              <a:t>LEMA (CM 2014)</a:t>
            </a:r>
          </a:p>
        </p:txBody>
      </p:sp>
    </p:spTree>
    <p:extLst>
      <p:ext uri="{BB962C8B-B14F-4D97-AF65-F5344CB8AC3E}">
        <p14:creationId xmlns:p14="http://schemas.microsoft.com/office/powerpoint/2010/main" val="17331656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118</Words>
  <Application>Microsoft Office PowerPoint</Application>
  <PresentationFormat>Presentación en pantalla (4:3)</PresentationFormat>
  <Paragraphs>26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Arial Rounded MT Bold</vt:lpstr>
      <vt:lpstr>Calibri</vt:lpstr>
      <vt:lpstr>Calibri Light</vt:lpstr>
      <vt:lpstr>Century Gothic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wilmar cañon</dc:creator>
  <cp:lastModifiedBy>Familia Cañon Peña</cp:lastModifiedBy>
  <cp:revision>5</cp:revision>
  <dcterms:created xsi:type="dcterms:W3CDTF">2020-09-04T04:25:09Z</dcterms:created>
  <dcterms:modified xsi:type="dcterms:W3CDTF">2021-07-27T03:33:17Z</dcterms:modified>
</cp:coreProperties>
</file>