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628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948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150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470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74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3361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206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775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928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779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944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6A2F5-8A2E-43B4-B31F-9301291B7A0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FC670-ADC8-43BA-B707-2EFC0FE285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95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772816"/>
            <a:ext cx="914400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Cuán puro eres tú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Verdad eres tú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8EE0CC-9C00-475D-AA33-343B2CFFC18A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07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Cuán justo eres 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Padre del cielo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60279C-52BA-4FB2-BC4E-113F0263163B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4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Cuán digno eres 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De adoración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82D531-CF06-40F0-B895-BC9A2A52E9BF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4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28800"/>
            <a:ext cx="9144000" cy="180050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Enséñanos más de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tu verdad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7E71FE2-670D-4F0E-80F4-3F685C41B014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4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473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Grande es tu amor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Dios de bondad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93A8976-3113-48FD-AEA4-D6A33866BE53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4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Eres 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Rey de poder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6E761F-EE9D-4D31-A5AE-A59609036BB2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47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Grande es tu amor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Dios de bondad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0ED5B5-D5A5-4AB6-B6FB-A40B09DE0427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4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4482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Te alaba mi voz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Padre Creador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6E878F-F906-4CEA-9FF4-04F88BC4E5B9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4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772816"/>
            <a:ext cx="914400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Cuán puro eres tú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Verdad eres tú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8EE0CC-9C00-475D-AA33-343B2CFFC18A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5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Cuán justo eres 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Padre del cielo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60279C-52BA-4FB2-BC4E-113F0263163B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05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Cuán digno eres tú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De adoración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82D531-CF06-40F0-B895-BC9A2A52E9BF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893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28800"/>
            <a:ext cx="9144000" cy="180050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Enséñanos más de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tu verdad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7E71FE2-670D-4F0E-80F4-3F685C41B014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42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473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Grande es tu amor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Dios de bondad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93A8976-3113-48FD-AEA4-D6A33866BE53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13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Eres 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Rey de poder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6E761F-EE9D-4D31-A5AE-A59609036BB2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4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Grande es tu amor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Dios de bondad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0ED5B5-D5A5-4AB6-B6FB-A40B09DE0427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917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Te alaba mi voz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Cavolini" panose="03000502040302020204" pitchFamily="66" charset="0"/>
              </a:rPr>
              <a:t>Padre Creador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Kristen ITC" panose="03050502040202030202" pitchFamily="66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6E878F-F906-4CEA-9FF4-04F88BC4E5B9}"/>
              </a:ext>
            </a:extLst>
          </p:cNvPr>
          <p:cNvSpPr/>
          <p:nvPr/>
        </p:nvSpPr>
        <p:spPr>
          <a:xfrm>
            <a:off x="4932040" y="332656"/>
            <a:ext cx="4009752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CUÁN PURO ERES TÚ</a:t>
            </a:r>
            <a:endParaRPr lang="es-MX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400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164</Words>
  <Application>Microsoft Office PowerPoint</Application>
  <PresentationFormat>Presentación en pantalla (4:3)</PresentationFormat>
  <Paragraphs>48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Kristen ITC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Familia Cañon Peña</cp:lastModifiedBy>
  <cp:revision>14</cp:revision>
  <dcterms:created xsi:type="dcterms:W3CDTF">2016-03-17T22:38:20Z</dcterms:created>
  <dcterms:modified xsi:type="dcterms:W3CDTF">2021-07-27T03:11:05Z</dcterms:modified>
</cp:coreProperties>
</file>