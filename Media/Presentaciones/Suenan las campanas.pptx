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300" r:id="rId2"/>
    <p:sldId id="301" r:id="rId3"/>
    <p:sldId id="302" r:id="rId4"/>
    <p:sldId id="303" r:id="rId5"/>
    <p:sldId id="304" r:id="rId6"/>
    <p:sldId id="315" r:id="rId7"/>
    <p:sldId id="326" r:id="rId8"/>
    <p:sldId id="327" r:id="rId9"/>
    <p:sldId id="328" r:id="rId10"/>
    <p:sldId id="329" r:id="rId11"/>
    <p:sldId id="319" r:id="rId12"/>
    <p:sldId id="320" r:id="rId13"/>
    <p:sldId id="330" r:id="rId14"/>
    <p:sldId id="331" r:id="rId15"/>
    <p:sldId id="332" r:id="rId16"/>
    <p:sldId id="33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101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66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801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871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126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975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542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275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041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720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2666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457200" y="277813"/>
            <a:ext cx="8229600" cy="585311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ACBB4-4025-44E2-89E2-845891D3B39F}" type="slidenum">
              <a:rPr lang="es-MX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043974"/>
      </p:ext>
    </p:extLst>
  </p:cSld>
  <p:clrMapOvr>
    <a:masterClrMapping/>
  </p:clrMapOvr>
  <p:transition>
    <p:blind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42761-BD88-47ED-AEA9-16ED4B2E68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E2D0C-2F0E-47EF-A9BD-058C690C2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615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06709" y="2036195"/>
            <a:ext cx="8530582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Suenan las campanas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esta ocasión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ECCAEF-2D96-4F44-9FF4-D23F3C8FEE7A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38537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74412" y="2261925"/>
            <a:ext cx="8195175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es el SEÑOR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Él es nuestro REY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749FCC-04EB-4932-B0F6-E432E8B94E62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198200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01599" y="2066842"/>
            <a:ext cx="8340801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Suenan las campanas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mucha alegría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982BD2-955D-443C-8C7E-3D727AF4720F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360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0" y="2202374"/>
            <a:ext cx="9036397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tu cumpleaños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celebramos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931186-9FC6-4729-AE61-3FE7DF8C67E0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429187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12035" y="1556397"/>
            <a:ext cx="8719929" cy="3966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Todos gustan tomar </a:t>
            </a:r>
          </a:p>
          <a:p>
            <a:pPr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una vacación</a:t>
            </a:r>
          </a:p>
          <a:p>
            <a:pPr algn="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todos les gusta</a:t>
            </a:r>
          </a:p>
          <a:p>
            <a:pPr algn="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descansar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E36BDA-47CB-4A0F-B913-A4EE64DD3320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397643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421585" y="1706075"/>
            <a:ext cx="8300830" cy="313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Pasando tiempo juntos</a:t>
            </a:r>
          </a:p>
          <a:p>
            <a:pPr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en el hogar</a:t>
            </a:r>
          </a:p>
          <a:p>
            <a:pPr algn="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Gozándonos en la</a:t>
            </a:r>
          </a:p>
          <a:p>
            <a:pPr algn="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felicidad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F95BA30-9E53-485C-BEA4-616896146BD8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60429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06709" y="2036195"/>
            <a:ext cx="8530582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Suenan las campanas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esta ocasión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ECCAEF-2D96-4F44-9FF4-D23F3C8FEE7A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49235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74412" y="2261925"/>
            <a:ext cx="8195175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es el SEÑOR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Él es nuestro REY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749FCC-04EB-4932-B0F6-E432E8B94E62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93910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01599" y="2066842"/>
            <a:ext cx="8340801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Suenan las campanas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mucha alegría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982BD2-955D-443C-8C7E-3D727AF4720F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152444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0" y="2202374"/>
            <a:ext cx="9036397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tu cumpleaños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celebramos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931186-9FC6-4729-AE61-3FE7DF8C67E0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84022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92766" y="1583322"/>
            <a:ext cx="8746434" cy="313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Celebramos porque</a:t>
            </a:r>
          </a:p>
          <a:p>
            <a:pPr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algo bueno pasó</a:t>
            </a:r>
          </a:p>
          <a:p>
            <a:pPr algn="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Celebramos algo</a:t>
            </a:r>
          </a:p>
          <a:p>
            <a:pPr algn="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especial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F0C172-F2E5-472F-B4A2-A522A4ECF08D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29354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85529" y="1445572"/>
            <a:ext cx="8536059" cy="3966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María tuvo un bebé</a:t>
            </a:r>
          </a:p>
          <a:p>
            <a:pPr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Belén</a:t>
            </a:r>
          </a:p>
          <a:p>
            <a:pPr algn="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mejor celebración </a:t>
            </a:r>
          </a:p>
          <a:p>
            <a:pPr algn="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jamás habrá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2B7940-55D8-4162-AF78-7F1B6EFEAF5F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117771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06709" y="2036195"/>
            <a:ext cx="8530582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Suenan las campanas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esta ocasión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ECCAEF-2D96-4F44-9FF4-D23F3C8FEE7A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414173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74412" y="2261925"/>
            <a:ext cx="8195175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es el SEÑOR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Él es nuestro REY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749FCC-04EB-4932-B0F6-E432E8B94E62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230118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01599" y="2066842"/>
            <a:ext cx="8340801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Suenan las campanas 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mucha alegría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982BD2-955D-443C-8C7E-3D727AF4720F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110376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0" y="2202374"/>
            <a:ext cx="9036397" cy="162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//CRISTO tu cumpleaños</a:t>
            </a:r>
          </a:p>
          <a:p>
            <a:pPr algn="ctr">
              <a:lnSpc>
                <a:spcPct val="55000"/>
              </a:lnSpc>
              <a:spcBef>
                <a:spcPct val="45000"/>
              </a:spcBef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celebramos//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931186-9FC6-4729-AE61-3FE7DF8C67E0}"/>
              </a:ext>
            </a:extLst>
          </p:cNvPr>
          <p:cNvSpPr txBox="1"/>
          <p:nvPr/>
        </p:nvSpPr>
        <p:spPr>
          <a:xfrm>
            <a:off x="3564835" y="131693"/>
            <a:ext cx="557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MV Boli" panose="02000500030200090000" pitchFamily="2" charset="0"/>
              </a:rPr>
              <a:t>SUENAN LAS CAMPANAS</a:t>
            </a:r>
          </a:p>
        </p:txBody>
      </p:sp>
    </p:spTree>
    <p:extLst>
      <p:ext uri="{BB962C8B-B14F-4D97-AF65-F5344CB8AC3E}">
        <p14:creationId xmlns:p14="http://schemas.microsoft.com/office/powerpoint/2010/main" val="150018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169</Words>
  <Application>Microsoft Office PowerPoint</Application>
  <PresentationFormat>Presentación en pantalla (4:3)</PresentationFormat>
  <Paragraphs>56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Aharoni</vt:lpstr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8</cp:revision>
  <dcterms:created xsi:type="dcterms:W3CDTF">2020-08-04T19:15:49Z</dcterms:created>
  <dcterms:modified xsi:type="dcterms:W3CDTF">2021-07-27T04:23:48Z</dcterms:modified>
</cp:coreProperties>
</file>