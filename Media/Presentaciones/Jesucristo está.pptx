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711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841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278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030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024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062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916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775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553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011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81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BBAED-5CFA-4006-AF7E-CB475335A0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7576D-1197-4DBE-8E91-02E079EC0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297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E92DE-7C5F-42BC-9008-F53ADFDA8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81639"/>
            <a:ext cx="9144001" cy="17907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Aquí está JESUCRISTO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Siempre está amén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D166B6-CFA3-44A7-9F5A-2A5F02A00879}"/>
              </a:ext>
            </a:extLst>
          </p:cNvPr>
          <p:cNvSpPr txBox="1">
            <a:spLocks/>
          </p:cNvSpPr>
          <p:nvPr/>
        </p:nvSpPr>
        <p:spPr>
          <a:xfrm>
            <a:off x="5015950" y="327164"/>
            <a:ext cx="4005471" cy="42764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JESUCRISTO ESTÁ</a:t>
            </a:r>
          </a:p>
        </p:txBody>
      </p:sp>
    </p:spTree>
    <p:extLst>
      <p:ext uri="{BB962C8B-B14F-4D97-AF65-F5344CB8AC3E}">
        <p14:creationId xmlns:p14="http://schemas.microsoft.com/office/powerpoint/2010/main" val="428153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E92DE-7C5F-42BC-9008-F53ADFDA8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36293"/>
            <a:ext cx="9144000" cy="1692707"/>
          </a:xfrm>
        </p:spPr>
        <p:txBody>
          <a:bodyPr>
            <a:noAutofit/>
          </a:bodyPr>
          <a:lstStyle/>
          <a:p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Está aquí Santo </a:t>
            </a:r>
            <a:r>
              <a:rPr lang="es-ES" sz="54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Santo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 Adoremos su nombre ven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A60F47C-1D3D-41FA-9F97-2307FD09A8E9}"/>
              </a:ext>
            </a:extLst>
          </p:cNvPr>
          <p:cNvSpPr txBox="1">
            <a:spLocks/>
          </p:cNvSpPr>
          <p:nvPr/>
        </p:nvSpPr>
        <p:spPr>
          <a:xfrm>
            <a:off x="5015950" y="327164"/>
            <a:ext cx="4005471" cy="42764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JESUCRISTO ESTÁ</a:t>
            </a:r>
          </a:p>
        </p:txBody>
      </p:sp>
    </p:spTree>
    <p:extLst>
      <p:ext uri="{BB962C8B-B14F-4D97-AF65-F5344CB8AC3E}">
        <p14:creationId xmlns:p14="http://schemas.microsoft.com/office/powerpoint/2010/main" val="356062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E92DE-7C5F-42BC-9008-F53ADFDA8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942" y="1542222"/>
            <a:ext cx="8608115" cy="2032552"/>
          </a:xfrm>
        </p:spPr>
        <p:txBody>
          <a:bodyPr>
            <a:normAutofit/>
          </a:bodyPr>
          <a:lstStyle/>
          <a:p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Aquí está escuchemos</a:t>
            </a:r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Esa voz tierna y fiel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B4F2231-4FD6-431C-9A82-33D914730C6F}"/>
              </a:ext>
            </a:extLst>
          </p:cNvPr>
          <p:cNvSpPr txBox="1">
            <a:spLocks/>
          </p:cNvSpPr>
          <p:nvPr/>
        </p:nvSpPr>
        <p:spPr>
          <a:xfrm>
            <a:off x="5015950" y="327164"/>
            <a:ext cx="4005471" cy="42764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JESUCRISTO ESTÁ</a:t>
            </a:r>
          </a:p>
        </p:txBody>
      </p:sp>
    </p:spTree>
    <p:extLst>
      <p:ext uri="{BB962C8B-B14F-4D97-AF65-F5344CB8AC3E}">
        <p14:creationId xmlns:p14="http://schemas.microsoft.com/office/powerpoint/2010/main" val="212795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E92DE-7C5F-42BC-9008-F53ADFDA8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02126"/>
            <a:ext cx="9021421" cy="17907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Aquí está JESUCRISTO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Hoy nos llama Emanuel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E01260C-80E7-47F1-B0A0-A2510175F635}"/>
              </a:ext>
            </a:extLst>
          </p:cNvPr>
          <p:cNvSpPr txBox="1">
            <a:spLocks/>
          </p:cNvSpPr>
          <p:nvPr/>
        </p:nvSpPr>
        <p:spPr>
          <a:xfrm>
            <a:off x="5015950" y="327164"/>
            <a:ext cx="4005471" cy="42764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JESUCRISTO ESTÁ</a:t>
            </a:r>
          </a:p>
        </p:txBody>
      </p:sp>
    </p:spTree>
    <p:extLst>
      <p:ext uri="{BB962C8B-B14F-4D97-AF65-F5344CB8AC3E}">
        <p14:creationId xmlns:p14="http://schemas.microsoft.com/office/powerpoint/2010/main" val="19014553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42</Words>
  <Application>Microsoft Office PowerPoint</Application>
  <PresentationFormat>Presentación en pantalla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Tema de Office</vt:lpstr>
      <vt:lpstr>Aquí está JESUCRISTO Siempre está amén</vt:lpstr>
      <vt:lpstr>Está aquí Santo Santo  Adoremos su nombre ven</vt:lpstr>
      <vt:lpstr>Aquí está escuchemos Esa voz tierna y fiel</vt:lpstr>
      <vt:lpstr>Aquí está JESUCRISTO Hoy nos llama Emanuel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Aquí está JESUCRSITO Siempre está amén</dc:title>
  <dc:creator>wilmar cañon</dc:creator>
  <cp:lastModifiedBy>Familia Cañon Peña</cp:lastModifiedBy>
  <cp:revision>14</cp:revision>
  <dcterms:created xsi:type="dcterms:W3CDTF">2020-06-18T16:56:04Z</dcterms:created>
  <dcterms:modified xsi:type="dcterms:W3CDTF">2021-07-27T03:54:49Z</dcterms:modified>
</cp:coreProperties>
</file>