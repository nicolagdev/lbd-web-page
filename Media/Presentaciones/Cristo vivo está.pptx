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2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95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28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546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980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744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139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458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597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0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3124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08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B950E-5EE8-4537-9EDA-DD6E5AF96CC7}" type="datetimeFigureOut">
              <a:rPr lang="es-CO" smtClean="0"/>
              <a:t>30/03/2024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9E363-FBE3-4228-AF8B-F4F8504AE2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92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C0A6C22-074D-4F40-807D-A856448D6EFA}"/>
              </a:ext>
            </a:extLst>
          </p:cNvPr>
          <p:cNvSpPr/>
          <p:nvPr/>
        </p:nvSpPr>
        <p:spPr>
          <a:xfrm>
            <a:off x="1524000" y="1813176"/>
            <a:ext cx="9144000" cy="16158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CC27F7-77C5-4F8F-BD05-DE88D8012BAE}"/>
              </a:ext>
            </a:extLst>
          </p:cNvPr>
          <p:cNvSpPr/>
          <p:nvPr/>
        </p:nvSpPr>
        <p:spPr>
          <a:xfrm>
            <a:off x="6861314" y="212495"/>
            <a:ext cx="3617844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CRISTO VIVO ESTÁ</a:t>
            </a:r>
          </a:p>
        </p:txBody>
      </p:sp>
    </p:spTree>
    <p:extLst>
      <p:ext uri="{BB962C8B-B14F-4D97-AF65-F5344CB8AC3E}">
        <p14:creationId xmlns:p14="http://schemas.microsoft.com/office/powerpoint/2010/main" val="69683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A145E5B-7E1C-4DF2-B6EA-9C14E5F4C0D7}"/>
              </a:ext>
            </a:extLst>
          </p:cNvPr>
          <p:cNvSpPr/>
          <p:nvPr/>
        </p:nvSpPr>
        <p:spPr>
          <a:xfrm>
            <a:off x="1948072" y="952812"/>
            <a:ext cx="8295861" cy="413190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257175" indent="-257175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verle sobre</a:t>
            </a:r>
          </a:p>
          <a:p>
            <a:pPr marL="257175" indent="-257175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nubes</a:t>
            </a:r>
          </a:p>
          <a:p>
            <a:pPr marL="257175" indent="-257175" algn="r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puedo oírle a él llamar</a:t>
            </a: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014C9B-C652-431F-A9E4-7B9F45506BE1}"/>
              </a:ext>
            </a:extLst>
          </p:cNvPr>
          <p:cNvSpPr/>
          <p:nvPr/>
        </p:nvSpPr>
        <p:spPr>
          <a:xfrm>
            <a:off x="6861314" y="212495"/>
            <a:ext cx="3617844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CRISTO VIVO ESTÁ</a:t>
            </a:r>
          </a:p>
        </p:txBody>
      </p:sp>
    </p:spTree>
    <p:extLst>
      <p:ext uri="{BB962C8B-B14F-4D97-AF65-F5344CB8AC3E}">
        <p14:creationId xmlns:p14="http://schemas.microsoft.com/office/powerpoint/2010/main" val="23162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C0A6C22-074D-4F40-807D-A856448D6EFA}"/>
              </a:ext>
            </a:extLst>
          </p:cNvPr>
          <p:cNvSpPr/>
          <p:nvPr/>
        </p:nvSpPr>
        <p:spPr>
          <a:xfrm>
            <a:off x="1524000" y="1813176"/>
            <a:ext cx="9144000" cy="16158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CC27F7-77C5-4F8F-BD05-DE88D8012BAE}"/>
              </a:ext>
            </a:extLst>
          </p:cNvPr>
          <p:cNvSpPr/>
          <p:nvPr/>
        </p:nvSpPr>
        <p:spPr>
          <a:xfrm>
            <a:off x="6861314" y="212495"/>
            <a:ext cx="3617844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CRISTO VIVO ESTÁ</a:t>
            </a:r>
          </a:p>
        </p:txBody>
      </p:sp>
    </p:spTree>
    <p:extLst>
      <p:ext uri="{BB962C8B-B14F-4D97-AF65-F5344CB8AC3E}">
        <p14:creationId xmlns:p14="http://schemas.microsoft.com/office/powerpoint/2010/main" val="286497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A145E5B-7E1C-4DF2-B6EA-9C14E5F4C0D7}"/>
              </a:ext>
            </a:extLst>
          </p:cNvPr>
          <p:cNvSpPr/>
          <p:nvPr/>
        </p:nvSpPr>
        <p:spPr>
          <a:xfrm>
            <a:off x="1692965" y="896595"/>
            <a:ext cx="8806070" cy="431656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257175" indent="-257175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He venido para </a:t>
            </a:r>
          </a:p>
          <a:p>
            <a:pPr marL="257175" indent="-257175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vivas</a:t>
            </a:r>
          </a:p>
          <a:p>
            <a:pPr marL="257175" indent="-257175" algn="r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Una vida </a:t>
            </a:r>
          </a:p>
          <a:p>
            <a:pPr marL="257175" indent="-257175" algn="r">
              <a:spcBef>
                <a:spcPct val="20000"/>
              </a:spcBef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abundante tú</a:t>
            </a: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BB640E-8EE0-4463-BA2D-4ECCF3CD13C1}"/>
              </a:ext>
            </a:extLst>
          </p:cNvPr>
          <p:cNvSpPr/>
          <p:nvPr/>
        </p:nvSpPr>
        <p:spPr>
          <a:xfrm>
            <a:off x="6861314" y="212495"/>
            <a:ext cx="3617844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CRISTO VIVO ESTÁ</a:t>
            </a:r>
          </a:p>
        </p:txBody>
      </p:sp>
    </p:spTree>
    <p:extLst>
      <p:ext uri="{BB962C8B-B14F-4D97-AF65-F5344CB8AC3E}">
        <p14:creationId xmlns:p14="http://schemas.microsoft.com/office/powerpoint/2010/main" val="373140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C0A6C22-074D-4F40-807D-A856448D6EFA}"/>
              </a:ext>
            </a:extLst>
          </p:cNvPr>
          <p:cNvSpPr/>
          <p:nvPr/>
        </p:nvSpPr>
        <p:spPr>
          <a:xfrm>
            <a:off x="1524000" y="1470195"/>
            <a:ext cx="9144000" cy="493981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vivo está</a:t>
            </a: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r>
              <a:rPr lang="es-MX" sz="6000" b="1" dirty="0">
                <a:ln w="22225">
                  <a:solidFill>
                    <a:srgbClr val="080808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¡VIVO ESTÁ!</a:t>
            </a: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57175" indent="-257175" algn="ctr" fontAlgn="base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defRPr/>
            </a:pPr>
            <a:endParaRPr lang="es-CO" sz="6000" b="1" dirty="0">
              <a:ln w="22225">
                <a:solidFill>
                  <a:srgbClr val="080808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C567CE-5C3D-400E-9777-FA649D4E0D31}"/>
              </a:ext>
            </a:extLst>
          </p:cNvPr>
          <p:cNvSpPr/>
          <p:nvPr/>
        </p:nvSpPr>
        <p:spPr>
          <a:xfrm>
            <a:off x="6861314" y="212495"/>
            <a:ext cx="3617844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CRISTO VIVO ESTÁ</a:t>
            </a:r>
          </a:p>
        </p:txBody>
      </p:sp>
    </p:spTree>
    <p:extLst>
      <p:ext uri="{BB962C8B-B14F-4D97-AF65-F5344CB8AC3E}">
        <p14:creationId xmlns:p14="http://schemas.microsoft.com/office/powerpoint/2010/main" val="3203650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7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7" id="{A577CF38-9DA7-44AA-9F2F-2517B005CA7B}" vid="{64655788-1A6F-45C1-9517-D1EF5B70F6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Tema7</Template>
  <TotalTime>29</TotalTime>
  <Words>63</Words>
  <Application>Microsoft Office PowerPoint</Application>
  <PresentationFormat>Panorámica</PresentationFormat>
  <Paragraphs>21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Aharoni</vt:lpstr>
      <vt:lpstr>Arial</vt:lpstr>
      <vt:lpstr>Arial Rounded MT Bold</vt:lpstr>
      <vt:lpstr>Calibri</vt:lpstr>
      <vt:lpstr>Calibri Light</vt:lpstr>
      <vt:lpstr>Tema7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Camilo Ruiz Niño</cp:lastModifiedBy>
  <cp:revision>9</cp:revision>
  <dcterms:created xsi:type="dcterms:W3CDTF">2020-08-07T02:53:18Z</dcterms:created>
  <dcterms:modified xsi:type="dcterms:W3CDTF">2024-03-30T20:54:30Z</dcterms:modified>
</cp:coreProperties>
</file>