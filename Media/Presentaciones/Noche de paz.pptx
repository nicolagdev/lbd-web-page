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1" r:id="rId6"/>
    <p:sldId id="262" r:id="rId7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957D-777A-403A-81BC-A9BCBB8477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7241-01F6-45D9-85F9-0E0FE67CAFE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615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957D-777A-403A-81BC-A9BCBB8477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7241-01F6-45D9-85F9-0E0FE67CAFE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476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957D-777A-403A-81BC-A9BCBB8477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7241-01F6-45D9-85F9-0E0FE67CAFE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866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957D-777A-403A-81BC-A9BCBB8477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7241-01F6-45D9-85F9-0E0FE67CAFE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208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957D-777A-403A-81BC-A9BCBB8477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7241-01F6-45D9-85F9-0E0FE67CAFE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9354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957D-777A-403A-81BC-A9BCBB8477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7241-01F6-45D9-85F9-0E0FE67CAFE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7685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957D-777A-403A-81BC-A9BCBB8477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7241-01F6-45D9-85F9-0E0FE67CAFE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179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957D-777A-403A-81BC-A9BCBB8477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7241-01F6-45D9-85F9-0E0FE67CAFE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7807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957D-777A-403A-81BC-A9BCBB8477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7241-01F6-45D9-85F9-0E0FE67CAFE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0194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957D-777A-403A-81BC-A9BCBB8477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7241-01F6-45D9-85F9-0E0FE67CAFE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678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957D-777A-403A-81BC-A9BCBB8477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7241-01F6-45D9-85F9-0E0FE67CAFE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920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9000"/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E957D-777A-403A-81BC-A9BCBB8477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A7241-01F6-45D9-85F9-0E0FE67CAFE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614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8064" y="332656"/>
            <a:ext cx="3708412" cy="506630"/>
          </a:xfrm>
        </p:spPr>
        <p:txBody>
          <a:bodyPr>
            <a:noAutofit/>
          </a:bodyPr>
          <a:lstStyle/>
          <a:p>
            <a:pPr algn="r"/>
            <a:r>
              <a:rPr lang="es-CO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NOCHE DE PAZ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11560" y="1916832"/>
            <a:ext cx="7520880" cy="1314450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</a:rPr>
              <a:t>Noche de paz </a:t>
            </a:r>
          </a:p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Calligraphy" panose="03010101010101010101" pitchFamily="66" charset="0"/>
              </a:rPr>
              <a:t>Noche de amor</a:t>
            </a:r>
          </a:p>
        </p:txBody>
      </p:sp>
    </p:spTree>
    <p:extLst>
      <p:ext uri="{BB962C8B-B14F-4D97-AF65-F5344CB8AC3E}">
        <p14:creationId xmlns:p14="http://schemas.microsoft.com/office/powerpoint/2010/main" val="3358546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484784"/>
            <a:ext cx="9144000" cy="3277530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Todo duerme en derredor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Entre los astros que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 esparcen su luz</a:t>
            </a:r>
          </a:p>
          <a:p>
            <a:endParaRPr lang="es-CO" sz="2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7466D36B-424E-4FE5-8E10-D52ABD1859FB}"/>
              </a:ext>
            </a:extLst>
          </p:cNvPr>
          <p:cNvSpPr txBox="1">
            <a:spLocks/>
          </p:cNvSpPr>
          <p:nvPr/>
        </p:nvSpPr>
        <p:spPr>
          <a:xfrm>
            <a:off x="5148064" y="332656"/>
            <a:ext cx="3708412" cy="5066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NOCHE DE PAZ</a:t>
            </a:r>
            <a:endParaRPr lang="es-CO" sz="3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79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268760"/>
            <a:ext cx="9144000" cy="2358262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Bella anunciando </a:t>
            </a:r>
          </a:p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al niñito Jesús </a:t>
            </a:r>
          </a:p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/Brilla la estrella de paz/ 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B88D78DB-FE74-451C-93F0-3B3A26C619A4}"/>
              </a:ext>
            </a:extLst>
          </p:cNvPr>
          <p:cNvSpPr txBox="1">
            <a:spLocks/>
          </p:cNvSpPr>
          <p:nvPr/>
        </p:nvSpPr>
        <p:spPr>
          <a:xfrm>
            <a:off x="5148064" y="332656"/>
            <a:ext cx="3708412" cy="5066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NOCHE DE PAZ</a:t>
            </a:r>
            <a:endParaRPr lang="es-CO" sz="3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347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739552" y="2114550"/>
            <a:ext cx="7664896" cy="1314450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</a:rPr>
              <a:t>Noche de paz </a:t>
            </a:r>
          </a:p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Calligraphy" panose="03010101010101010101" pitchFamily="66" charset="0"/>
              </a:rPr>
              <a:t>Noche de amor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34531FCD-063C-4F39-8DCA-5AAC4400D8CD}"/>
              </a:ext>
            </a:extLst>
          </p:cNvPr>
          <p:cNvSpPr txBox="1">
            <a:spLocks/>
          </p:cNvSpPr>
          <p:nvPr/>
        </p:nvSpPr>
        <p:spPr>
          <a:xfrm>
            <a:off x="5148064" y="332656"/>
            <a:ext cx="3708412" cy="5066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NOCHE DE PAZ</a:t>
            </a:r>
            <a:endParaRPr lang="es-CO" sz="3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87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741" y="2078850"/>
            <a:ext cx="9036496" cy="2322258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Ved que bello resplandor 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Luce en el rostro del niño JESÚS </a:t>
            </a:r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FE27F65F-8B94-464B-A291-411E10B7863F}"/>
              </a:ext>
            </a:extLst>
          </p:cNvPr>
          <p:cNvSpPr txBox="1">
            <a:spLocks/>
          </p:cNvSpPr>
          <p:nvPr/>
        </p:nvSpPr>
        <p:spPr>
          <a:xfrm>
            <a:off x="5148064" y="332656"/>
            <a:ext cx="3708412" cy="5066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NOCHE DE PAZ</a:t>
            </a:r>
            <a:endParaRPr lang="es-CO" sz="3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102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556792"/>
            <a:ext cx="9144000" cy="2160240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En el pesebre del </a:t>
            </a:r>
          </a:p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mundo la luz</a:t>
            </a:r>
          </a:p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/Astro de eterno fulgor/</a:t>
            </a:r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CCB1B110-3F90-49F7-8B08-33A23979883F}"/>
              </a:ext>
            </a:extLst>
          </p:cNvPr>
          <p:cNvSpPr txBox="1">
            <a:spLocks/>
          </p:cNvSpPr>
          <p:nvPr/>
        </p:nvSpPr>
        <p:spPr>
          <a:xfrm>
            <a:off x="5148064" y="332656"/>
            <a:ext cx="3708412" cy="5066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NOCHE DE PAZ</a:t>
            </a:r>
            <a:endParaRPr lang="es-CO" sz="3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9000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78</Words>
  <Application>Microsoft Office PowerPoint</Application>
  <PresentationFormat>Presentación en pantalla (4:3)</PresentationFormat>
  <Paragraphs>21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Arial Rounded MT Bold</vt:lpstr>
      <vt:lpstr>Calibri</vt:lpstr>
      <vt:lpstr>Lucida Calligraphy</vt:lpstr>
      <vt:lpstr>Tema de Office</vt:lpstr>
      <vt:lpstr>NOCHE DE PAZ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Noche de paz</dc:title>
  <dc:creator>Natalia M</dc:creator>
  <cp:lastModifiedBy>Familia Cañon Peña</cp:lastModifiedBy>
  <cp:revision>35</cp:revision>
  <dcterms:created xsi:type="dcterms:W3CDTF">2020-07-08T21:00:18Z</dcterms:created>
  <dcterms:modified xsi:type="dcterms:W3CDTF">2021-07-27T04:05:36Z</dcterms:modified>
</cp:coreProperties>
</file>