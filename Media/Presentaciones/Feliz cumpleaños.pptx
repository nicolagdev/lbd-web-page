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2" r:id="rId7"/>
    <p:sldId id="261" r:id="rId8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264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647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1995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435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834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21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7706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888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54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966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568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0791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9000"/>
            <a:lum/>
          </a:blip>
          <a:srcRect/>
          <a:stretch>
            <a:fillRect t="-6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96196-F9E8-40D9-AB74-5EAE8521A0B6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D256C-C116-4E46-8922-963800E7AE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904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D36957A0-2C11-46A7-8111-A8B73719F71A}"/>
              </a:ext>
            </a:extLst>
          </p:cNvPr>
          <p:cNvSpPr txBox="1">
            <a:spLocks/>
          </p:cNvSpPr>
          <p:nvPr/>
        </p:nvSpPr>
        <p:spPr>
          <a:xfrm>
            <a:off x="4283968" y="332656"/>
            <a:ext cx="5256584" cy="2016223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¡Feliz cumpleaños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GUS!</a:t>
            </a:r>
          </a:p>
        </p:txBody>
      </p:sp>
      <p:pic>
        <p:nvPicPr>
          <p:cNvPr id="1026" name="Picture 2" descr="No hay ninguna descripción de la foto disponible.">
            <a:extLst>
              <a:ext uri="{FF2B5EF4-FFF2-40B4-BE49-F238E27FC236}">
                <a16:creationId xmlns:a16="http://schemas.microsoft.com/office/drawing/2014/main" id="{80C65CC0-A1A0-45D1-86FC-BA344938A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21" y="908720"/>
            <a:ext cx="4234779" cy="423477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543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39552" y="1268760"/>
            <a:ext cx="5832648" cy="1467743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Feliz feliz cumpleaños</a:t>
            </a:r>
          </a:p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Deseamos para ti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9261FC9-AE17-42B3-A2C2-8D5AB5A0F1BE}"/>
              </a:ext>
            </a:extLst>
          </p:cNvPr>
          <p:cNvSpPr txBox="1"/>
          <p:nvPr/>
        </p:nvSpPr>
        <p:spPr>
          <a:xfrm>
            <a:off x="2627784" y="116632"/>
            <a:ext cx="63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FELIZ CUMPLEAÑOS</a:t>
            </a:r>
          </a:p>
        </p:txBody>
      </p:sp>
    </p:spTree>
    <p:extLst>
      <p:ext uri="{BB962C8B-B14F-4D97-AF65-F5344CB8AC3E}">
        <p14:creationId xmlns:p14="http://schemas.microsoft.com/office/powerpoint/2010/main" val="3579779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196752"/>
            <a:ext cx="7434825" cy="178219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Harlow Solid Italic" panose="04030604020F02020D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Que el Dios Omnipotente </a:t>
            </a:r>
          </a:p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Te quiera bendecir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431C219-6B7B-48DF-90EA-B37CCED1C462}"/>
              </a:ext>
            </a:extLst>
          </p:cNvPr>
          <p:cNvSpPr txBox="1"/>
          <p:nvPr/>
        </p:nvSpPr>
        <p:spPr>
          <a:xfrm>
            <a:off x="2627784" y="116632"/>
            <a:ext cx="63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FELIZ CUMPLEAÑOS</a:t>
            </a:r>
          </a:p>
        </p:txBody>
      </p:sp>
    </p:spTree>
    <p:extLst>
      <p:ext uri="{BB962C8B-B14F-4D97-AF65-F5344CB8AC3E}">
        <p14:creationId xmlns:p14="http://schemas.microsoft.com/office/powerpoint/2010/main" val="341280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84784"/>
            <a:ext cx="7056784" cy="156617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Harlow Solid Italic" panose="04030604020F02020D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A Dios le damos gracias </a:t>
            </a:r>
          </a:p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Que con amor sin par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EDEEE5-4332-4770-9F0C-CF706FE31AF0}"/>
              </a:ext>
            </a:extLst>
          </p:cNvPr>
          <p:cNvSpPr txBox="1"/>
          <p:nvPr/>
        </p:nvSpPr>
        <p:spPr>
          <a:xfrm>
            <a:off x="2627784" y="116632"/>
            <a:ext cx="63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FELIZ CUMPLEAÑOS</a:t>
            </a:r>
          </a:p>
        </p:txBody>
      </p:sp>
    </p:spTree>
    <p:extLst>
      <p:ext uri="{BB962C8B-B14F-4D97-AF65-F5344CB8AC3E}">
        <p14:creationId xmlns:p14="http://schemas.microsoft.com/office/powerpoint/2010/main" val="2450026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08520" y="1124744"/>
            <a:ext cx="7704856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Harlow Solid Italic" panose="04030604020F02020D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Al fin de otro año hermoso </a:t>
            </a:r>
          </a:p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Te permitió llegar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33FAFA-7E06-46D2-87D8-3D4103645A9B}"/>
              </a:ext>
            </a:extLst>
          </p:cNvPr>
          <p:cNvSpPr txBox="1"/>
          <p:nvPr/>
        </p:nvSpPr>
        <p:spPr>
          <a:xfrm>
            <a:off x="2627784" y="116632"/>
            <a:ext cx="63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FELIZ CUMPLEAÑOS</a:t>
            </a:r>
          </a:p>
        </p:txBody>
      </p:sp>
    </p:spTree>
    <p:extLst>
      <p:ext uri="{BB962C8B-B14F-4D97-AF65-F5344CB8AC3E}">
        <p14:creationId xmlns:p14="http://schemas.microsoft.com/office/powerpoint/2010/main" val="245002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-34709" y="1124744"/>
            <a:ext cx="7668852" cy="1467743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Feliz feliz cumpleaños</a:t>
            </a:r>
          </a:p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Que Dios en su bondad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38713DF-FE8C-4380-9641-A2C6B15BEC03}"/>
              </a:ext>
            </a:extLst>
          </p:cNvPr>
          <p:cNvSpPr txBox="1"/>
          <p:nvPr/>
        </p:nvSpPr>
        <p:spPr>
          <a:xfrm>
            <a:off x="2627784" y="116632"/>
            <a:ext cx="63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FELIZ CUMPLEAÑOS</a:t>
            </a:r>
          </a:p>
        </p:txBody>
      </p:sp>
    </p:spTree>
    <p:extLst>
      <p:ext uri="{BB962C8B-B14F-4D97-AF65-F5344CB8AC3E}">
        <p14:creationId xmlns:p14="http://schemas.microsoft.com/office/powerpoint/2010/main" val="2004045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544" y="1196752"/>
            <a:ext cx="6768752" cy="162018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Harlow Solid Italic" panose="04030604020F02020D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Te dé muy larga vida</a:t>
            </a:r>
          </a:p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Salud </a:t>
            </a:r>
          </a:p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Felicidad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1E0585-28A7-4ADD-87AB-435FFC715967}"/>
              </a:ext>
            </a:extLst>
          </p:cNvPr>
          <p:cNvSpPr txBox="1"/>
          <p:nvPr/>
        </p:nvSpPr>
        <p:spPr>
          <a:xfrm>
            <a:off x="2627784" y="116632"/>
            <a:ext cx="63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FELIZ CUMPLEAÑOS</a:t>
            </a:r>
          </a:p>
        </p:txBody>
      </p:sp>
    </p:spTree>
    <p:extLst>
      <p:ext uri="{BB962C8B-B14F-4D97-AF65-F5344CB8AC3E}">
        <p14:creationId xmlns:p14="http://schemas.microsoft.com/office/powerpoint/2010/main" val="24500269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64</Words>
  <Application>Microsoft Office PowerPoint</Application>
  <PresentationFormat>Presentación en pantalla (4:3)</PresentationFormat>
  <Paragraphs>21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Camilo Ruiz Niño</cp:lastModifiedBy>
  <cp:revision>9</cp:revision>
  <dcterms:created xsi:type="dcterms:W3CDTF">2016-03-01T22:32:01Z</dcterms:created>
  <dcterms:modified xsi:type="dcterms:W3CDTF">2024-10-09T00:26:00Z</dcterms:modified>
</cp:coreProperties>
</file>