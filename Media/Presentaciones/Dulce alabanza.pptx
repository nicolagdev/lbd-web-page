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>
      <p:cViewPr varScale="1">
        <p:scale>
          <a:sx n="68" d="100"/>
          <a:sy n="68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78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410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997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237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416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33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604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4759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93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699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E8F06-1047-4197-A042-8ABF67E0329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7AFC0-1010-4525-9E32-258EAE9190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961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556792"/>
            <a:ext cx="9144000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SEÑOR te alabamos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Esta tu iglesia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A31588-CC68-4CCC-951D-AE168022BD0A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22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484784"/>
            <a:ext cx="9144000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Te damos la gloria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tu gran bondad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DDFFBD-0655-43AC-A3E8-E61BD29A4A0D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556792"/>
            <a:ext cx="9144000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tu MISERICORDIA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AMOR milagroso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55C8D4-2A67-4BC1-B883-46EE2A9D66B8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1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2041" y="1484784"/>
            <a:ext cx="9131959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te adoramos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siempre tu serás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23161B-05CA-4129-BF21-AA249E3C8B65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01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-36258" y="1513091"/>
            <a:ext cx="9216516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SEÑOR te alabamos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Esta tu iglesia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D5B5C0-65BD-47B5-9E24-C181A239A770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09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543183"/>
            <a:ext cx="9133655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Te damos la GLORIA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tu gran BONDAD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F4470CA-180A-47D4-8409-08339CE3D409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4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916832"/>
            <a:ext cx="9143999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tu MISERICORDIA 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AMOR milagroso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33850E-0151-4455-AFE1-9F0A44897597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95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" y="1772816"/>
            <a:ext cx="9143999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te adoramos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siempre tu serás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AE0AF7-F443-43CA-9340-0D826DD88FE2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54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" y="1772816"/>
            <a:ext cx="9143999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te adoramos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siempre tu serás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AE0AF7-F443-43CA-9340-0D826DD88FE2}"/>
              </a:ext>
            </a:extLst>
          </p:cNvPr>
          <p:cNvSpPr/>
          <p:nvPr/>
        </p:nvSpPr>
        <p:spPr>
          <a:xfrm>
            <a:off x="5580112" y="116632"/>
            <a:ext cx="3465308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DULCE ALABANZA</a:t>
            </a:r>
            <a:endParaRPr lang="es-CO" sz="28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52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77</Words>
  <Application>Microsoft Office PowerPoint</Application>
  <PresentationFormat>Presentación en pantalla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Familia Cañon Peña</cp:lastModifiedBy>
  <cp:revision>12</cp:revision>
  <dcterms:created xsi:type="dcterms:W3CDTF">2016-05-02T03:32:57Z</dcterms:created>
  <dcterms:modified xsi:type="dcterms:W3CDTF">2021-07-27T03:18:13Z</dcterms:modified>
</cp:coreProperties>
</file>