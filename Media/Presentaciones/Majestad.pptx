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3" r:id="rId9"/>
    <p:sldId id="284" r:id="rId10"/>
    <p:sldId id="285" r:id="rId11"/>
    <p:sldId id="286" r:id="rId12"/>
    <p:sldId id="287" r:id="rId13"/>
  </p:sldIdLst>
  <p:sldSz cx="9144000" cy="6858000" type="screen4x3"/>
  <p:notesSz cx="6858000" cy="9144000"/>
  <p:defaultTextStyle>
    <a:defPPr>
      <a:defRPr lang="es-CO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lmar cañon" initials="wc" lastIdx="1" clrIdx="0">
    <p:extLst>
      <p:ext uri="{19B8F6BF-5375-455C-9EA6-DF929625EA0E}">
        <p15:presenceInfo xmlns:p15="http://schemas.microsoft.com/office/powerpoint/2012/main" userId="7918cb078fdc7ad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7452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442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8398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817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4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7" y="1535114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585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614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9395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06356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9046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9927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873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70F0F-788A-42BD-ACEB-25977C77E14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CC620-556F-49CA-BC29-BC42B068E47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9179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754814"/>
            <a:ext cx="9144000" cy="3348372"/>
          </a:xfrm>
        </p:spPr>
        <p:txBody>
          <a:bodyPr>
            <a:normAutofit/>
          </a:bodyPr>
          <a:lstStyle/>
          <a:p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Majestad</a:t>
            </a:r>
          </a:p>
          <a:p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Ved a su Majestad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F2A60D5-9EED-4725-8791-7609521B0968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3495049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87311" y="1754814"/>
            <a:ext cx="7969377" cy="33483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CRISTO sea gloria honra y loor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4CFD24-3354-46C7-A864-0A76CD4B6C58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1289933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73832" y="2024844"/>
            <a:ext cx="7596336" cy="33483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Majestad reina en autoridad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D52397C-0C22-4847-B090-895090C74C61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799267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39552" y="1412776"/>
            <a:ext cx="8064896" cy="33483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 trono alzad himnos cantad</a:t>
            </a:r>
          </a:p>
          <a:p>
            <a:pPr marL="0" indent="0" algn="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Él alabad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10E265-42E2-42A8-BA30-455CCCE10C09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799267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46135" y="1484784"/>
            <a:ext cx="8851729" cy="33483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Exaltad y levantad el nombre de CRISTO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FA8B68A-83B6-434C-8110-F921498F015F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79926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33264" y="1412776"/>
            <a:ext cx="8677472" cy="33483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Gloria dad magnificad a Cristo el Rey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B9259D-C418-488B-8248-2703FFDE7154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79926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628800"/>
            <a:ext cx="9144000" cy="3348372"/>
          </a:xfrm>
        </p:spPr>
        <p:txBody>
          <a:bodyPr>
            <a:normAutofit/>
          </a:bodyPr>
          <a:lstStyle/>
          <a:p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Majestad</a:t>
            </a:r>
          </a:p>
          <a:p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Ved a su Majestad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DE0439-8567-4277-B049-6A8FCA713444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4259843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31200" y="1412776"/>
            <a:ext cx="8017264" cy="334837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/Al que murió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Resucitó</a:t>
            </a:r>
          </a:p>
          <a:p>
            <a:pPr marL="0" indent="0" algn="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Reina sin fin/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72A075-43C1-415A-ADAA-0C24E3A9BDBE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799267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46135" y="1484784"/>
            <a:ext cx="8851729" cy="33483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Exaltad y levantad el nombre de CRISTO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FA8B68A-83B6-434C-8110-F921498F015F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2245994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33264" y="1412776"/>
            <a:ext cx="8677472" cy="33483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Gloria dad magnificad a Cristo el Rey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B9259D-C418-488B-8248-2703FFDE7154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1045067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0" y="1628800"/>
            <a:ext cx="9144000" cy="3348372"/>
          </a:xfrm>
        </p:spPr>
        <p:txBody>
          <a:bodyPr>
            <a:normAutofit/>
          </a:bodyPr>
          <a:lstStyle/>
          <a:p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Majestad</a:t>
            </a:r>
          </a:p>
          <a:p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Ved a su Majestad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9DE0439-8567-4277-B049-6A8FCA713444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318389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731200" y="1412776"/>
            <a:ext cx="8017264" cy="334837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/Al que murió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Resucitó</a:t>
            </a:r>
          </a:p>
          <a:p>
            <a:pPr marL="0" indent="0" algn="r">
              <a:buNone/>
            </a:pPr>
            <a:r>
              <a:rPr lang="es-MX" sz="66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Reina sin fin/</a:t>
            </a:r>
            <a:endParaRPr lang="es-CO" sz="66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172A075-43C1-415A-ADAA-0C24E3A9BDBE}"/>
              </a:ext>
            </a:extLst>
          </p:cNvPr>
          <p:cNvSpPr txBox="1"/>
          <p:nvPr/>
        </p:nvSpPr>
        <p:spPr>
          <a:xfrm>
            <a:off x="6156176" y="188640"/>
            <a:ext cx="2803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800" b="1" dirty="0">
                <a:latin typeface="Arial Rounded MT Bold" panose="020F0704030504030204" pitchFamily="34" charset="0"/>
              </a:rPr>
              <a:t>MAJESTAD</a:t>
            </a:r>
          </a:p>
        </p:txBody>
      </p:sp>
    </p:spTree>
    <p:extLst>
      <p:ext uri="{BB962C8B-B14F-4D97-AF65-F5344CB8AC3E}">
        <p14:creationId xmlns:p14="http://schemas.microsoft.com/office/powerpoint/2010/main" val="1694211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96</Words>
  <Application>Microsoft Office PowerPoint</Application>
  <PresentationFormat>Presentación en pantalla (4:3)</PresentationFormat>
  <Paragraphs>32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Aharoni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27</cp:revision>
  <dcterms:created xsi:type="dcterms:W3CDTF">2016-07-19T22:20:28Z</dcterms:created>
  <dcterms:modified xsi:type="dcterms:W3CDTF">2021-07-27T04:03:20Z</dcterms:modified>
</cp:coreProperties>
</file>