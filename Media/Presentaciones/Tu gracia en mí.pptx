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98" r:id="rId9"/>
    <p:sldId id="279" r:id="rId10"/>
    <p:sldId id="280" r:id="rId11"/>
    <p:sldId id="281" r:id="rId12"/>
    <p:sldId id="282" r:id="rId13"/>
    <p:sldId id="291" r:id="rId14"/>
    <p:sldId id="295" r:id="rId15"/>
    <p:sldId id="292" r:id="rId16"/>
    <p:sldId id="296" r:id="rId17"/>
    <p:sldId id="297" r:id="rId18"/>
    <p:sldId id="294" r:id="rId19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mar cañon" userId="7918cb078fdc7ad0" providerId="LiveId" clId="{1529CEB6-ABA1-4C8D-A49A-9D7E8DF54A7E}"/>
    <pc:docChg chg="addSld delSld modSld modMainMaster">
      <pc:chgData name="wilmar cañon" userId="7918cb078fdc7ad0" providerId="LiveId" clId="{1529CEB6-ABA1-4C8D-A49A-9D7E8DF54A7E}" dt="2020-08-01T22:34:22.687" v="181" actId="47"/>
      <pc:docMkLst>
        <pc:docMk/>
      </pc:docMkLst>
      <pc:sldChg chg="modSp mod setBg">
        <pc:chgData name="wilmar cañon" userId="7918cb078fdc7ad0" providerId="LiveId" clId="{1529CEB6-ABA1-4C8D-A49A-9D7E8DF54A7E}" dt="2020-08-01T22:31:56.048" v="129" actId="404"/>
        <pc:sldMkLst>
          <pc:docMk/>
          <pc:sldMk cId="439938915" sldId="272"/>
        </pc:sldMkLst>
        <pc:spChg chg="mod">
          <ac:chgData name="wilmar cañon" userId="7918cb078fdc7ad0" providerId="LiveId" clId="{1529CEB6-ABA1-4C8D-A49A-9D7E8DF54A7E}" dt="2020-08-01T22:28:20.043" v="66" actId="20577"/>
          <ac:spMkLst>
            <pc:docMk/>
            <pc:sldMk cId="439938915" sldId="272"/>
            <ac:spMk id="3" creationId="{00000000-0000-0000-0000-000000000000}"/>
          </ac:spMkLst>
        </pc:spChg>
        <pc:spChg chg="mod">
          <ac:chgData name="wilmar cañon" userId="7918cb078fdc7ad0" providerId="LiveId" clId="{1529CEB6-ABA1-4C8D-A49A-9D7E8DF54A7E}" dt="2020-08-01T22:31:56.048" v="129" actId="404"/>
          <ac:spMkLst>
            <pc:docMk/>
            <pc:sldMk cId="439938915" sldId="272"/>
            <ac:spMk id="4" creationId="{00000000-0000-0000-0000-000000000000}"/>
          </ac:spMkLst>
        </pc:spChg>
      </pc:sldChg>
      <pc:sldChg chg="addSp modSp mod setBg">
        <pc:chgData name="wilmar cañon" userId="7918cb078fdc7ad0" providerId="LiveId" clId="{1529CEB6-ABA1-4C8D-A49A-9D7E8DF54A7E}" dt="2020-08-01T22:32:05.521" v="130" actId="22"/>
        <pc:sldMkLst>
          <pc:docMk/>
          <pc:sldMk cId="3703978298" sldId="273"/>
        </pc:sldMkLst>
        <pc:spChg chg="mod">
          <ac:chgData name="wilmar cañon" userId="7918cb078fdc7ad0" providerId="LiveId" clId="{1529CEB6-ABA1-4C8D-A49A-9D7E8DF54A7E}" dt="2020-08-01T22:29:29.531" v="85" actId="1076"/>
          <ac:spMkLst>
            <pc:docMk/>
            <pc:sldMk cId="3703978298" sldId="273"/>
            <ac:spMk id="2" creationId="{00000000-0000-0000-0000-000000000000}"/>
          </ac:spMkLst>
        </pc:spChg>
        <pc:spChg chg="add">
          <ac:chgData name="wilmar cañon" userId="7918cb078fdc7ad0" providerId="LiveId" clId="{1529CEB6-ABA1-4C8D-A49A-9D7E8DF54A7E}" dt="2020-08-01T22:32:05.521" v="130" actId="22"/>
          <ac:spMkLst>
            <pc:docMk/>
            <pc:sldMk cId="3703978298" sldId="273"/>
            <ac:spMk id="4" creationId="{FB334010-39F6-43A0-8788-1CEF53F9D65E}"/>
          </ac:spMkLst>
        </pc:spChg>
      </pc:sldChg>
      <pc:sldChg chg="addSp modSp mod setBg">
        <pc:chgData name="wilmar cañon" userId="7918cb078fdc7ad0" providerId="LiveId" clId="{1529CEB6-ABA1-4C8D-A49A-9D7E8DF54A7E}" dt="2020-08-01T22:32:07.779" v="131" actId="22"/>
        <pc:sldMkLst>
          <pc:docMk/>
          <pc:sldMk cId="4092560649" sldId="274"/>
        </pc:sldMkLst>
        <pc:spChg chg="mod">
          <ac:chgData name="wilmar cañon" userId="7918cb078fdc7ad0" providerId="LiveId" clId="{1529CEB6-ABA1-4C8D-A49A-9D7E8DF54A7E}" dt="2020-08-01T22:30:13.948" v="95" actId="20577"/>
          <ac:spMkLst>
            <pc:docMk/>
            <pc:sldMk cId="4092560649" sldId="274"/>
            <ac:spMk id="2" creationId="{00000000-0000-0000-0000-000000000000}"/>
          </ac:spMkLst>
        </pc:spChg>
        <pc:spChg chg="add">
          <ac:chgData name="wilmar cañon" userId="7918cb078fdc7ad0" providerId="LiveId" clId="{1529CEB6-ABA1-4C8D-A49A-9D7E8DF54A7E}" dt="2020-08-01T22:32:07.779" v="131" actId="22"/>
          <ac:spMkLst>
            <pc:docMk/>
            <pc:sldMk cId="4092560649" sldId="274"/>
            <ac:spMk id="4" creationId="{FC8DF830-8EF0-46BA-8BD0-4827B9BAA6F3}"/>
          </ac:spMkLst>
        </pc:spChg>
      </pc:sldChg>
      <pc:sldChg chg="addSp modSp mod setBg">
        <pc:chgData name="wilmar cañon" userId="7918cb078fdc7ad0" providerId="LiveId" clId="{1529CEB6-ABA1-4C8D-A49A-9D7E8DF54A7E}" dt="2020-08-01T22:32:09.418" v="132" actId="22"/>
        <pc:sldMkLst>
          <pc:docMk/>
          <pc:sldMk cId="3212441348" sldId="275"/>
        </pc:sldMkLst>
        <pc:spChg chg="mod">
          <ac:chgData name="wilmar cañon" userId="7918cb078fdc7ad0" providerId="LiveId" clId="{1529CEB6-ABA1-4C8D-A49A-9D7E8DF54A7E}" dt="2020-08-01T22:30:34.530" v="106" actId="20577"/>
          <ac:spMkLst>
            <pc:docMk/>
            <pc:sldMk cId="3212441348" sldId="275"/>
            <ac:spMk id="2" creationId="{00000000-0000-0000-0000-000000000000}"/>
          </ac:spMkLst>
        </pc:spChg>
        <pc:spChg chg="add">
          <ac:chgData name="wilmar cañon" userId="7918cb078fdc7ad0" providerId="LiveId" clId="{1529CEB6-ABA1-4C8D-A49A-9D7E8DF54A7E}" dt="2020-08-01T22:32:09.418" v="132" actId="22"/>
          <ac:spMkLst>
            <pc:docMk/>
            <pc:sldMk cId="3212441348" sldId="275"/>
            <ac:spMk id="4" creationId="{D5D4F9E4-FC49-4EED-828A-366CEF14E489}"/>
          </ac:spMkLst>
        </pc:spChg>
      </pc:sldChg>
      <pc:sldChg chg="addSp modSp mod setBg">
        <pc:chgData name="wilmar cañon" userId="7918cb078fdc7ad0" providerId="LiveId" clId="{1529CEB6-ABA1-4C8D-A49A-9D7E8DF54A7E}" dt="2020-08-01T22:32:11.247" v="133" actId="22"/>
        <pc:sldMkLst>
          <pc:docMk/>
          <pc:sldMk cId="2722945176" sldId="276"/>
        </pc:sldMkLst>
        <pc:spChg chg="mod">
          <ac:chgData name="wilmar cañon" userId="7918cb078fdc7ad0" providerId="LiveId" clId="{1529CEB6-ABA1-4C8D-A49A-9D7E8DF54A7E}" dt="2020-08-01T22:31:44.352" v="128" actId="2711"/>
          <ac:spMkLst>
            <pc:docMk/>
            <pc:sldMk cId="2722945176" sldId="276"/>
            <ac:spMk id="2" creationId="{00000000-0000-0000-0000-000000000000}"/>
          </ac:spMkLst>
        </pc:spChg>
        <pc:spChg chg="add">
          <ac:chgData name="wilmar cañon" userId="7918cb078fdc7ad0" providerId="LiveId" clId="{1529CEB6-ABA1-4C8D-A49A-9D7E8DF54A7E}" dt="2020-08-01T22:32:11.247" v="133" actId="22"/>
          <ac:spMkLst>
            <pc:docMk/>
            <pc:sldMk cId="2722945176" sldId="276"/>
            <ac:spMk id="4" creationId="{561FB4F5-0487-4F7E-BEF3-E8E8B1E2C70B}"/>
          </ac:spMkLst>
        </pc:spChg>
      </pc:sldChg>
      <pc:sldChg chg="addSp modSp mod setBg">
        <pc:chgData name="wilmar cañon" userId="7918cb078fdc7ad0" providerId="LiveId" clId="{1529CEB6-ABA1-4C8D-A49A-9D7E8DF54A7E}" dt="2020-08-01T22:32:12.172" v="134" actId="22"/>
        <pc:sldMkLst>
          <pc:docMk/>
          <pc:sldMk cId="194229001" sldId="277"/>
        </pc:sldMkLst>
        <pc:spChg chg="mod">
          <ac:chgData name="wilmar cañon" userId="7918cb078fdc7ad0" providerId="LiveId" clId="{1529CEB6-ABA1-4C8D-A49A-9D7E8DF54A7E}" dt="2020-08-01T22:31:39.537" v="127" actId="2711"/>
          <ac:spMkLst>
            <pc:docMk/>
            <pc:sldMk cId="194229001" sldId="277"/>
            <ac:spMk id="2" creationId="{00000000-0000-0000-0000-000000000000}"/>
          </ac:spMkLst>
        </pc:spChg>
        <pc:spChg chg="add">
          <ac:chgData name="wilmar cañon" userId="7918cb078fdc7ad0" providerId="LiveId" clId="{1529CEB6-ABA1-4C8D-A49A-9D7E8DF54A7E}" dt="2020-08-01T22:32:12.172" v="134" actId="22"/>
          <ac:spMkLst>
            <pc:docMk/>
            <pc:sldMk cId="194229001" sldId="277"/>
            <ac:spMk id="4" creationId="{C249349B-4554-41F1-BA79-340ABDFC3A73}"/>
          </ac:spMkLst>
        </pc:spChg>
      </pc:sldChg>
      <pc:sldChg chg="addSp modSp mod setBg">
        <pc:chgData name="wilmar cañon" userId="7918cb078fdc7ad0" providerId="LiveId" clId="{1529CEB6-ABA1-4C8D-A49A-9D7E8DF54A7E}" dt="2020-08-01T22:32:42.977" v="145"/>
        <pc:sldMkLst>
          <pc:docMk/>
          <pc:sldMk cId="620308892" sldId="278"/>
        </pc:sldMkLst>
        <pc:spChg chg="mod">
          <ac:chgData name="wilmar cañon" userId="7918cb078fdc7ad0" providerId="LiveId" clId="{1529CEB6-ABA1-4C8D-A49A-9D7E8DF54A7E}" dt="2020-08-01T22:32:42.977" v="145"/>
          <ac:spMkLst>
            <pc:docMk/>
            <pc:sldMk cId="620308892" sldId="278"/>
            <ac:spMk id="2" creationId="{00000000-0000-0000-0000-000000000000}"/>
          </ac:spMkLst>
        </pc:spChg>
        <pc:spChg chg="add">
          <ac:chgData name="wilmar cañon" userId="7918cb078fdc7ad0" providerId="LiveId" clId="{1529CEB6-ABA1-4C8D-A49A-9D7E8DF54A7E}" dt="2020-08-01T22:32:13.871" v="135" actId="22"/>
          <ac:spMkLst>
            <pc:docMk/>
            <pc:sldMk cId="620308892" sldId="278"/>
            <ac:spMk id="4" creationId="{BC9C9671-11C8-4CBC-965B-C362D600902A}"/>
          </ac:spMkLst>
        </pc:spChg>
      </pc:sldChg>
      <pc:sldChg chg="addSp modSp mod setBg">
        <pc:chgData name="wilmar cañon" userId="7918cb078fdc7ad0" providerId="LiveId" clId="{1529CEB6-ABA1-4C8D-A49A-9D7E8DF54A7E}" dt="2020-08-01T22:33:06.995" v="153"/>
        <pc:sldMkLst>
          <pc:docMk/>
          <pc:sldMk cId="4100872343" sldId="279"/>
        </pc:sldMkLst>
        <pc:spChg chg="mod">
          <ac:chgData name="wilmar cañon" userId="7918cb078fdc7ad0" providerId="LiveId" clId="{1529CEB6-ABA1-4C8D-A49A-9D7E8DF54A7E}" dt="2020-08-01T22:33:06.995" v="153"/>
          <ac:spMkLst>
            <pc:docMk/>
            <pc:sldMk cId="4100872343" sldId="279"/>
            <ac:spMk id="2" creationId="{00000000-0000-0000-0000-000000000000}"/>
          </ac:spMkLst>
        </pc:spChg>
        <pc:spChg chg="add">
          <ac:chgData name="wilmar cañon" userId="7918cb078fdc7ad0" providerId="LiveId" clId="{1529CEB6-ABA1-4C8D-A49A-9D7E8DF54A7E}" dt="2020-08-01T22:32:14.764" v="136" actId="22"/>
          <ac:spMkLst>
            <pc:docMk/>
            <pc:sldMk cId="4100872343" sldId="279"/>
            <ac:spMk id="4" creationId="{C63D22ED-CA43-4071-8050-CDAD6332C542}"/>
          </ac:spMkLst>
        </pc:spChg>
      </pc:sldChg>
      <pc:sldChg chg="addSp modSp mod setBg">
        <pc:chgData name="wilmar cañon" userId="7918cb078fdc7ad0" providerId="LiveId" clId="{1529CEB6-ABA1-4C8D-A49A-9D7E8DF54A7E}" dt="2020-08-01T22:33:21.607" v="160" actId="1076"/>
        <pc:sldMkLst>
          <pc:docMk/>
          <pc:sldMk cId="4248587298" sldId="280"/>
        </pc:sldMkLst>
        <pc:spChg chg="mod">
          <ac:chgData name="wilmar cañon" userId="7918cb078fdc7ad0" providerId="LiveId" clId="{1529CEB6-ABA1-4C8D-A49A-9D7E8DF54A7E}" dt="2020-08-01T22:33:21.607" v="160" actId="1076"/>
          <ac:spMkLst>
            <pc:docMk/>
            <pc:sldMk cId="4248587298" sldId="280"/>
            <ac:spMk id="2" creationId="{00000000-0000-0000-0000-000000000000}"/>
          </ac:spMkLst>
        </pc:spChg>
        <pc:spChg chg="add">
          <ac:chgData name="wilmar cañon" userId="7918cb078fdc7ad0" providerId="LiveId" clId="{1529CEB6-ABA1-4C8D-A49A-9D7E8DF54A7E}" dt="2020-08-01T22:32:16.071" v="137" actId="22"/>
          <ac:spMkLst>
            <pc:docMk/>
            <pc:sldMk cId="4248587298" sldId="280"/>
            <ac:spMk id="4" creationId="{41FD12C4-919F-4C45-A334-EA09174681B8}"/>
          </ac:spMkLst>
        </pc:spChg>
      </pc:sldChg>
      <pc:sldChg chg="addSp modSp mod setBg">
        <pc:chgData name="wilmar cañon" userId="7918cb078fdc7ad0" providerId="LiveId" clId="{1529CEB6-ABA1-4C8D-A49A-9D7E8DF54A7E}" dt="2020-08-01T22:33:43.263" v="167" actId="1076"/>
        <pc:sldMkLst>
          <pc:docMk/>
          <pc:sldMk cId="2258747023" sldId="281"/>
        </pc:sldMkLst>
        <pc:spChg chg="mod">
          <ac:chgData name="wilmar cañon" userId="7918cb078fdc7ad0" providerId="LiveId" clId="{1529CEB6-ABA1-4C8D-A49A-9D7E8DF54A7E}" dt="2020-08-01T22:33:43.263" v="167" actId="1076"/>
          <ac:spMkLst>
            <pc:docMk/>
            <pc:sldMk cId="2258747023" sldId="281"/>
            <ac:spMk id="2" creationId="{00000000-0000-0000-0000-000000000000}"/>
          </ac:spMkLst>
        </pc:spChg>
        <pc:spChg chg="add">
          <ac:chgData name="wilmar cañon" userId="7918cb078fdc7ad0" providerId="LiveId" clId="{1529CEB6-ABA1-4C8D-A49A-9D7E8DF54A7E}" dt="2020-08-01T22:32:16.917" v="138" actId="22"/>
          <ac:spMkLst>
            <pc:docMk/>
            <pc:sldMk cId="2258747023" sldId="281"/>
            <ac:spMk id="4" creationId="{8241C7FD-D515-42F8-9014-9F4B13D522C7}"/>
          </ac:spMkLst>
        </pc:spChg>
      </pc:sldChg>
      <pc:sldChg chg="addSp modSp mod setBg">
        <pc:chgData name="wilmar cañon" userId="7918cb078fdc7ad0" providerId="LiveId" clId="{1529CEB6-ABA1-4C8D-A49A-9D7E8DF54A7E}" dt="2020-08-01T22:33:54.303" v="173" actId="1076"/>
        <pc:sldMkLst>
          <pc:docMk/>
          <pc:sldMk cId="1163523148" sldId="282"/>
        </pc:sldMkLst>
        <pc:spChg chg="mod">
          <ac:chgData name="wilmar cañon" userId="7918cb078fdc7ad0" providerId="LiveId" clId="{1529CEB6-ABA1-4C8D-A49A-9D7E8DF54A7E}" dt="2020-08-01T22:33:54.303" v="173" actId="1076"/>
          <ac:spMkLst>
            <pc:docMk/>
            <pc:sldMk cId="1163523148" sldId="282"/>
            <ac:spMk id="2" creationId="{00000000-0000-0000-0000-000000000000}"/>
          </ac:spMkLst>
        </pc:spChg>
        <pc:spChg chg="add">
          <ac:chgData name="wilmar cañon" userId="7918cb078fdc7ad0" providerId="LiveId" clId="{1529CEB6-ABA1-4C8D-A49A-9D7E8DF54A7E}" dt="2020-08-01T22:32:18.158" v="139" actId="22"/>
          <ac:spMkLst>
            <pc:docMk/>
            <pc:sldMk cId="1163523148" sldId="282"/>
            <ac:spMk id="4" creationId="{BB82D51C-883B-4A7D-9A14-3D4E606B8538}"/>
          </ac:spMkLst>
        </pc:spChg>
      </pc:sldChg>
      <pc:sldChg chg="addSp del mod setBg">
        <pc:chgData name="wilmar cañon" userId="7918cb078fdc7ad0" providerId="LiveId" clId="{1529CEB6-ABA1-4C8D-A49A-9D7E8DF54A7E}" dt="2020-08-01T22:34:04.013" v="175" actId="47"/>
        <pc:sldMkLst>
          <pc:docMk/>
          <pc:sldMk cId="2953133843" sldId="283"/>
        </pc:sldMkLst>
        <pc:spChg chg="add">
          <ac:chgData name="wilmar cañon" userId="7918cb078fdc7ad0" providerId="LiveId" clId="{1529CEB6-ABA1-4C8D-A49A-9D7E8DF54A7E}" dt="2020-08-01T22:32:19.039" v="140" actId="22"/>
          <ac:spMkLst>
            <pc:docMk/>
            <pc:sldMk cId="2953133843" sldId="283"/>
            <ac:spMk id="4" creationId="{69899A72-35C8-4360-9EA8-C463AC918EF9}"/>
          </ac:spMkLst>
        </pc:spChg>
      </pc:sldChg>
      <pc:sldChg chg="addSp del mod setBg">
        <pc:chgData name="wilmar cañon" userId="7918cb078fdc7ad0" providerId="LiveId" clId="{1529CEB6-ABA1-4C8D-A49A-9D7E8DF54A7E}" dt="2020-08-01T22:34:12.201" v="177" actId="47"/>
        <pc:sldMkLst>
          <pc:docMk/>
          <pc:sldMk cId="1829978814" sldId="284"/>
        </pc:sldMkLst>
        <pc:spChg chg="add">
          <ac:chgData name="wilmar cañon" userId="7918cb078fdc7ad0" providerId="LiveId" clId="{1529CEB6-ABA1-4C8D-A49A-9D7E8DF54A7E}" dt="2020-08-01T22:32:19.869" v="141" actId="22"/>
          <ac:spMkLst>
            <pc:docMk/>
            <pc:sldMk cId="1829978814" sldId="284"/>
            <ac:spMk id="4" creationId="{F47D546D-0FA1-4ECD-8350-93D8CECB609E}"/>
          </ac:spMkLst>
        </pc:spChg>
      </pc:sldChg>
      <pc:sldChg chg="addSp del mod setBg">
        <pc:chgData name="wilmar cañon" userId="7918cb078fdc7ad0" providerId="LiveId" clId="{1529CEB6-ABA1-4C8D-A49A-9D7E8DF54A7E}" dt="2020-08-01T22:34:17.851" v="179" actId="47"/>
        <pc:sldMkLst>
          <pc:docMk/>
          <pc:sldMk cId="370187930" sldId="285"/>
        </pc:sldMkLst>
        <pc:spChg chg="add">
          <ac:chgData name="wilmar cañon" userId="7918cb078fdc7ad0" providerId="LiveId" clId="{1529CEB6-ABA1-4C8D-A49A-9D7E8DF54A7E}" dt="2020-08-01T22:32:20.942" v="142" actId="22"/>
          <ac:spMkLst>
            <pc:docMk/>
            <pc:sldMk cId="370187930" sldId="285"/>
            <ac:spMk id="4" creationId="{BB7820FC-BF69-4C1F-A641-A83A0802DFAC}"/>
          </ac:spMkLst>
        </pc:spChg>
      </pc:sldChg>
      <pc:sldChg chg="addSp del mod setBg">
        <pc:chgData name="wilmar cañon" userId="7918cb078fdc7ad0" providerId="LiveId" clId="{1529CEB6-ABA1-4C8D-A49A-9D7E8DF54A7E}" dt="2020-08-01T22:34:22.687" v="181" actId="47"/>
        <pc:sldMkLst>
          <pc:docMk/>
          <pc:sldMk cId="706505333" sldId="286"/>
        </pc:sldMkLst>
        <pc:spChg chg="add">
          <ac:chgData name="wilmar cañon" userId="7918cb078fdc7ad0" providerId="LiveId" clId="{1529CEB6-ABA1-4C8D-A49A-9D7E8DF54A7E}" dt="2020-08-01T22:32:22.915" v="143" actId="22"/>
          <ac:spMkLst>
            <pc:docMk/>
            <pc:sldMk cId="706505333" sldId="286"/>
            <ac:spMk id="4" creationId="{CC4685EE-2FFD-4614-A97C-A38DCE6BA191}"/>
          </ac:spMkLst>
        </pc:spChg>
      </pc:sldChg>
      <pc:sldChg chg="add">
        <pc:chgData name="wilmar cañon" userId="7918cb078fdc7ad0" providerId="LiveId" clId="{1529CEB6-ABA1-4C8D-A49A-9D7E8DF54A7E}" dt="2020-08-01T22:34:01.936" v="174"/>
        <pc:sldMkLst>
          <pc:docMk/>
          <pc:sldMk cId="432162924" sldId="287"/>
        </pc:sldMkLst>
      </pc:sldChg>
      <pc:sldChg chg="add">
        <pc:chgData name="wilmar cañon" userId="7918cb078fdc7ad0" providerId="LiveId" clId="{1529CEB6-ABA1-4C8D-A49A-9D7E8DF54A7E}" dt="2020-08-01T22:34:10.336" v="176"/>
        <pc:sldMkLst>
          <pc:docMk/>
          <pc:sldMk cId="3910051355" sldId="288"/>
        </pc:sldMkLst>
      </pc:sldChg>
      <pc:sldChg chg="add">
        <pc:chgData name="wilmar cañon" userId="7918cb078fdc7ad0" providerId="LiveId" clId="{1529CEB6-ABA1-4C8D-A49A-9D7E8DF54A7E}" dt="2020-08-01T22:34:16.065" v="178"/>
        <pc:sldMkLst>
          <pc:docMk/>
          <pc:sldMk cId="1875293397" sldId="289"/>
        </pc:sldMkLst>
      </pc:sldChg>
      <pc:sldChg chg="add">
        <pc:chgData name="wilmar cañon" userId="7918cb078fdc7ad0" providerId="LiveId" clId="{1529CEB6-ABA1-4C8D-A49A-9D7E8DF54A7E}" dt="2020-08-01T22:34:20.724" v="180"/>
        <pc:sldMkLst>
          <pc:docMk/>
          <pc:sldMk cId="38484797" sldId="290"/>
        </pc:sldMkLst>
      </pc:sldChg>
      <pc:sldMasterChg chg="setBg modSldLayout">
        <pc:chgData name="wilmar cañon" userId="7918cb078fdc7ad0" providerId="LiveId" clId="{1529CEB6-ABA1-4C8D-A49A-9D7E8DF54A7E}" dt="2020-08-01T22:27:13.218" v="0"/>
        <pc:sldMasterMkLst>
          <pc:docMk/>
          <pc:sldMasterMk cId="2115261186" sldId="2147483660"/>
        </pc:sldMasterMkLst>
        <pc:sldLayoutChg chg="setBg">
          <pc:chgData name="wilmar cañon" userId="7918cb078fdc7ad0" providerId="LiveId" clId="{1529CEB6-ABA1-4C8D-A49A-9D7E8DF54A7E}" dt="2020-08-01T22:27:13.218" v="0"/>
          <pc:sldLayoutMkLst>
            <pc:docMk/>
            <pc:sldMasterMk cId="2115261186" sldId="2147483660"/>
            <pc:sldLayoutMk cId="2216050622" sldId="2147483661"/>
          </pc:sldLayoutMkLst>
        </pc:sldLayoutChg>
        <pc:sldLayoutChg chg="setBg">
          <pc:chgData name="wilmar cañon" userId="7918cb078fdc7ad0" providerId="LiveId" clId="{1529CEB6-ABA1-4C8D-A49A-9D7E8DF54A7E}" dt="2020-08-01T22:27:13.218" v="0"/>
          <pc:sldLayoutMkLst>
            <pc:docMk/>
            <pc:sldMasterMk cId="2115261186" sldId="2147483660"/>
            <pc:sldLayoutMk cId="1878105434" sldId="2147483662"/>
          </pc:sldLayoutMkLst>
        </pc:sldLayoutChg>
        <pc:sldLayoutChg chg="setBg">
          <pc:chgData name="wilmar cañon" userId="7918cb078fdc7ad0" providerId="LiveId" clId="{1529CEB6-ABA1-4C8D-A49A-9D7E8DF54A7E}" dt="2020-08-01T22:27:13.218" v="0"/>
          <pc:sldLayoutMkLst>
            <pc:docMk/>
            <pc:sldMasterMk cId="2115261186" sldId="2147483660"/>
            <pc:sldLayoutMk cId="833013905" sldId="2147483663"/>
          </pc:sldLayoutMkLst>
        </pc:sldLayoutChg>
        <pc:sldLayoutChg chg="setBg">
          <pc:chgData name="wilmar cañon" userId="7918cb078fdc7ad0" providerId="LiveId" clId="{1529CEB6-ABA1-4C8D-A49A-9D7E8DF54A7E}" dt="2020-08-01T22:27:13.218" v="0"/>
          <pc:sldLayoutMkLst>
            <pc:docMk/>
            <pc:sldMasterMk cId="2115261186" sldId="2147483660"/>
            <pc:sldLayoutMk cId="1012960729" sldId="2147483664"/>
          </pc:sldLayoutMkLst>
        </pc:sldLayoutChg>
        <pc:sldLayoutChg chg="setBg">
          <pc:chgData name="wilmar cañon" userId="7918cb078fdc7ad0" providerId="LiveId" clId="{1529CEB6-ABA1-4C8D-A49A-9D7E8DF54A7E}" dt="2020-08-01T22:27:13.218" v="0"/>
          <pc:sldLayoutMkLst>
            <pc:docMk/>
            <pc:sldMasterMk cId="2115261186" sldId="2147483660"/>
            <pc:sldLayoutMk cId="3979338921" sldId="2147483665"/>
          </pc:sldLayoutMkLst>
        </pc:sldLayoutChg>
        <pc:sldLayoutChg chg="setBg">
          <pc:chgData name="wilmar cañon" userId="7918cb078fdc7ad0" providerId="LiveId" clId="{1529CEB6-ABA1-4C8D-A49A-9D7E8DF54A7E}" dt="2020-08-01T22:27:13.218" v="0"/>
          <pc:sldLayoutMkLst>
            <pc:docMk/>
            <pc:sldMasterMk cId="2115261186" sldId="2147483660"/>
            <pc:sldLayoutMk cId="1920598546" sldId="2147483666"/>
          </pc:sldLayoutMkLst>
        </pc:sldLayoutChg>
        <pc:sldLayoutChg chg="setBg">
          <pc:chgData name="wilmar cañon" userId="7918cb078fdc7ad0" providerId="LiveId" clId="{1529CEB6-ABA1-4C8D-A49A-9D7E8DF54A7E}" dt="2020-08-01T22:27:13.218" v="0"/>
          <pc:sldLayoutMkLst>
            <pc:docMk/>
            <pc:sldMasterMk cId="2115261186" sldId="2147483660"/>
            <pc:sldLayoutMk cId="2654088950" sldId="2147483667"/>
          </pc:sldLayoutMkLst>
        </pc:sldLayoutChg>
        <pc:sldLayoutChg chg="setBg">
          <pc:chgData name="wilmar cañon" userId="7918cb078fdc7ad0" providerId="LiveId" clId="{1529CEB6-ABA1-4C8D-A49A-9D7E8DF54A7E}" dt="2020-08-01T22:27:13.218" v="0"/>
          <pc:sldLayoutMkLst>
            <pc:docMk/>
            <pc:sldMasterMk cId="2115261186" sldId="2147483660"/>
            <pc:sldLayoutMk cId="3741356714" sldId="2147483668"/>
          </pc:sldLayoutMkLst>
        </pc:sldLayoutChg>
        <pc:sldLayoutChg chg="setBg">
          <pc:chgData name="wilmar cañon" userId="7918cb078fdc7ad0" providerId="LiveId" clId="{1529CEB6-ABA1-4C8D-A49A-9D7E8DF54A7E}" dt="2020-08-01T22:27:13.218" v="0"/>
          <pc:sldLayoutMkLst>
            <pc:docMk/>
            <pc:sldMasterMk cId="2115261186" sldId="2147483660"/>
            <pc:sldLayoutMk cId="516996225" sldId="2147483669"/>
          </pc:sldLayoutMkLst>
        </pc:sldLayoutChg>
        <pc:sldLayoutChg chg="setBg">
          <pc:chgData name="wilmar cañon" userId="7918cb078fdc7ad0" providerId="LiveId" clId="{1529CEB6-ABA1-4C8D-A49A-9D7E8DF54A7E}" dt="2020-08-01T22:27:13.218" v="0"/>
          <pc:sldLayoutMkLst>
            <pc:docMk/>
            <pc:sldMasterMk cId="2115261186" sldId="2147483660"/>
            <pc:sldLayoutMk cId="3485755113" sldId="2147483670"/>
          </pc:sldLayoutMkLst>
        </pc:sldLayoutChg>
        <pc:sldLayoutChg chg="setBg">
          <pc:chgData name="wilmar cañon" userId="7918cb078fdc7ad0" providerId="LiveId" clId="{1529CEB6-ABA1-4C8D-A49A-9D7E8DF54A7E}" dt="2020-08-01T22:27:13.218" v="0"/>
          <pc:sldLayoutMkLst>
            <pc:docMk/>
            <pc:sldMasterMk cId="2115261186" sldId="2147483660"/>
            <pc:sldLayoutMk cId="3964536317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C79D-B0EB-462A-A375-68E9A68371E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9411-09D8-402D-A004-AD1C7B696DE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6050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C79D-B0EB-462A-A375-68E9A68371E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9411-09D8-402D-A004-AD1C7B696DE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105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C79D-B0EB-462A-A375-68E9A68371E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9411-09D8-402D-A004-AD1C7B696DE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3013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C79D-B0EB-462A-A375-68E9A68371E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9411-09D8-402D-A004-AD1C7B696DE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960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C79D-B0EB-462A-A375-68E9A68371E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9411-09D8-402D-A004-AD1C7B696DE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9338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C79D-B0EB-462A-A375-68E9A68371E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9411-09D8-402D-A004-AD1C7B696DE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598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C79D-B0EB-462A-A375-68E9A68371E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9411-09D8-402D-A004-AD1C7B696DE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4088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C79D-B0EB-462A-A375-68E9A68371E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9411-09D8-402D-A004-AD1C7B696DE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1356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C79D-B0EB-462A-A375-68E9A68371E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9411-09D8-402D-A004-AD1C7B696DE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996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C79D-B0EB-462A-A375-68E9A68371E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9411-09D8-402D-A004-AD1C7B696DE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5755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C79D-B0EB-462A-A375-68E9A68371E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9411-09D8-402D-A004-AD1C7B696DE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4536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93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A1C79D-B0EB-462A-A375-68E9A68371E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19411-09D8-402D-A004-AD1C7B696DE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5261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643254" y="1538790"/>
            <a:ext cx="7857492" cy="3024336"/>
          </a:xfrm>
        </p:spPr>
        <p:txBody>
          <a:bodyPr>
            <a:normAutofit fontScale="92500" lnSpcReduction="10000"/>
          </a:bodyPr>
          <a:lstStyle/>
          <a:p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 compraste </a:t>
            </a:r>
          </a:p>
          <a:p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 la CRUZ con tu SANGRE</a:t>
            </a:r>
          </a:p>
        </p:txBody>
      </p:sp>
      <p:sp>
        <p:nvSpPr>
          <p:cNvPr id="4" name="3 Rectángulo"/>
          <p:cNvSpPr/>
          <p:nvPr/>
        </p:nvSpPr>
        <p:spPr>
          <a:xfrm>
            <a:off x="3707904" y="188640"/>
            <a:ext cx="5103186" cy="56169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r"/>
            <a:r>
              <a:rPr lang="es-ES" sz="32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TU GRACIA EN MÍ</a:t>
            </a:r>
          </a:p>
        </p:txBody>
      </p:sp>
    </p:spTree>
    <p:extLst>
      <p:ext uri="{BB962C8B-B14F-4D97-AF65-F5344CB8AC3E}">
        <p14:creationId xmlns:p14="http://schemas.microsoft.com/office/powerpoint/2010/main" val="439938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143000" y="1538790"/>
            <a:ext cx="6858000" cy="3024336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 TU MUERTE</a:t>
            </a:r>
          </a:p>
          <a:p>
            <a:pPr marL="0" indent="0" algn="ctr">
              <a:buNone/>
            </a:pP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demostraste el AMOR</a:t>
            </a:r>
          </a:p>
        </p:txBody>
      </p:sp>
      <p:sp>
        <p:nvSpPr>
          <p:cNvPr id="4" name="3 Rectángulo">
            <a:extLst>
              <a:ext uri="{FF2B5EF4-FFF2-40B4-BE49-F238E27FC236}">
                <a16:creationId xmlns:a16="http://schemas.microsoft.com/office/drawing/2014/main" id="{9344F0CD-69AE-47C9-846A-18ED3A8D8D82}"/>
              </a:ext>
            </a:extLst>
          </p:cNvPr>
          <p:cNvSpPr/>
          <p:nvPr/>
        </p:nvSpPr>
        <p:spPr>
          <a:xfrm>
            <a:off x="3707904" y="188640"/>
            <a:ext cx="5103186" cy="56169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r"/>
            <a:r>
              <a:rPr lang="es-ES" sz="32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TU GRACIA EN MÍ</a:t>
            </a:r>
          </a:p>
        </p:txBody>
      </p:sp>
    </p:spTree>
    <p:extLst>
      <p:ext uri="{BB962C8B-B14F-4D97-AF65-F5344CB8AC3E}">
        <p14:creationId xmlns:p14="http://schemas.microsoft.com/office/powerpoint/2010/main" val="3703978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30932" y="1484784"/>
            <a:ext cx="8082136" cy="302433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Perdonaste </a:t>
            </a:r>
          </a:p>
          <a:p>
            <a:pPr marL="0" indent="0" algn="ctr">
              <a:buNone/>
            </a:pP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mis pecados SEÑOR</a:t>
            </a:r>
          </a:p>
        </p:txBody>
      </p:sp>
      <p:sp>
        <p:nvSpPr>
          <p:cNvPr id="4" name="3 Rectángulo">
            <a:extLst>
              <a:ext uri="{FF2B5EF4-FFF2-40B4-BE49-F238E27FC236}">
                <a16:creationId xmlns:a16="http://schemas.microsoft.com/office/drawing/2014/main" id="{A824EE13-EC49-4845-8E77-B66A63516493}"/>
              </a:ext>
            </a:extLst>
          </p:cNvPr>
          <p:cNvSpPr/>
          <p:nvPr/>
        </p:nvSpPr>
        <p:spPr>
          <a:xfrm>
            <a:off x="3707904" y="188640"/>
            <a:ext cx="5103186" cy="56169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r"/>
            <a:r>
              <a:rPr lang="es-ES" sz="32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TU GRACIA EN MÍ</a:t>
            </a:r>
          </a:p>
        </p:txBody>
      </p:sp>
    </p:spTree>
    <p:extLst>
      <p:ext uri="{BB962C8B-B14F-4D97-AF65-F5344CB8AC3E}">
        <p14:creationId xmlns:p14="http://schemas.microsoft.com/office/powerpoint/2010/main" val="4092560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043608" y="1484784"/>
            <a:ext cx="7132259" cy="3024336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Agradezco</a:t>
            </a:r>
          </a:p>
          <a:p>
            <a:pPr marL="0" indent="0" algn="ctr">
              <a:buNone/>
            </a:pP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 VIDA que me has dado</a:t>
            </a:r>
          </a:p>
        </p:txBody>
      </p:sp>
      <p:sp>
        <p:nvSpPr>
          <p:cNvPr id="4" name="3 Rectángulo">
            <a:extLst>
              <a:ext uri="{FF2B5EF4-FFF2-40B4-BE49-F238E27FC236}">
                <a16:creationId xmlns:a16="http://schemas.microsoft.com/office/drawing/2014/main" id="{89D758A7-58F2-42B1-8D80-13E678542245}"/>
              </a:ext>
            </a:extLst>
          </p:cNvPr>
          <p:cNvSpPr/>
          <p:nvPr/>
        </p:nvSpPr>
        <p:spPr>
          <a:xfrm>
            <a:off x="3707904" y="188640"/>
            <a:ext cx="5103186" cy="56169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r"/>
            <a:r>
              <a:rPr lang="es-ES" sz="32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TU GRACIA EN MÍ</a:t>
            </a:r>
          </a:p>
        </p:txBody>
      </p:sp>
    </p:spTree>
    <p:extLst>
      <p:ext uri="{BB962C8B-B14F-4D97-AF65-F5344CB8AC3E}">
        <p14:creationId xmlns:p14="http://schemas.microsoft.com/office/powerpoint/2010/main" val="3212441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32148" y="1484784"/>
            <a:ext cx="8478942" cy="3024336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Una vida</a:t>
            </a:r>
          </a:p>
          <a:p>
            <a:pPr marL="0" indent="0" algn="ctr">
              <a:buNone/>
            </a:pP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INCOMPARABLE </a:t>
            </a:r>
          </a:p>
          <a:p>
            <a:pPr marL="0" indent="0" algn="ctr">
              <a:buNone/>
            </a:pP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 TU LADO</a:t>
            </a:r>
          </a:p>
        </p:txBody>
      </p:sp>
      <p:sp>
        <p:nvSpPr>
          <p:cNvPr id="4" name="3 Rectángulo">
            <a:extLst>
              <a:ext uri="{FF2B5EF4-FFF2-40B4-BE49-F238E27FC236}">
                <a16:creationId xmlns:a16="http://schemas.microsoft.com/office/drawing/2014/main" id="{472274B9-6B96-496B-864F-73ED10919441}"/>
              </a:ext>
            </a:extLst>
          </p:cNvPr>
          <p:cNvSpPr/>
          <p:nvPr/>
        </p:nvSpPr>
        <p:spPr>
          <a:xfrm>
            <a:off x="3707904" y="188640"/>
            <a:ext cx="5103186" cy="56169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r"/>
            <a:r>
              <a:rPr lang="es-ES" sz="32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TU GRACIA EN MÍ</a:t>
            </a:r>
          </a:p>
        </p:txBody>
      </p:sp>
    </p:spTree>
    <p:extLst>
      <p:ext uri="{BB962C8B-B14F-4D97-AF65-F5344CB8AC3E}">
        <p14:creationId xmlns:p14="http://schemas.microsoft.com/office/powerpoint/2010/main" val="2722945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98757" y="1484784"/>
            <a:ext cx="8946486" cy="3024336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 haber</a:t>
            </a:r>
          </a:p>
          <a:p>
            <a:pPr marL="0" indent="0" algn="ctr">
              <a:buNone/>
            </a:pP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atendido a tu llamado</a:t>
            </a:r>
          </a:p>
        </p:txBody>
      </p:sp>
      <p:sp>
        <p:nvSpPr>
          <p:cNvPr id="4" name="3 Rectángulo">
            <a:extLst>
              <a:ext uri="{FF2B5EF4-FFF2-40B4-BE49-F238E27FC236}">
                <a16:creationId xmlns:a16="http://schemas.microsoft.com/office/drawing/2014/main" id="{9A632140-76AA-429D-945E-20982D421BEA}"/>
              </a:ext>
            </a:extLst>
          </p:cNvPr>
          <p:cNvSpPr/>
          <p:nvPr/>
        </p:nvSpPr>
        <p:spPr>
          <a:xfrm>
            <a:off x="3707904" y="188640"/>
            <a:ext cx="5103186" cy="56169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r"/>
            <a:r>
              <a:rPr lang="es-ES" sz="32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TU GRACIA EN MÍ</a:t>
            </a:r>
          </a:p>
        </p:txBody>
      </p:sp>
    </p:spTree>
    <p:extLst>
      <p:ext uri="{BB962C8B-B14F-4D97-AF65-F5344CB8AC3E}">
        <p14:creationId xmlns:p14="http://schemas.microsoft.com/office/powerpoint/2010/main" val="194229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94737" y="1772816"/>
            <a:ext cx="8154525" cy="302433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 contemplar tu SANTIDAD</a:t>
            </a:r>
          </a:p>
        </p:txBody>
      </p:sp>
      <p:sp>
        <p:nvSpPr>
          <p:cNvPr id="4" name="3 Rectángulo">
            <a:extLst>
              <a:ext uri="{FF2B5EF4-FFF2-40B4-BE49-F238E27FC236}">
                <a16:creationId xmlns:a16="http://schemas.microsoft.com/office/drawing/2014/main" id="{A4E8F341-6CC1-4825-A693-D4F4EF5E846F}"/>
              </a:ext>
            </a:extLst>
          </p:cNvPr>
          <p:cNvSpPr/>
          <p:nvPr/>
        </p:nvSpPr>
        <p:spPr>
          <a:xfrm>
            <a:off x="3707904" y="188640"/>
            <a:ext cx="5103186" cy="56169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r"/>
            <a:r>
              <a:rPr lang="es-ES" sz="32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TU GRACIA EN MÍ</a:t>
            </a:r>
          </a:p>
        </p:txBody>
      </p:sp>
    </p:spTree>
    <p:extLst>
      <p:ext uri="{BB962C8B-B14F-4D97-AF65-F5344CB8AC3E}">
        <p14:creationId xmlns:p14="http://schemas.microsoft.com/office/powerpoint/2010/main" val="620308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94737" y="1772816"/>
            <a:ext cx="8154525" cy="302433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meditar en tu MAJESTAD</a:t>
            </a:r>
          </a:p>
        </p:txBody>
      </p:sp>
      <p:sp>
        <p:nvSpPr>
          <p:cNvPr id="4" name="3 Rectángulo">
            <a:extLst>
              <a:ext uri="{FF2B5EF4-FFF2-40B4-BE49-F238E27FC236}">
                <a16:creationId xmlns:a16="http://schemas.microsoft.com/office/drawing/2014/main" id="{A4E8F341-6CC1-4825-A693-D4F4EF5E846F}"/>
              </a:ext>
            </a:extLst>
          </p:cNvPr>
          <p:cNvSpPr/>
          <p:nvPr/>
        </p:nvSpPr>
        <p:spPr>
          <a:xfrm>
            <a:off x="3707904" y="188640"/>
            <a:ext cx="5103186" cy="56169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r"/>
            <a:r>
              <a:rPr lang="es-ES" sz="32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TU GRACIA EN MÍ</a:t>
            </a:r>
          </a:p>
        </p:txBody>
      </p:sp>
    </p:spTree>
    <p:extLst>
      <p:ext uri="{BB962C8B-B14F-4D97-AF65-F5344CB8AC3E}">
        <p14:creationId xmlns:p14="http://schemas.microsoft.com/office/powerpoint/2010/main" val="1116233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64577" y="1430778"/>
            <a:ext cx="7614846" cy="3024336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Puedo ver tu gracia en mí</a:t>
            </a:r>
          </a:p>
          <a:p>
            <a:pPr marL="0" indent="0" algn="ctr">
              <a:buNone/>
            </a:pP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SEÑOR JESÚS</a:t>
            </a:r>
          </a:p>
        </p:txBody>
      </p:sp>
      <p:sp>
        <p:nvSpPr>
          <p:cNvPr id="4" name="3 Rectángulo">
            <a:extLst>
              <a:ext uri="{FF2B5EF4-FFF2-40B4-BE49-F238E27FC236}">
                <a16:creationId xmlns:a16="http://schemas.microsoft.com/office/drawing/2014/main" id="{6D835D81-90D8-4207-923C-E4FA24DB031D}"/>
              </a:ext>
            </a:extLst>
          </p:cNvPr>
          <p:cNvSpPr/>
          <p:nvPr/>
        </p:nvSpPr>
        <p:spPr>
          <a:xfrm>
            <a:off x="3707904" y="188640"/>
            <a:ext cx="5103186" cy="56169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r"/>
            <a:r>
              <a:rPr lang="es-ES" sz="32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TU GRACIA EN MÍ</a:t>
            </a:r>
          </a:p>
        </p:txBody>
      </p:sp>
    </p:spTree>
    <p:extLst>
      <p:ext uri="{BB962C8B-B14F-4D97-AF65-F5344CB8AC3E}">
        <p14:creationId xmlns:p14="http://schemas.microsoft.com/office/powerpoint/2010/main" val="4100872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143000" y="1484784"/>
            <a:ext cx="6858000" cy="3024336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No temeré</a:t>
            </a:r>
          </a:p>
          <a:p>
            <a:pPr marL="0" indent="0" algn="ctr">
              <a:buNone/>
            </a:pP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Porque estás</a:t>
            </a:r>
          </a:p>
          <a:p>
            <a:pPr marL="0" indent="0" algn="ctr">
              <a:buNone/>
            </a:pP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 mi lado</a:t>
            </a:r>
          </a:p>
        </p:txBody>
      </p:sp>
      <p:sp>
        <p:nvSpPr>
          <p:cNvPr id="4" name="3 Rectángulo">
            <a:extLst>
              <a:ext uri="{FF2B5EF4-FFF2-40B4-BE49-F238E27FC236}">
                <a16:creationId xmlns:a16="http://schemas.microsoft.com/office/drawing/2014/main" id="{EDFC325B-8E8C-46FC-9E32-90461360510C}"/>
              </a:ext>
            </a:extLst>
          </p:cNvPr>
          <p:cNvSpPr/>
          <p:nvPr/>
        </p:nvSpPr>
        <p:spPr>
          <a:xfrm>
            <a:off x="3707904" y="188640"/>
            <a:ext cx="5103186" cy="56169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r"/>
            <a:r>
              <a:rPr lang="es-ES" sz="32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TU GRACIA EN MÍ</a:t>
            </a:r>
          </a:p>
        </p:txBody>
      </p:sp>
    </p:spTree>
    <p:extLst>
      <p:ext uri="{BB962C8B-B14F-4D97-AF65-F5344CB8AC3E}">
        <p14:creationId xmlns:p14="http://schemas.microsoft.com/office/powerpoint/2010/main" val="4248587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946943" y="1484784"/>
            <a:ext cx="7250115" cy="3024336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 la batalla</a:t>
            </a:r>
          </a:p>
          <a:p>
            <a:pPr marL="0" indent="0" algn="ctr">
              <a:buNone/>
            </a:pP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 sustentan tus manos</a:t>
            </a:r>
          </a:p>
        </p:txBody>
      </p:sp>
      <p:sp>
        <p:nvSpPr>
          <p:cNvPr id="4" name="3 Rectángulo">
            <a:extLst>
              <a:ext uri="{FF2B5EF4-FFF2-40B4-BE49-F238E27FC236}">
                <a16:creationId xmlns:a16="http://schemas.microsoft.com/office/drawing/2014/main" id="{943DE343-FA7B-4468-A6DB-543995F31CD5}"/>
              </a:ext>
            </a:extLst>
          </p:cNvPr>
          <p:cNvSpPr/>
          <p:nvPr/>
        </p:nvSpPr>
        <p:spPr>
          <a:xfrm>
            <a:off x="3707904" y="188640"/>
            <a:ext cx="5103186" cy="56169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r"/>
            <a:r>
              <a:rPr lang="es-ES" sz="32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TU GRACIA EN MÍ</a:t>
            </a:r>
          </a:p>
        </p:txBody>
      </p:sp>
    </p:spTree>
    <p:extLst>
      <p:ext uri="{BB962C8B-B14F-4D97-AF65-F5344CB8AC3E}">
        <p14:creationId xmlns:p14="http://schemas.microsoft.com/office/powerpoint/2010/main" val="2258747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85201" y="1556792"/>
            <a:ext cx="8373598" cy="302433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Eres mi Dios</a:t>
            </a:r>
          </a:p>
          <a:p>
            <a:pPr marL="0" indent="0" algn="ctr">
              <a:buNone/>
            </a:pP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Tuyo es mi canto</a:t>
            </a:r>
          </a:p>
        </p:txBody>
      </p:sp>
      <p:sp>
        <p:nvSpPr>
          <p:cNvPr id="4" name="3 Rectángulo">
            <a:extLst>
              <a:ext uri="{FF2B5EF4-FFF2-40B4-BE49-F238E27FC236}">
                <a16:creationId xmlns:a16="http://schemas.microsoft.com/office/drawing/2014/main" id="{935464C5-1563-49BB-960F-15FF79A1BAA4}"/>
              </a:ext>
            </a:extLst>
          </p:cNvPr>
          <p:cNvSpPr/>
          <p:nvPr/>
        </p:nvSpPr>
        <p:spPr>
          <a:xfrm>
            <a:off x="3707904" y="188640"/>
            <a:ext cx="5103186" cy="56169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r"/>
            <a:r>
              <a:rPr lang="es-ES" sz="32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TU GRACIA EN MÍ</a:t>
            </a:r>
          </a:p>
        </p:txBody>
      </p:sp>
    </p:spTree>
    <p:extLst>
      <p:ext uri="{BB962C8B-B14F-4D97-AF65-F5344CB8AC3E}">
        <p14:creationId xmlns:p14="http://schemas.microsoft.com/office/powerpoint/2010/main" val="1163523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22729" y="1556792"/>
            <a:ext cx="8298541" cy="302433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 contemplar tu</a:t>
            </a:r>
          </a:p>
          <a:p>
            <a:pPr marL="0" indent="0" algn="ctr">
              <a:buNone/>
            </a:pP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SANTIDAD</a:t>
            </a:r>
          </a:p>
        </p:txBody>
      </p:sp>
      <p:sp>
        <p:nvSpPr>
          <p:cNvPr id="4" name="3 Rectángulo">
            <a:extLst>
              <a:ext uri="{FF2B5EF4-FFF2-40B4-BE49-F238E27FC236}">
                <a16:creationId xmlns:a16="http://schemas.microsoft.com/office/drawing/2014/main" id="{3812FBBB-6B48-434E-B5A5-1091EAF39A35}"/>
              </a:ext>
            </a:extLst>
          </p:cNvPr>
          <p:cNvSpPr/>
          <p:nvPr/>
        </p:nvSpPr>
        <p:spPr>
          <a:xfrm>
            <a:off x="3707904" y="188640"/>
            <a:ext cx="5103186" cy="56169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r"/>
            <a:r>
              <a:rPr lang="es-ES" sz="32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TU GRACIA EN MÍ</a:t>
            </a:r>
          </a:p>
        </p:txBody>
      </p:sp>
    </p:spTree>
    <p:extLst>
      <p:ext uri="{BB962C8B-B14F-4D97-AF65-F5344CB8AC3E}">
        <p14:creationId xmlns:p14="http://schemas.microsoft.com/office/powerpoint/2010/main" val="4043478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22729" y="1556792"/>
            <a:ext cx="8298541" cy="302433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meditar en tu MAJESTAD</a:t>
            </a:r>
          </a:p>
        </p:txBody>
      </p:sp>
      <p:sp>
        <p:nvSpPr>
          <p:cNvPr id="4" name="3 Rectángulo">
            <a:extLst>
              <a:ext uri="{FF2B5EF4-FFF2-40B4-BE49-F238E27FC236}">
                <a16:creationId xmlns:a16="http://schemas.microsoft.com/office/drawing/2014/main" id="{3812FBBB-6B48-434E-B5A5-1091EAF39A35}"/>
              </a:ext>
            </a:extLst>
          </p:cNvPr>
          <p:cNvSpPr/>
          <p:nvPr/>
        </p:nvSpPr>
        <p:spPr>
          <a:xfrm>
            <a:off x="3707904" y="188640"/>
            <a:ext cx="5103186" cy="56169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r"/>
            <a:r>
              <a:rPr lang="es-ES" sz="32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TU GRACIA EN MÍ</a:t>
            </a:r>
          </a:p>
        </p:txBody>
      </p:sp>
    </p:spTree>
    <p:extLst>
      <p:ext uri="{BB962C8B-B14F-4D97-AF65-F5344CB8AC3E}">
        <p14:creationId xmlns:p14="http://schemas.microsoft.com/office/powerpoint/2010/main" val="3504722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64577" y="1430778"/>
            <a:ext cx="7614846" cy="302433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Puedo ver tu  </a:t>
            </a:r>
          </a:p>
          <a:p>
            <a:pPr marL="0" indent="0">
              <a:buNone/>
            </a:pP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gracia en mí</a:t>
            </a:r>
          </a:p>
          <a:p>
            <a:pPr marL="0" indent="0" algn="ctr">
              <a:buNone/>
            </a:pP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SEÑOR JESÚS</a:t>
            </a:r>
          </a:p>
        </p:txBody>
      </p:sp>
      <p:sp>
        <p:nvSpPr>
          <p:cNvPr id="4" name="3 Rectángulo">
            <a:extLst>
              <a:ext uri="{FF2B5EF4-FFF2-40B4-BE49-F238E27FC236}">
                <a16:creationId xmlns:a16="http://schemas.microsoft.com/office/drawing/2014/main" id="{F58080B5-F337-4319-A286-E4E82146C8C9}"/>
              </a:ext>
            </a:extLst>
          </p:cNvPr>
          <p:cNvSpPr/>
          <p:nvPr/>
        </p:nvSpPr>
        <p:spPr>
          <a:xfrm>
            <a:off x="3707904" y="188640"/>
            <a:ext cx="5103186" cy="56169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r"/>
            <a:r>
              <a:rPr lang="es-ES" sz="32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TU GRACIA EN MÍ</a:t>
            </a:r>
          </a:p>
        </p:txBody>
      </p:sp>
    </p:spTree>
    <p:extLst>
      <p:ext uri="{BB962C8B-B14F-4D97-AF65-F5344CB8AC3E}">
        <p14:creationId xmlns:p14="http://schemas.microsoft.com/office/powerpoint/2010/main" val="2967994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22729" y="1556792"/>
            <a:ext cx="8298541" cy="302433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 contemplar tu</a:t>
            </a:r>
          </a:p>
          <a:p>
            <a:pPr marL="0" indent="0" algn="ctr">
              <a:buNone/>
            </a:pP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SANTIDAD</a:t>
            </a:r>
          </a:p>
        </p:txBody>
      </p:sp>
      <p:sp>
        <p:nvSpPr>
          <p:cNvPr id="4" name="3 Rectángulo">
            <a:extLst>
              <a:ext uri="{FF2B5EF4-FFF2-40B4-BE49-F238E27FC236}">
                <a16:creationId xmlns:a16="http://schemas.microsoft.com/office/drawing/2014/main" id="{3812FBBB-6B48-434E-B5A5-1091EAF39A35}"/>
              </a:ext>
            </a:extLst>
          </p:cNvPr>
          <p:cNvSpPr/>
          <p:nvPr/>
        </p:nvSpPr>
        <p:spPr>
          <a:xfrm>
            <a:off x="3707904" y="188640"/>
            <a:ext cx="5103186" cy="56169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r"/>
            <a:r>
              <a:rPr lang="es-ES" sz="32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TU GRACIA EN MÍ</a:t>
            </a:r>
          </a:p>
        </p:txBody>
      </p:sp>
    </p:spTree>
    <p:extLst>
      <p:ext uri="{BB962C8B-B14F-4D97-AF65-F5344CB8AC3E}">
        <p14:creationId xmlns:p14="http://schemas.microsoft.com/office/powerpoint/2010/main" val="3312955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22729" y="1556792"/>
            <a:ext cx="8298541" cy="302433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meditar en tu MAJESTAD</a:t>
            </a:r>
          </a:p>
        </p:txBody>
      </p:sp>
      <p:sp>
        <p:nvSpPr>
          <p:cNvPr id="4" name="3 Rectángulo">
            <a:extLst>
              <a:ext uri="{FF2B5EF4-FFF2-40B4-BE49-F238E27FC236}">
                <a16:creationId xmlns:a16="http://schemas.microsoft.com/office/drawing/2014/main" id="{3812FBBB-6B48-434E-B5A5-1091EAF39A35}"/>
              </a:ext>
            </a:extLst>
          </p:cNvPr>
          <p:cNvSpPr/>
          <p:nvPr/>
        </p:nvSpPr>
        <p:spPr>
          <a:xfrm>
            <a:off x="3707904" y="188640"/>
            <a:ext cx="5103186" cy="56169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r"/>
            <a:r>
              <a:rPr lang="es-ES" sz="32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TU GRACIA EN MÍ</a:t>
            </a:r>
          </a:p>
        </p:txBody>
      </p:sp>
    </p:spTree>
    <p:extLst>
      <p:ext uri="{BB962C8B-B14F-4D97-AF65-F5344CB8AC3E}">
        <p14:creationId xmlns:p14="http://schemas.microsoft.com/office/powerpoint/2010/main" val="29365112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64577" y="1430778"/>
            <a:ext cx="7614846" cy="302433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Puedo ver tu </a:t>
            </a:r>
          </a:p>
          <a:p>
            <a:pPr marL="0" indent="0">
              <a:buNone/>
            </a:pP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gracia en mí</a:t>
            </a:r>
          </a:p>
          <a:p>
            <a:pPr marL="0" indent="0" algn="ctr">
              <a:buNone/>
            </a:pP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SEÑOR JESÚS</a:t>
            </a:r>
          </a:p>
        </p:txBody>
      </p:sp>
      <p:sp>
        <p:nvSpPr>
          <p:cNvPr id="4" name="3 Rectángulo">
            <a:extLst>
              <a:ext uri="{FF2B5EF4-FFF2-40B4-BE49-F238E27FC236}">
                <a16:creationId xmlns:a16="http://schemas.microsoft.com/office/drawing/2014/main" id="{28C07B67-E771-4526-AC25-09653440AE90}"/>
              </a:ext>
            </a:extLst>
          </p:cNvPr>
          <p:cNvSpPr/>
          <p:nvPr/>
        </p:nvSpPr>
        <p:spPr>
          <a:xfrm>
            <a:off x="3707904" y="188640"/>
            <a:ext cx="5103186" cy="56169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r"/>
            <a:r>
              <a:rPr lang="es-ES" sz="32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TU GRACIA EN MÍ</a:t>
            </a:r>
          </a:p>
        </p:txBody>
      </p:sp>
    </p:spTree>
    <p:extLst>
      <p:ext uri="{BB962C8B-B14F-4D97-AF65-F5344CB8AC3E}">
        <p14:creationId xmlns:p14="http://schemas.microsoft.com/office/powerpoint/2010/main" val="185177960"/>
      </p:ext>
    </p:extLst>
  </p:cSld>
  <p:clrMapOvr>
    <a:masterClrMapping/>
  </p:clrMapOvr>
</p:sld>
</file>

<file path=ppt/theme/theme1.xml><?xml version="1.0" encoding="utf-8"?>
<a:theme xmlns:a="http://schemas.openxmlformats.org/drawingml/2006/main" name="2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182</Words>
  <Application>Microsoft Office PowerPoint</Application>
  <PresentationFormat>Presentación en pantalla (4:3)</PresentationFormat>
  <Paragraphs>54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Aharoni</vt:lpstr>
      <vt:lpstr>Arial</vt:lpstr>
      <vt:lpstr>Arial Rounded MT Bold</vt:lpstr>
      <vt:lpstr>Calibri</vt:lpstr>
      <vt:lpstr>2_Tema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JUAN DAVID RUIZ</dc:creator>
  <cp:lastModifiedBy>Familia Cañon Peña</cp:lastModifiedBy>
  <cp:revision>5</cp:revision>
  <dcterms:created xsi:type="dcterms:W3CDTF">2017-11-04T18:12:57Z</dcterms:created>
  <dcterms:modified xsi:type="dcterms:W3CDTF">2021-07-27T04:48:35Z</dcterms:modified>
</cp:coreProperties>
</file>