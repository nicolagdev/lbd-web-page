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mar cañon" initials="wc" lastIdx="1" clrIdx="0">
    <p:extLst>
      <p:ext uri="{19B8F6BF-5375-455C-9EA6-DF929625EA0E}">
        <p15:presenceInfo xmlns:p15="http://schemas.microsoft.com/office/powerpoint/2012/main" userId="7918cb078fdc7a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8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4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2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85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1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5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1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6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3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2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9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10533-6DEF-45FD-8BAB-DB816CB93733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D99D3-FECC-4DD6-B3E1-529674E25A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5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524002" y="1697758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Fuerza poder salvación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nuestro DIOS</a:t>
            </a:r>
          </a:p>
        </p:txBody>
      </p:sp>
    </p:spTree>
    <p:extLst>
      <p:ext uri="{BB962C8B-B14F-4D97-AF65-F5344CB8AC3E}">
        <p14:creationId xmlns:p14="http://schemas.microsoft.com/office/powerpoint/2010/main" val="306932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481917" y="1697758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brama el mar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Él calmará la tempestad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EBD5AD-8C46-490A-B6B1-BF1FBFFC2DD4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28608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481917" y="1697758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Bajo tu sombra siempre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habrá pronto REFUGIO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9B27D9-600B-4F24-BE7F-C887F567D3D7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363469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1524002" y="1432263"/>
            <a:ext cx="9143999" cy="33932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la quietud al esperar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Conoceremos tu NOMBRE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tu VOLUNTAD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15EF65-D110-49B4-9748-6E353B1ECEDA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275670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524002" y="2021821"/>
            <a:ext cx="914399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Naciones sabrán, conocerán</a:t>
            </a:r>
          </a:p>
          <a:p>
            <a:pPr algn="ctr"/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AMOR y ESPERANZA </a:t>
            </a:r>
          </a:p>
          <a:p>
            <a:pPr algn="ctr"/>
            <a:endParaRPr lang="es-ES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22D814-FC81-4054-8792-A98109E6AC6E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101966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3810000" y="1588854"/>
            <a:ext cx="4572001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te alabarán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  <a:p>
            <a:pPr algn="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8CA3D7-84EF-49CD-80FD-45859E3ED5DC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341252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476707" y="2351795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despertar quiero escuchar</a:t>
            </a:r>
          </a:p>
          <a:p>
            <a:pPr algn="ctr"/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voz hablar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DBA490-A943-4FB4-85BA-9F077C91947C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398217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524000" y="1950546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mostrar y exaltar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MAJESTAD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46D931-27A1-46D4-8E3D-839751AD2C91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207977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524002" y="2091113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 las naciones contaré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tus maravillas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66DD16-DDE3-4E5A-A49D-C56AD1BB5524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632881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1481917" y="1684054"/>
            <a:ext cx="9143999" cy="302390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 la quietud al esperar</a:t>
            </a:r>
          </a:p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Conoceremos tu NOMBRE </a:t>
            </a:r>
          </a:p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tu VOLUNTAD </a:t>
            </a:r>
          </a:p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F7B3D8-52BF-4CF7-853E-59DEA6197E4D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271426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524001" y="2220604"/>
            <a:ext cx="9143999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Naciones sabrán, conocerán</a:t>
            </a:r>
          </a:p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AMOR y ESPERANZA </a:t>
            </a:r>
          </a:p>
          <a:p>
            <a:pPr algn="ctr" defTabSz="342892">
              <a:defRPr/>
            </a:pPr>
            <a:endParaRPr lang="es-ES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A51A0B-1036-426E-8FD0-1C812C5E80BA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116929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3788958" y="1694872"/>
            <a:ext cx="4572001" cy="228524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te alabarán</a:t>
            </a:r>
          </a:p>
          <a:p>
            <a:pPr algn="ct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  <a:p>
            <a:pPr algn="r" defTabSz="342892">
              <a:defRPr/>
            </a:pPr>
            <a:r>
              <a:rPr lang="es-ES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45654F-1B5C-412F-9706-65F7581A3419}"/>
              </a:ext>
            </a:extLst>
          </p:cNvPr>
          <p:cNvSpPr/>
          <p:nvPr/>
        </p:nvSpPr>
        <p:spPr>
          <a:xfrm>
            <a:off x="6053916" y="115129"/>
            <a:ext cx="461408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CONOCEREMOS TU NOMBRE</a:t>
            </a:r>
          </a:p>
        </p:txBody>
      </p:sp>
    </p:spTree>
    <p:extLst>
      <p:ext uri="{BB962C8B-B14F-4D97-AF65-F5344CB8AC3E}">
        <p14:creationId xmlns:p14="http://schemas.microsoft.com/office/powerpoint/2010/main" val="2169022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5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5" id="{B56F554A-35E3-4131-984A-C83B50059C10}" vid="{4C0D673E-5BB5-4625-81BF-97B9295465E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Tema5</Template>
  <TotalTime>228</TotalTime>
  <Words>127</Words>
  <Application>Microsoft Office PowerPoint</Application>
  <PresentationFormat>Panorámica</PresentationFormat>
  <Paragraphs>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Tema5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Yecika Serrato G</dc:creator>
  <cp:lastModifiedBy>Camilo Ruiz Niño</cp:lastModifiedBy>
  <cp:revision>17</cp:revision>
  <dcterms:created xsi:type="dcterms:W3CDTF">2020-07-10T01:09:57Z</dcterms:created>
  <dcterms:modified xsi:type="dcterms:W3CDTF">2024-01-06T18:37:35Z</dcterms:modified>
</cp:coreProperties>
</file>