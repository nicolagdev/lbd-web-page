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84" r:id="rId3"/>
    <p:sldId id="267" r:id="rId4"/>
    <p:sldId id="268" r:id="rId5"/>
    <p:sldId id="275" r:id="rId6"/>
    <p:sldId id="269" r:id="rId7"/>
    <p:sldId id="276" r:id="rId8"/>
    <p:sldId id="270" r:id="rId9"/>
    <p:sldId id="271" r:id="rId10"/>
    <p:sldId id="285" r:id="rId11"/>
    <p:sldId id="286" r:id="rId12"/>
    <p:sldId id="287" r:id="rId13"/>
    <p:sldId id="288" r:id="rId14"/>
    <p:sldId id="289" r:id="rId15"/>
    <p:sldId id="290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24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41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59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66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24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150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38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02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60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18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30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30/03/2024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86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405844" y="1052736"/>
            <a:ext cx="7380312" cy="1620180"/>
          </a:xfrm>
        </p:spPr>
        <p:txBody>
          <a:bodyPr>
            <a:noAutofit/>
          </a:bodyPr>
          <a:lstStyle/>
          <a:p>
            <a:pPr algn="l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Si tienes a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ea typeface="Arial Unicode MS" pitchFamily="34" charset="-128"/>
                <a:cs typeface="Aharoni" panose="02010803020104030203" pitchFamily="2" charset="-79"/>
              </a:rPr>
              <a:t>Cristo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 </a:t>
            </a:r>
          </a:p>
          <a:p>
            <a:pPr algn="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y estás en Él</a:t>
            </a:r>
          </a:p>
          <a:p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FB327A0-4C8F-4998-918B-7FA9F28D25C9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866394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405844" y="1124744"/>
            <a:ext cx="7380312" cy="1620180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Él es la VIDA y </a:t>
            </a:r>
          </a:p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Tu PODER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082C65-6080-4271-A0BC-F069AB13D242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265911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901788" y="908721"/>
            <a:ext cx="838842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El enemigo ahí va a estar</a:t>
            </a: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En la BATALLA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Modern Love" panose="04090805081005020601" pitchFamily="82" charset="0"/>
                <a:ea typeface="Arial Unicode MS" pitchFamily="34" charset="-128"/>
                <a:cs typeface="Aharoni" panose="02010803020104030203" pitchFamily="2" charset="-79"/>
              </a:rPr>
              <a:t> 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te va a asustar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E87132-87EF-4040-B55B-0DFECA0F8FBB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231022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1196752"/>
            <a:ext cx="9144000" cy="210623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De quién es la VICTORIA Sino de mi SEÑOR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9478A0-3021-4ACF-BD52-00C092E8FE23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1900593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77752" y="764704"/>
            <a:ext cx="9036496" cy="156617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No importa lo grande que sea el gigante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ÉL YA VENCIÓ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E1DA86-3401-4DCD-A3D0-29AFF57441C5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1118440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1196752"/>
            <a:ext cx="9144000" cy="172819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Deja afuera tus CARGAS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CONFÍA solo en JESÚS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D505AD-8332-4807-B90B-A57F8B804B61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769528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7376" y="1052736"/>
            <a:ext cx="9144000" cy="162018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Él me ha dado VICTORIA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No te preocupes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ÉL YA VENCIÓ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7D03B7-0667-4F03-BB64-1F8669102D3F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790938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83432" y="2204864"/>
            <a:ext cx="9396536" cy="178219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Puedes VENCERLO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Modern Love" panose="04090805081005020601" pitchFamily="82" charset="0"/>
                <a:ea typeface="Arial Unicode MS" pitchFamily="34" charset="-128"/>
                <a:cs typeface="Aharoni" panose="02010803020104030203" pitchFamily="2" charset="-79"/>
              </a:rPr>
              <a:t> 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con el SEÑOR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E02C6DA5-58F8-4C79-B443-9768B6934BBA}"/>
              </a:ext>
            </a:extLst>
          </p:cNvPr>
          <p:cNvSpPr txBox="1">
            <a:spLocks/>
          </p:cNvSpPr>
          <p:nvPr/>
        </p:nvSpPr>
        <p:spPr>
          <a:xfrm>
            <a:off x="1631504" y="620688"/>
            <a:ext cx="7559824" cy="178219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No te descuides en la BATALLA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298EE56-A701-4FEA-99F2-5EFDE5BD32FB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380285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469740" y="836713"/>
            <a:ext cx="9252520" cy="148995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En su PALABRA debes estar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Y no en el mundo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Puedes fallar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53BFA68-BFE3-491F-87C6-4BFEEC98BB3C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103740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1196752"/>
            <a:ext cx="9144000" cy="210623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De quién es la VICTORIA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Sino de mi SEÑOR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99478A0-3021-4ACF-BD52-00C092E8FE23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2536642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77752" y="764704"/>
            <a:ext cx="9036496" cy="156617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No importa lo grande que sea el gigante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ÉL YA VENCIÓ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E1DA86-3401-4DCD-A3D0-29AFF57441C5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255567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1196752"/>
            <a:ext cx="9144000" cy="172819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Deja afuera tus CARGAS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CONFÍA solo en JESÚS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D505AD-8332-4807-B90B-A57F8B804B61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1346775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7376" y="1052736"/>
            <a:ext cx="9144000" cy="162018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Él me ha dado VICTORIA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No te preocupes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ÉL YA VENCIÓ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7D03B7-0667-4F03-BB64-1F8669102D3F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918829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1196752"/>
            <a:ext cx="9144000" cy="172819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Deja afuera tus CARGAS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CONFÍA solo en JESÚS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D505AD-8332-4807-B90B-A57F8B804B61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3345863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7376" y="1052736"/>
            <a:ext cx="9144000" cy="162018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Él me ha dado VICTORIA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No te preocupes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Arial Unicode MS" pitchFamily="34" charset="-128"/>
                <a:cs typeface="Aharoni" panose="02010803020104030203" pitchFamily="2" charset="-79"/>
              </a:rPr>
              <a:t>//ÉL YA VENCIÓ//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ea typeface="Arial Unicode MS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7D03B7-0667-4F03-BB64-1F8669102D3F}"/>
              </a:ext>
            </a:extLst>
          </p:cNvPr>
          <p:cNvSpPr txBox="1"/>
          <p:nvPr/>
        </p:nvSpPr>
        <p:spPr>
          <a:xfrm>
            <a:off x="8009444" y="5949281"/>
            <a:ext cx="26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ÉL YA VENCIÓ</a:t>
            </a:r>
          </a:p>
        </p:txBody>
      </p:sp>
    </p:spTree>
    <p:extLst>
      <p:ext uri="{BB962C8B-B14F-4D97-AF65-F5344CB8AC3E}">
        <p14:creationId xmlns:p14="http://schemas.microsoft.com/office/powerpoint/2010/main" val="297335868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195</Words>
  <Application>Microsoft Office PowerPoint</Application>
  <PresentationFormat>Panorámica</PresentationFormat>
  <Paragraphs>48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Aharoni</vt:lpstr>
      <vt:lpstr>Arial</vt:lpstr>
      <vt:lpstr>Arial Rounded MT Bold</vt:lpstr>
      <vt:lpstr>Brush Script MT</vt:lpstr>
      <vt:lpstr>Calibri</vt:lpstr>
      <vt:lpstr>Modern Love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Camilo Ruiz Niño</cp:lastModifiedBy>
  <cp:revision>17</cp:revision>
  <dcterms:created xsi:type="dcterms:W3CDTF">2016-02-13T02:27:09Z</dcterms:created>
  <dcterms:modified xsi:type="dcterms:W3CDTF">2024-03-30T20:55:00Z</dcterms:modified>
</cp:coreProperties>
</file>