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97" r:id="rId4"/>
    <p:sldId id="257" r:id="rId5"/>
    <p:sldId id="299" r:id="rId6"/>
    <p:sldId id="261" r:id="rId7"/>
    <p:sldId id="262" r:id="rId8"/>
    <p:sldId id="263" r:id="rId9"/>
    <p:sldId id="287" r:id="rId10"/>
    <p:sldId id="288" r:id="rId1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522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0079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309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680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742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9483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7044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914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035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0341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8016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00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016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320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343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208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051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865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093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95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7935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33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2983D-7A1E-4CAB-99F5-8069CFABF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1B9A7-B964-4DDE-A4A4-D2AA6A5925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736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2983D-7A1E-4CAB-99F5-8069CFABF33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1B9A7-B964-4DDE-A4A4-D2AA6A59259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71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0" y="1844824"/>
            <a:ext cx="9144000" cy="1880852"/>
          </a:xfrm>
          <a:prstGeom prst="rect">
            <a:avLst/>
          </a:prstGeom>
        </p:spPr>
        <p:txBody>
          <a:bodyPr>
            <a:normAutofit lnSpcReduction="10000"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Biome" panose="020B0502040204020203" pitchFamily="34" charset="0"/>
              </a:rPr>
              <a:t>De tal manera me amó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Biome" panose="020B0502040204020203" pitchFamily="34" charset="0"/>
              </a:rPr>
              <a:t>Que su vida no escatimó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5E9255-99FE-449C-8E7F-37DCC726A6B1}"/>
              </a:ext>
            </a:extLst>
          </p:cNvPr>
          <p:cNvSpPr txBox="1"/>
          <p:nvPr/>
        </p:nvSpPr>
        <p:spPr>
          <a:xfrm>
            <a:off x="5364088" y="188640"/>
            <a:ext cx="3582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DE TAL MANERA</a:t>
            </a:r>
          </a:p>
        </p:txBody>
      </p:sp>
    </p:spTree>
    <p:extLst>
      <p:ext uri="{BB962C8B-B14F-4D97-AF65-F5344CB8AC3E}">
        <p14:creationId xmlns:p14="http://schemas.microsoft.com/office/powerpoint/2010/main" val="47093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70030" y="1340768"/>
            <a:ext cx="8676456" cy="31074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Hasta el final ÉL se entregó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a la muerte fue 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porque ME AMÓ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32DE01-61F6-4610-B092-A6F6C591F874}"/>
              </a:ext>
            </a:extLst>
          </p:cNvPr>
          <p:cNvSpPr txBox="1"/>
          <p:nvPr/>
        </p:nvSpPr>
        <p:spPr>
          <a:xfrm>
            <a:off x="5364088" y="188640"/>
            <a:ext cx="3582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DE TAL MANERA</a:t>
            </a:r>
          </a:p>
        </p:txBody>
      </p:sp>
    </p:spTree>
    <p:extLst>
      <p:ext uri="{BB962C8B-B14F-4D97-AF65-F5344CB8AC3E}">
        <p14:creationId xmlns:p14="http://schemas.microsoft.com/office/powerpoint/2010/main" val="123678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2" y="1412776"/>
            <a:ext cx="8280920" cy="1846233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tal manera me AMÓ</a:t>
            </a:r>
          </a:p>
          <a:p>
            <a:pPr algn="ctr"/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73F331E-2CE1-44FC-B53D-346AC6A2350B}"/>
              </a:ext>
            </a:extLst>
          </p:cNvPr>
          <p:cNvSpPr txBox="1"/>
          <p:nvPr/>
        </p:nvSpPr>
        <p:spPr>
          <a:xfrm>
            <a:off x="5364088" y="188640"/>
            <a:ext cx="3582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DE TAL MANERA</a:t>
            </a:r>
          </a:p>
        </p:txBody>
      </p:sp>
    </p:spTree>
    <p:extLst>
      <p:ext uri="{BB962C8B-B14F-4D97-AF65-F5344CB8AC3E}">
        <p14:creationId xmlns:p14="http://schemas.microsoft.com/office/powerpoint/2010/main" val="147944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31540" y="1268760"/>
            <a:ext cx="8280920" cy="1846233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Que no hay forma en que podré pagar</a:t>
            </a:r>
          </a:p>
          <a:p>
            <a:pPr algn="ctr"/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73F331E-2CE1-44FC-B53D-346AC6A2350B}"/>
              </a:ext>
            </a:extLst>
          </p:cNvPr>
          <p:cNvSpPr txBox="1"/>
          <p:nvPr/>
        </p:nvSpPr>
        <p:spPr>
          <a:xfrm>
            <a:off x="5364088" y="188640"/>
            <a:ext cx="3582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DE TAL MANERA</a:t>
            </a:r>
          </a:p>
        </p:txBody>
      </p:sp>
    </p:spTree>
    <p:extLst>
      <p:ext uri="{BB962C8B-B14F-4D97-AF65-F5344CB8AC3E}">
        <p14:creationId xmlns:p14="http://schemas.microsoft.com/office/powerpoint/2010/main" val="373769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3528" y="721917"/>
            <a:ext cx="8282778" cy="1919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El precio de su grande AMOR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Pero toda mi alma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QUIERO DAR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9B2258E-D268-4C16-80A1-FD1006DBBDA8}"/>
              </a:ext>
            </a:extLst>
          </p:cNvPr>
          <p:cNvSpPr txBox="1"/>
          <p:nvPr/>
        </p:nvSpPr>
        <p:spPr>
          <a:xfrm>
            <a:off x="5364088" y="188640"/>
            <a:ext cx="3582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DE TAL MANERA</a:t>
            </a:r>
          </a:p>
        </p:txBody>
      </p:sp>
    </p:spTree>
    <p:extLst>
      <p:ext uri="{BB962C8B-B14F-4D97-AF65-F5344CB8AC3E}">
        <p14:creationId xmlns:p14="http://schemas.microsoft.com/office/powerpoint/2010/main" val="101657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1846233"/>
          </a:xfrm>
          <a:prstGeom prst="rect">
            <a:avLst/>
          </a:prstGeom>
        </p:spPr>
        <p:txBody>
          <a:bodyPr>
            <a:normAutofit lnSpcReduction="10000"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su AMOR yo viviré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su AMOR yo cantaré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433C99-70F2-4C5A-98EF-AFA8979DB14B}"/>
              </a:ext>
            </a:extLst>
          </p:cNvPr>
          <p:cNvSpPr txBox="1"/>
          <p:nvPr/>
        </p:nvSpPr>
        <p:spPr>
          <a:xfrm>
            <a:off x="5364088" y="188640"/>
            <a:ext cx="3582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DE TAL MANERA</a:t>
            </a:r>
          </a:p>
        </p:txBody>
      </p:sp>
    </p:spTree>
    <p:extLst>
      <p:ext uri="{BB962C8B-B14F-4D97-AF65-F5344CB8AC3E}">
        <p14:creationId xmlns:p14="http://schemas.microsoft.com/office/powerpoint/2010/main" val="101657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364439"/>
            <a:ext cx="9144000" cy="2062257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Con mi JESÚS caminaré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Porque él me amó a mí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LE SEGUIRÉ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A703D9-EB6A-47B8-AFAF-A8BE383C5D39}"/>
              </a:ext>
            </a:extLst>
          </p:cNvPr>
          <p:cNvSpPr txBox="1"/>
          <p:nvPr/>
        </p:nvSpPr>
        <p:spPr>
          <a:xfrm>
            <a:off x="5364088" y="188640"/>
            <a:ext cx="3582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DE TAL MANERA</a:t>
            </a:r>
          </a:p>
        </p:txBody>
      </p:sp>
    </p:spTree>
    <p:extLst>
      <p:ext uri="{BB962C8B-B14F-4D97-AF65-F5344CB8AC3E}">
        <p14:creationId xmlns:p14="http://schemas.microsoft.com/office/powerpoint/2010/main" val="1016573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82767"/>
            <a:ext cx="9144000" cy="1846233"/>
          </a:xfrm>
          <a:prstGeom prst="rect">
            <a:avLst/>
          </a:prstGeom>
        </p:spPr>
        <p:txBody>
          <a:bodyPr>
            <a:normAutofit lnSpcReduction="10000"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su AMOR yo viviré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su AMOR yo cantaré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E2192C-2FCE-4C6D-ABD7-EB8BDCD42ED8}"/>
              </a:ext>
            </a:extLst>
          </p:cNvPr>
          <p:cNvSpPr txBox="1"/>
          <p:nvPr/>
        </p:nvSpPr>
        <p:spPr>
          <a:xfrm>
            <a:off x="5364088" y="188640"/>
            <a:ext cx="3582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DE TAL MANERA</a:t>
            </a:r>
          </a:p>
        </p:txBody>
      </p:sp>
    </p:spTree>
    <p:extLst>
      <p:ext uri="{BB962C8B-B14F-4D97-AF65-F5344CB8AC3E}">
        <p14:creationId xmlns:p14="http://schemas.microsoft.com/office/powerpoint/2010/main" val="119687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052736"/>
            <a:ext cx="8892480" cy="1846233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5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Con mi JESÚS caminaré</a:t>
            </a:r>
          </a:p>
          <a:p>
            <a:r>
              <a:rPr lang="es-MX" sz="5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Porque ÉL murió por mí…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267D70-0CF5-41C6-BD51-45EDE3EE45ED}"/>
              </a:ext>
            </a:extLst>
          </p:cNvPr>
          <p:cNvSpPr txBox="1"/>
          <p:nvPr/>
        </p:nvSpPr>
        <p:spPr>
          <a:xfrm>
            <a:off x="5364088" y="188640"/>
            <a:ext cx="3582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DE TAL MANERA</a:t>
            </a: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87E1E406-C09A-4FAD-856A-D4983B700368}"/>
              </a:ext>
            </a:extLst>
          </p:cNvPr>
          <p:cNvSpPr txBox="1">
            <a:spLocks/>
          </p:cNvSpPr>
          <p:nvPr/>
        </p:nvSpPr>
        <p:spPr>
          <a:xfrm>
            <a:off x="4770022" y="2871858"/>
            <a:ext cx="4176464" cy="1846233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Le seguiré</a:t>
            </a:r>
          </a:p>
        </p:txBody>
      </p:sp>
    </p:spTree>
    <p:extLst>
      <p:ext uri="{BB962C8B-B14F-4D97-AF65-F5344CB8AC3E}">
        <p14:creationId xmlns:p14="http://schemas.microsoft.com/office/powerpoint/2010/main" val="3849265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121</Words>
  <Application>Microsoft Office PowerPoint</Application>
  <PresentationFormat>Presentación en pantalla (4:3)</PresentationFormat>
  <Paragraphs>29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Rounded MT Bold</vt:lpstr>
      <vt:lpstr>Berlin Sans FB Demi</vt:lpstr>
      <vt:lpstr>Calibri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saul ariza  traslavina</dc:creator>
  <cp:lastModifiedBy>Familia Cañon Peña</cp:lastModifiedBy>
  <cp:revision>24</cp:revision>
  <dcterms:created xsi:type="dcterms:W3CDTF">2016-03-29T04:17:13Z</dcterms:created>
  <dcterms:modified xsi:type="dcterms:W3CDTF">2021-07-27T03:16:34Z</dcterms:modified>
</cp:coreProperties>
</file>