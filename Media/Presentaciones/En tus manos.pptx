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395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702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953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866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23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472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9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05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417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185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200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95948-0AC1-4ED6-AD69-2F15F5420996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7DD9-FC05-4BAD-BCF9-01823062289A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F12AA2-FC6E-4823-B843-8888C037B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" t="5573" b="1290"/>
          <a:stretch/>
        </p:blipFill>
        <p:spPr>
          <a:xfrm>
            <a:off x="0" y="1"/>
            <a:ext cx="12225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0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9FE875-DA9E-4511-9A2B-67F51AC05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8453" y="166222"/>
            <a:ext cx="3177210" cy="717532"/>
          </a:xfrm>
        </p:spPr>
        <p:txBody>
          <a:bodyPr>
            <a:normAutofit/>
          </a:bodyPr>
          <a:lstStyle/>
          <a:p>
            <a:r>
              <a:rPr lang="es-CO" sz="2800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DBCAE2-CDA1-472D-AC28-790596722324}"/>
              </a:ext>
            </a:extLst>
          </p:cNvPr>
          <p:cNvSpPr txBox="1"/>
          <p:nvPr/>
        </p:nvSpPr>
        <p:spPr>
          <a:xfrm>
            <a:off x="2213116" y="1497496"/>
            <a:ext cx="7885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Llego ante ti Oh Dios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Quiero oír hoy tu voz </a:t>
            </a:r>
          </a:p>
        </p:txBody>
      </p:sp>
    </p:spTree>
    <p:extLst>
      <p:ext uri="{BB962C8B-B14F-4D97-AF65-F5344CB8AC3E}">
        <p14:creationId xmlns:p14="http://schemas.microsoft.com/office/powerpoint/2010/main" val="65571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2248742" y="1711252"/>
            <a:ext cx="7885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Dejo ANTE TUS PIES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Todo lo que tengo y lo que SOY</a:t>
            </a:r>
          </a:p>
        </p:txBody>
      </p:sp>
    </p:spTree>
    <p:extLst>
      <p:ext uri="{BB962C8B-B14F-4D97-AF65-F5344CB8AC3E}">
        <p14:creationId xmlns:p14="http://schemas.microsoft.com/office/powerpoint/2010/main" val="407882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9FE875-DA9E-4511-9A2B-67F51AC05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8453" y="166222"/>
            <a:ext cx="3177210" cy="717532"/>
          </a:xfrm>
        </p:spPr>
        <p:txBody>
          <a:bodyPr>
            <a:normAutofit/>
          </a:bodyPr>
          <a:lstStyle/>
          <a:p>
            <a:r>
              <a:rPr lang="es-CO" sz="2800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DBCAE2-CDA1-472D-AC28-790596722324}"/>
              </a:ext>
            </a:extLst>
          </p:cNvPr>
          <p:cNvSpPr txBox="1"/>
          <p:nvPr/>
        </p:nvSpPr>
        <p:spPr>
          <a:xfrm>
            <a:off x="2213116" y="1497496"/>
            <a:ext cx="7885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Llego ante ti Oh Dios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En medio del caos puede ver TU AMOR</a:t>
            </a:r>
          </a:p>
        </p:txBody>
      </p:sp>
    </p:spTree>
    <p:extLst>
      <p:ext uri="{BB962C8B-B14F-4D97-AF65-F5344CB8AC3E}">
        <p14:creationId xmlns:p14="http://schemas.microsoft.com/office/powerpoint/2010/main" val="48371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2213116" y="1497496"/>
            <a:ext cx="7885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Al reconocer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Lo que has hecho en la CRUZ por mi pecar</a:t>
            </a:r>
          </a:p>
        </p:txBody>
      </p:sp>
    </p:spTree>
    <p:extLst>
      <p:ext uri="{BB962C8B-B14F-4D97-AF65-F5344CB8AC3E}">
        <p14:creationId xmlns:p14="http://schemas.microsoft.com/office/powerpoint/2010/main" val="5067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2213116" y="1497496"/>
            <a:ext cx="7885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Como instrumento útil en tus manos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Quiero ser</a:t>
            </a:r>
          </a:p>
        </p:txBody>
      </p:sp>
    </p:spTree>
    <p:extLst>
      <p:ext uri="{BB962C8B-B14F-4D97-AF65-F5344CB8AC3E}">
        <p14:creationId xmlns:p14="http://schemas.microsoft.com/office/powerpoint/2010/main" val="525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Vivir cada día de mi vida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 FE</a:t>
            </a:r>
          </a:p>
        </p:txBody>
      </p:sp>
    </p:spTree>
    <p:extLst>
      <p:ext uri="{BB962C8B-B14F-4D97-AF65-F5344CB8AC3E}">
        <p14:creationId xmlns:p14="http://schemas.microsoft.com/office/powerpoint/2010/main" val="84997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Siendo un SIERVO de verdad en mi hogar</a:t>
            </a:r>
          </a:p>
        </p:txBody>
      </p:sp>
    </p:spTree>
    <p:extLst>
      <p:ext uri="{BB962C8B-B14F-4D97-AF65-F5344CB8AC3E}">
        <p14:creationId xmlns:p14="http://schemas.microsoft.com/office/powerpoint/2010/main" val="409920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Y mi diario andar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Llego ante ti oh Dios</a:t>
            </a:r>
          </a:p>
        </p:txBody>
      </p:sp>
    </p:spTree>
    <p:extLst>
      <p:ext uri="{BB962C8B-B14F-4D97-AF65-F5344CB8AC3E}">
        <p14:creationId xmlns:p14="http://schemas.microsoft.com/office/powerpoint/2010/main" val="305903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2040837" y="883754"/>
            <a:ext cx="81103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Transfórmame a tu parecer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Lejos de ti no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quiero estar</a:t>
            </a:r>
          </a:p>
        </p:txBody>
      </p:sp>
    </p:spTree>
    <p:extLst>
      <p:ext uri="{BB962C8B-B14F-4D97-AF65-F5344CB8AC3E}">
        <p14:creationId xmlns:p14="http://schemas.microsoft.com/office/powerpoint/2010/main" val="12755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05171" y="1387337"/>
            <a:ext cx="89816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BRILLANDO en el mundo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con mi familia quiero andar</a:t>
            </a:r>
          </a:p>
        </p:txBody>
      </p:sp>
    </p:spTree>
    <p:extLst>
      <p:ext uri="{BB962C8B-B14F-4D97-AF65-F5344CB8AC3E}">
        <p14:creationId xmlns:p14="http://schemas.microsoft.com/office/powerpoint/2010/main" val="30298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2213116" y="1497496"/>
            <a:ext cx="7885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Como instrumento útil en tus manos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Quiero ser</a:t>
            </a:r>
          </a:p>
        </p:txBody>
      </p:sp>
    </p:spTree>
    <p:extLst>
      <p:ext uri="{BB962C8B-B14F-4D97-AF65-F5344CB8AC3E}">
        <p14:creationId xmlns:p14="http://schemas.microsoft.com/office/powerpoint/2010/main" val="305656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Vivir cada día de mi vida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 FE</a:t>
            </a:r>
          </a:p>
        </p:txBody>
      </p:sp>
    </p:spTree>
    <p:extLst>
      <p:ext uri="{BB962C8B-B14F-4D97-AF65-F5344CB8AC3E}">
        <p14:creationId xmlns:p14="http://schemas.microsoft.com/office/powerpoint/2010/main" val="3725830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Siendo un SIERVO de verdad en mi hogar</a:t>
            </a:r>
          </a:p>
        </p:txBody>
      </p:sp>
    </p:spTree>
    <p:extLst>
      <p:ext uri="{BB962C8B-B14F-4D97-AF65-F5344CB8AC3E}">
        <p14:creationId xmlns:p14="http://schemas.microsoft.com/office/powerpoint/2010/main" val="259950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151DDFA8-83DE-4B20-8D21-737F8BDA8E08}"/>
              </a:ext>
            </a:extLst>
          </p:cNvPr>
          <p:cNvSpPr txBox="1">
            <a:spLocks/>
          </p:cNvSpPr>
          <p:nvPr/>
        </p:nvSpPr>
        <p:spPr>
          <a:xfrm>
            <a:off x="7328453" y="166222"/>
            <a:ext cx="3177210" cy="71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>
                <a:latin typeface="Arial Rounded MT Bold" panose="020F0704030504030204" pitchFamily="34" charset="0"/>
              </a:rPr>
              <a:t>EN TUS MANOS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A1AEFC-EC87-41CA-9D13-A8E51756C438}"/>
              </a:ext>
            </a:extLst>
          </p:cNvPr>
          <p:cNvSpPr txBox="1"/>
          <p:nvPr/>
        </p:nvSpPr>
        <p:spPr>
          <a:xfrm>
            <a:off x="1669777" y="1490008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Y mi diario andar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//Llego ante ti oh Dios//</a:t>
            </a:r>
          </a:p>
        </p:txBody>
      </p:sp>
    </p:spTree>
    <p:extLst>
      <p:ext uri="{BB962C8B-B14F-4D97-AF65-F5344CB8AC3E}">
        <p14:creationId xmlns:p14="http://schemas.microsoft.com/office/powerpoint/2010/main" val="2920206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176</Words>
  <Application>Microsoft Office PowerPoint</Application>
  <PresentationFormat>Panorámica</PresentationFormat>
  <Paragraphs>41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Camilo Ruiz Niño</cp:lastModifiedBy>
  <cp:revision>5</cp:revision>
  <dcterms:created xsi:type="dcterms:W3CDTF">2020-12-02T01:08:05Z</dcterms:created>
  <dcterms:modified xsi:type="dcterms:W3CDTF">2023-12-12T20:23:01Z</dcterms:modified>
</cp:coreProperties>
</file>