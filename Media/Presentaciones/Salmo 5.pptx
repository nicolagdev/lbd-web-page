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3" r:id="rId8"/>
    <p:sldId id="261" r:id="rId9"/>
    <p:sldId id="262" r:id="rId10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A26D4-75BF-4695-88E2-AEB9425913A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1BBA2-A971-441F-A6C2-E23A29F9DD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743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1BBA2-A971-441F-A6C2-E23A29F9DD3F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4343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328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97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052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929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494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5036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442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869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851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052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448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BDD77-E545-4656-B59F-0E71AB646D1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AF7FA-405B-4907-AD5B-BA810C7532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289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0" y="476672"/>
            <a:ext cx="9144000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Escucha oh Jehová </a:t>
            </a:r>
          </a:p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mis palabras</a:t>
            </a:r>
          </a:p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Considera mi gemir</a:t>
            </a:r>
            <a:endParaRPr lang="es-CO" sz="8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32240" y="6237312"/>
            <a:ext cx="2232248" cy="327683"/>
          </a:xfrm>
        </p:spPr>
        <p:txBody>
          <a:bodyPr>
            <a:no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192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124744"/>
            <a:ext cx="9144000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A la voz de mi </a:t>
            </a:r>
          </a:p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clamor atiende</a:t>
            </a:r>
          </a:p>
          <a:p>
            <a:endParaRPr lang="es-MX" sz="8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B826483C-0B79-4C96-AED1-8E1848B2FDE2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33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996906"/>
            <a:ext cx="9144000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s-ES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Mi </a:t>
            </a:r>
            <a:r>
              <a:rPr lang="es-ES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Dios y mi Rey </a:t>
            </a:r>
          </a:p>
          <a:p>
            <a:pPr>
              <a:spcBef>
                <a:spcPts val="0"/>
              </a:spcBef>
            </a:pPr>
            <a:r>
              <a:rPr lang="es-ES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Times New Roman" panose="02020603050405020304" pitchFamily="18" charset="0"/>
              </a:rPr>
              <a:t>porque a ti oraré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Times New Roman" panose="02020603050405020304" pitchFamily="18" charset="0"/>
            </a:endParaRPr>
          </a:p>
          <a:p>
            <a:endParaRPr lang="es-MX" sz="8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DBAE820B-C173-428F-9C8B-B8F630EA6130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43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001955"/>
            <a:ext cx="9144000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Oh JEHOVÁ</a:t>
            </a:r>
          </a:p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De mañana oirás mi voz</a:t>
            </a:r>
            <a:endParaRPr lang="es-CO" sz="8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AE36D65A-F5FA-433A-9FC2-DC6B6A605AE1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854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14908" y="332656"/>
            <a:ext cx="8514184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77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De mañana me presentaré delante de ti </a:t>
            </a:r>
          </a:p>
          <a:p>
            <a:r>
              <a:rPr lang="es-MX" sz="77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Y esperaré</a:t>
            </a:r>
            <a:endParaRPr lang="es-CO" sz="77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936CECCB-B659-43D1-A7DC-BE9D9F013B19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854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934" y="548680"/>
            <a:ext cx="9144000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Porque tú no eres un DIOS </a:t>
            </a:r>
          </a:p>
          <a:p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Que se complace</a:t>
            </a:r>
          </a:p>
          <a:p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en la maldad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DF1CB410-0F86-46BC-9586-CEC4EF1AFD06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85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196752"/>
            <a:ext cx="9144000" cy="262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El malo no habitará</a:t>
            </a:r>
          </a:p>
          <a:p>
            <a:r>
              <a:rPr lang="es-CO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 junto a ti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30D71C01-CE48-4EFF-9024-0DF579DECFAD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71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05780" y="1268760"/>
            <a:ext cx="8532440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Oh JEHOVÁ</a:t>
            </a:r>
          </a:p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De mañana oirás mi voz</a:t>
            </a:r>
            <a:endParaRPr lang="es-CO" sz="8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69A5EB65-1EC0-4015-B9BE-0476DD74F621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55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97123" y="620688"/>
            <a:ext cx="9144000" cy="2629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De mañana me presentaré delante de ti </a:t>
            </a:r>
          </a:p>
          <a:p>
            <a:r>
              <a:rPr lang="es-MX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GungsuhChe" panose="02030609000101010101" pitchFamily="49" charset="-127"/>
              </a:rPr>
              <a:t>Y esperaré</a:t>
            </a:r>
            <a:endParaRPr lang="es-CO" sz="8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GungsuhChe" panose="02030609000101010101" pitchFamily="49" charset="-127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6AA0935E-31D9-45E6-9EC0-85CE07D8B524}"/>
              </a:ext>
            </a:extLst>
          </p:cNvPr>
          <p:cNvSpPr txBox="1">
            <a:spLocks/>
          </p:cNvSpPr>
          <p:nvPr/>
        </p:nvSpPr>
        <p:spPr>
          <a:xfrm>
            <a:off x="6732240" y="6237312"/>
            <a:ext cx="2232248" cy="3276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SALMO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5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5080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95</Words>
  <Application>Microsoft Office PowerPoint</Application>
  <PresentationFormat>Presentación en pantalla (4:3)</PresentationFormat>
  <Paragraphs>30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Agency FB</vt:lpstr>
      <vt:lpstr>Arial</vt:lpstr>
      <vt:lpstr>Arial Rounded MT Bold</vt:lpstr>
      <vt:lpstr>Calibri</vt:lpstr>
      <vt:lpstr>Tema de Office</vt:lpstr>
      <vt:lpstr>SALMO 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40</cp:revision>
  <dcterms:created xsi:type="dcterms:W3CDTF">2016-02-22T01:28:57Z</dcterms:created>
  <dcterms:modified xsi:type="dcterms:W3CDTF">2021-07-27T04:10:54Z</dcterms:modified>
</cp:coreProperties>
</file>