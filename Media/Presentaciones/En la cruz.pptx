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4" r:id="rId2"/>
    <p:sldId id="285" r:id="rId3"/>
    <p:sldId id="286" r:id="rId4"/>
    <p:sldId id="261" r:id="rId5"/>
    <p:sldId id="262" r:id="rId6"/>
    <p:sldId id="336" r:id="rId7"/>
    <p:sldId id="337" r:id="rId8"/>
    <p:sldId id="345" r:id="rId9"/>
    <p:sldId id="295" r:id="rId10"/>
    <p:sldId id="296" r:id="rId11"/>
    <p:sldId id="339" r:id="rId12"/>
    <p:sldId id="340" r:id="rId13"/>
    <p:sldId id="341" r:id="rId14"/>
    <p:sldId id="301" r:id="rId15"/>
    <p:sldId id="302" r:id="rId16"/>
    <p:sldId id="342" r:id="rId17"/>
    <p:sldId id="343" r:id="rId18"/>
    <p:sldId id="344" r:id="rId19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96513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5578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99095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7614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414635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66386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2745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25108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862879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7148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0144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0000"/>
            <a:lum/>
          </a:blip>
          <a:srcRect/>
          <a:stretch>
            <a:fillRect t="-18000" b="-18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B1BBA-3A43-4F29-A3B9-C918C8248FED}" type="datetimeFigureOut">
              <a:rPr lang="es-CO" smtClean="0"/>
              <a:t>26/07/2021</a:t>
            </a:fld>
            <a:endParaRPr lang="es-CO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74585-9461-4DE5-97B4-0CD4A0CE02AD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83486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-21455" y="1988840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cruz en la cruz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primero vi la LUZ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77462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" y="1556792"/>
            <a:ext cx="9143999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las manchas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 mi alma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lavé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9F38B82-CD63-4DC6-88DE-34BD647B2E15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77555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30788" y="1196752"/>
            <a:ext cx="8682423" cy="468589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Fue allí por Fe do vi a JESÚS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siempre feliz 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Él seré</a:t>
            </a:r>
          </a:p>
          <a:p>
            <a:pPr algn="ctr"/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A5FB82B-C82C-46B9-B027-E4AEA3D108A5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6410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467544" y="1340768"/>
            <a:ext cx="7959109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Sobre una CRUZ mi buen SEÑOR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Su SANGRE derramó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B884C2D-B644-4A22-A63F-23A065EAC5F8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697757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este pobre pecador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quien así SALVÓ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FD8FD372-EA83-4422-807B-66229D9A2350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11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-21455" y="1988840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cruz en la cruz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primero vi la LUZ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2688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" y="1556792"/>
            <a:ext cx="9143999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las manchas de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mi alma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lavé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9E6F8A9-FC33-4D84-911E-5DED4B528C3B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359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230788" y="1196752"/>
            <a:ext cx="8682423" cy="468589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Fue allí por Fe do vi a JESÚS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siempre feliz 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Él seré</a:t>
            </a:r>
          </a:p>
          <a:p>
            <a:pPr algn="ctr"/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A5FB82B-C82C-46B9-B027-E4AEA3D108A5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391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-2127" y="1556792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Vivir en CRISTO me da paz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Él habitaré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7BD6F47-28F9-4443-B0FD-F53D8F47335B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816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616882" y="1052736"/>
            <a:ext cx="7910235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Ya suyo soy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de hoy en más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nadie temeré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AD7B72EE-1D44-49F4-89C5-1C63E824B268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2932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-21455" y="1988840"/>
            <a:ext cx="9144000" cy="191590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cruz en la cruz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primero vi la LUZ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Modern Love" panose="04090805081005020601" pitchFamily="82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11560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" y="1556792"/>
            <a:ext cx="9143999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las manchas de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alma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lavé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A8861D2-9052-4105-B438-EC34F807FB42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5613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772816"/>
            <a:ext cx="9144000" cy="468589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Fue allí por Fe do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 a JESÚS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siempre feliz 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 Él seré</a:t>
            </a:r>
          </a:p>
          <a:p>
            <a:pPr algn="ctr"/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C09B0B9-282F-4ACD-9E24-B5A7214BC869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8559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697757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Venció la muerte con poder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el Padre le exaltó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3E9D5ED-49B0-40C8-847B-F7289DEB116D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817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1556792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Confiar en Él es mi placer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Morir no temo yo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836A3D2-CAD8-4D17-AA3A-228750E9DDA8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5393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/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-21455" y="1988840"/>
            <a:ext cx="9144000" cy="1731243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En la cruz en la cruz</a:t>
            </a:r>
          </a:p>
          <a:p>
            <a:pPr algn="ctr"/>
            <a:r>
              <a:rPr lang="es-MX" sz="54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Do primero vi la LUZ</a:t>
            </a:r>
            <a:endParaRPr lang="es-CO" sz="54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144763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" y="1556792"/>
            <a:ext cx="9143999" cy="2839239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Y las manchas de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mi alma </a:t>
            </a:r>
          </a:p>
          <a:p>
            <a:pPr algn="ct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lavé</a:t>
            </a:r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333A7E56-B3FD-4435-8036-4DF1951721C2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049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1086051"/>
            <a:ext cx="9144000" cy="4685898"/>
          </a:xfrm>
          <a:prstGeom prst="rect">
            <a:avLst/>
          </a:prstGeom>
          <a:noFill/>
        </p:spPr>
        <p:txBody>
          <a:bodyPr wrap="square" lIns="68580" tIns="34290" rIns="68580" bIns="34290">
            <a:spAutoFit/>
          </a:bodyPr>
          <a:lstStyle/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Fue allí por Fe do </a:t>
            </a:r>
          </a:p>
          <a:p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vi a JESÚS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siempre feliz con</a:t>
            </a:r>
          </a:p>
          <a:p>
            <a:pPr algn="r"/>
            <a:r>
              <a:rPr lang="es-MX" sz="6000" b="1" dirty="0">
                <a:ln w="22225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Él seré</a:t>
            </a:r>
          </a:p>
          <a:p>
            <a:pPr algn="ctr"/>
            <a:endParaRPr lang="es-CO" sz="6000" b="1" dirty="0">
              <a:ln w="22225">
                <a:solidFill>
                  <a:schemeClr val="tx1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C77A48A6-F31D-470E-A20D-ED201C6F6E26}"/>
              </a:ext>
            </a:extLst>
          </p:cNvPr>
          <p:cNvSpPr/>
          <p:nvPr/>
        </p:nvSpPr>
        <p:spPr>
          <a:xfrm>
            <a:off x="7036909" y="260648"/>
            <a:ext cx="2085636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/>
          <a:p>
            <a:pPr algn="ctr"/>
            <a:r>
              <a:rPr lang="es-ES" sz="2400" b="1" dirty="0">
                <a:ln w="0">
                  <a:noFill/>
                </a:ln>
                <a:latin typeface="Arial Rounded MT Bold" panose="020F0704030504030204" pitchFamily="34" charset="0"/>
              </a:rPr>
              <a:t>EN LA CRUZ </a:t>
            </a:r>
            <a:endParaRPr lang="es-CO" sz="2400" b="1" dirty="0">
              <a:ln w="0">
                <a:noFill/>
              </a:ln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473650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250</Words>
  <Application>Microsoft Office PowerPoint</Application>
  <PresentationFormat>Presentación en pantalla (4:3)</PresentationFormat>
  <Paragraphs>65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Aharoni</vt:lpstr>
      <vt:lpstr>Arial</vt:lpstr>
      <vt:lpstr>Arial Rounded MT Bold</vt:lpstr>
      <vt:lpstr>Calibri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Sara</dc:creator>
  <cp:lastModifiedBy>Familia Cañon Peña</cp:lastModifiedBy>
  <cp:revision>18</cp:revision>
  <dcterms:created xsi:type="dcterms:W3CDTF">2016-04-12T21:11:25Z</dcterms:created>
  <dcterms:modified xsi:type="dcterms:W3CDTF">2021-07-27T03:33:01Z</dcterms:modified>
</cp:coreProperties>
</file>