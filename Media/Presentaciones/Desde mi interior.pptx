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64" r:id="rId5"/>
    <p:sldId id="259" r:id="rId6"/>
    <p:sldId id="260" r:id="rId7"/>
    <p:sldId id="298" r:id="rId8"/>
    <p:sldId id="266" r:id="rId9"/>
    <p:sldId id="267" r:id="rId10"/>
    <p:sldId id="286" r:id="rId11"/>
    <p:sldId id="287" r:id="rId12"/>
    <p:sldId id="288" r:id="rId13"/>
    <p:sldId id="289" r:id="rId14"/>
    <p:sldId id="299" r:id="rId15"/>
    <p:sldId id="290" r:id="rId16"/>
    <p:sldId id="291" r:id="rId17"/>
    <p:sldId id="262" r:id="rId18"/>
    <p:sldId id="263" r:id="rId19"/>
    <p:sldId id="292" r:id="rId20"/>
    <p:sldId id="293" r:id="rId21"/>
    <p:sldId id="300" r:id="rId22"/>
    <p:sldId id="294" r:id="rId23"/>
    <p:sldId id="295" r:id="rId24"/>
    <p:sldId id="296" r:id="rId25"/>
    <p:sldId id="297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56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0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B9BB-F53D-495D-9F88-B1929E92BBBB}" type="datetimeFigureOut">
              <a:rPr lang="en-US" smtClean="0"/>
              <a:t>7/26/2021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89055-380A-4948-AA45-582C3411C57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880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B9BB-F53D-495D-9F88-B1929E92BBBB}" type="datetimeFigureOut">
              <a:rPr lang="en-US" smtClean="0"/>
              <a:t>7/26/2021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89055-380A-4948-AA45-582C3411C57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092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B9BB-F53D-495D-9F88-B1929E92BBBB}" type="datetimeFigureOut">
              <a:rPr lang="en-US" smtClean="0"/>
              <a:t>7/26/2021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89055-380A-4948-AA45-582C3411C57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489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B9BB-F53D-495D-9F88-B1929E92BBBB}" type="datetimeFigureOut">
              <a:rPr lang="en-US" smtClean="0"/>
              <a:t>7/26/2021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89055-380A-4948-AA45-582C3411C57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07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B9BB-F53D-495D-9F88-B1929E92BBBB}" type="datetimeFigureOut">
              <a:rPr lang="en-US" smtClean="0"/>
              <a:t>7/26/2021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89055-380A-4948-AA45-582C3411C57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757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B9BB-F53D-495D-9F88-B1929E92BBBB}" type="datetimeFigureOut">
              <a:rPr lang="en-US" smtClean="0"/>
              <a:t>7/26/2021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89055-380A-4948-AA45-582C3411C57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403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B9BB-F53D-495D-9F88-B1929E92BBBB}" type="datetimeFigureOut">
              <a:rPr lang="en-US" smtClean="0"/>
              <a:t>7/26/2021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89055-380A-4948-AA45-582C3411C57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078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B9BB-F53D-495D-9F88-B1929E92BBBB}" type="datetimeFigureOut">
              <a:rPr lang="en-US" smtClean="0"/>
              <a:t>7/26/2021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89055-380A-4948-AA45-582C3411C57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710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B9BB-F53D-495D-9F88-B1929E92BBBB}" type="datetimeFigureOut">
              <a:rPr lang="en-US" smtClean="0"/>
              <a:t>7/26/2021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89055-380A-4948-AA45-582C3411C57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812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B9BB-F53D-495D-9F88-B1929E92BBBB}" type="datetimeFigureOut">
              <a:rPr lang="en-US" smtClean="0"/>
              <a:t>7/26/2021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89055-380A-4948-AA45-582C3411C57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990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B9BB-F53D-495D-9F88-B1929E92BBBB}" type="datetimeFigureOut">
              <a:rPr lang="en-US" smtClean="0"/>
              <a:t>7/26/2021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89055-380A-4948-AA45-582C3411C57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45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E2B9BB-F53D-495D-9F88-B1929E92BBBB}" type="datetimeFigureOut">
              <a:rPr lang="en-US" smtClean="0"/>
              <a:t>7/26/2021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F89055-380A-4948-AA45-582C3411C57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537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1609674"/>
            <a:ext cx="9144000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Mil veces te fallé</a:t>
            </a:r>
          </a:p>
          <a:p>
            <a:pPr algn="ctr"/>
            <a: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Mas TÚ fuiste FIEL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5228990" y="243125"/>
            <a:ext cx="3746860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DESDE MI INTERIOR</a:t>
            </a:r>
          </a:p>
        </p:txBody>
      </p:sp>
    </p:spTree>
    <p:extLst>
      <p:ext uri="{BB962C8B-B14F-4D97-AF65-F5344CB8AC3E}">
        <p14:creationId xmlns:p14="http://schemas.microsoft.com/office/powerpoint/2010/main" val="3407751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1768699"/>
            <a:ext cx="9144000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 GRACIA me levantó</a:t>
            </a:r>
          </a:p>
          <a:p>
            <a:pPr algn="ctr"/>
            <a: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 basta TU AMOR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AA23079-2F56-47D1-8FA1-ADE8F6EDF848}"/>
              </a:ext>
            </a:extLst>
          </p:cNvPr>
          <p:cNvSpPr/>
          <p:nvPr/>
        </p:nvSpPr>
        <p:spPr>
          <a:xfrm>
            <a:off x="5228990" y="243125"/>
            <a:ext cx="3746860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DESDE MI INTERIOR</a:t>
            </a:r>
          </a:p>
        </p:txBody>
      </p:sp>
    </p:spTree>
    <p:extLst>
      <p:ext uri="{BB962C8B-B14F-4D97-AF65-F5344CB8AC3E}">
        <p14:creationId xmlns:p14="http://schemas.microsoft.com/office/powerpoint/2010/main" val="2608005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15818" y="1646631"/>
            <a:ext cx="7912363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DIOS eterno TU LUZ por siempre brillará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282041F-24B8-40DA-B57B-F569995A3275}"/>
              </a:ext>
            </a:extLst>
          </p:cNvPr>
          <p:cNvSpPr/>
          <p:nvPr/>
        </p:nvSpPr>
        <p:spPr>
          <a:xfrm>
            <a:off x="5228990" y="243125"/>
            <a:ext cx="3746860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DESDE MI INTERIOR</a:t>
            </a:r>
          </a:p>
        </p:txBody>
      </p:sp>
    </p:spTree>
    <p:extLst>
      <p:ext uri="{BB962C8B-B14F-4D97-AF65-F5344CB8AC3E}">
        <p14:creationId xmlns:p14="http://schemas.microsoft.com/office/powerpoint/2010/main" val="850316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148107" y="1490008"/>
            <a:ext cx="884778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tu gloria incomparable sin final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EC4F5AA-9132-45EA-8DF3-C0DD06B1247C}"/>
              </a:ext>
            </a:extLst>
          </p:cNvPr>
          <p:cNvSpPr/>
          <p:nvPr/>
        </p:nvSpPr>
        <p:spPr>
          <a:xfrm>
            <a:off x="5228990" y="243125"/>
            <a:ext cx="3746860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DESDE MI INTERIOR</a:t>
            </a:r>
          </a:p>
        </p:txBody>
      </p:sp>
    </p:spTree>
    <p:extLst>
      <p:ext uri="{BB962C8B-B14F-4D97-AF65-F5344CB8AC3E}">
        <p14:creationId xmlns:p14="http://schemas.microsoft.com/office/powerpoint/2010/main" val="2062914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-1" y="1712529"/>
            <a:ext cx="9144001" cy="2285241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48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 mi corazón te doy el control</a:t>
            </a:r>
          </a:p>
          <a:p>
            <a:pPr algn="ctr"/>
            <a:r>
              <a:rPr lang="es-MX" sz="48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Consume todo mi interior Dios</a:t>
            </a:r>
          </a:p>
          <a:p>
            <a:pPr algn="ctr"/>
            <a:endParaRPr lang="es-ES" sz="48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B26A553-926B-4E97-BEBB-928E569935D3}"/>
              </a:ext>
            </a:extLst>
          </p:cNvPr>
          <p:cNvSpPr/>
          <p:nvPr/>
        </p:nvSpPr>
        <p:spPr>
          <a:xfrm>
            <a:off x="5228990" y="243125"/>
            <a:ext cx="3746860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DESDE MI INTERIOR</a:t>
            </a:r>
          </a:p>
        </p:txBody>
      </p:sp>
    </p:spTree>
    <p:extLst>
      <p:ext uri="{BB962C8B-B14F-4D97-AF65-F5344CB8AC3E}">
        <p14:creationId xmlns:p14="http://schemas.microsoft.com/office/powerpoint/2010/main" val="717837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1513091"/>
            <a:ext cx="9143999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Justicia y amor me</a:t>
            </a:r>
          </a:p>
          <a:p>
            <a:pPr algn="ctr"/>
            <a: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abrazan Señor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B6C7907-02FB-4F6F-8A88-868568D374B8}"/>
              </a:ext>
            </a:extLst>
          </p:cNvPr>
          <p:cNvSpPr/>
          <p:nvPr/>
        </p:nvSpPr>
        <p:spPr>
          <a:xfrm>
            <a:off x="5228990" y="243125"/>
            <a:ext cx="3746860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DESDE MI INTERIOR</a:t>
            </a:r>
          </a:p>
        </p:txBody>
      </p:sp>
    </p:spTree>
    <p:extLst>
      <p:ext uri="{BB962C8B-B14F-4D97-AF65-F5344CB8AC3E}">
        <p14:creationId xmlns:p14="http://schemas.microsoft.com/office/powerpoint/2010/main" val="4081976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1654852"/>
            <a:ext cx="9143999" cy="283923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Te amo desde</a:t>
            </a:r>
          </a:p>
          <a:p>
            <a:pPr algn="ctr"/>
            <a: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mi interior</a:t>
            </a:r>
          </a:p>
          <a:p>
            <a:pPr algn="ctr"/>
            <a:endParaRPr lang="es-ES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B6C7907-02FB-4F6F-8A88-868568D374B8}"/>
              </a:ext>
            </a:extLst>
          </p:cNvPr>
          <p:cNvSpPr/>
          <p:nvPr/>
        </p:nvSpPr>
        <p:spPr>
          <a:xfrm>
            <a:off x="5228990" y="243125"/>
            <a:ext cx="3746860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DESDE MI INTERIOR</a:t>
            </a:r>
          </a:p>
        </p:txBody>
      </p:sp>
    </p:spTree>
    <p:extLst>
      <p:ext uri="{BB962C8B-B14F-4D97-AF65-F5344CB8AC3E}">
        <p14:creationId xmlns:p14="http://schemas.microsoft.com/office/powerpoint/2010/main" val="1855652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/>
        </p:nvSpPr>
        <p:spPr>
          <a:xfrm>
            <a:off x="1143000" y="1793315"/>
            <a:ext cx="6858000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Señor tu voluntad permanecerá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C38B91D-2EC7-4E42-BDB5-14844944C0DD}"/>
              </a:ext>
            </a:extLst>
          </p:cNvPr>
          <p:cNvSpPr/>
          <p:nvPr/>
        </p:nvSpPr>
        <p:spPr>
          <a:xfrm>
            <a:off x="5228990" y="243125"/>
            <a:ext cx="3746860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DESDE MI INTERIOR</a:t>
            </a:r>
          </a:p>
        </p:txBody>
      </p:sp>
    </p:spTree>
    <p:extLst>
      <p:ext uri="{BB962C8B-B14F-4D97-AF65-F5344CB8AC3E}">
        <p14:creationId xmlns:p14="http://schemas.microsoft.com/office/powerpoint/2010/main" val="2397156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1697757"/>
            <a:ext cx="9144000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 ti me quiero perder </a:t>
            </a:r>
          </a:p>
          <a:p>
            <a:pPr algn="ctr"/>
            <a: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 adoración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D571926-94DA-4F5F-8D29-C2B8E32D8D49}"/>
              </a:ext>
            </a:extLst>
          </p:cNvPr>
          <p:cNvSpPr/>
          <p:nvPr/>
        </p:nvSpPr>
        <p:spPr>
          <a:xfrm>
            <a:off x="5228990" y="243125"/>
            <a:ext cx="3746860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DESDE MI INTERIOR</a:t>
            </a:r>
          </a:p>
        </p:txBody>
      </p:sp>
    </p:spTree>
    <p:extLst>
      <p:ext uri="{BB962C8B-B14F-4D97-AF65-F5344CB8AC3E}">
        <p14:creationId xmlns:p14="http://schemas.microsoft.com/office/powerpoint/2010/main" val="2623702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1697757"/>
            <a:ext cx="9143999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DIOS eterno TU LUZ por siempre brillará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04FBADB-3D81-4335-8DDC-68DBE90FE18A}"/>
              </a:ext>
            </a:extLst>
          </p:cNvPr>
          <p:cNvSpPr/>
          <p:nvPr/>
        </p:nvSpPr>
        <p:spPr>
          <a:xfrm>
            <a:off x="5228990" y="243125"/>
            <a:ext cx="3746860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DESDE MI INTERIOR</a:t>
            </a:r>
          </a:p>
        </p:txBody>
      </p:sp>
    </p:spTree>
    <p:extLst>
      <p:ext uri="{BB962C8B-B14F-4D97-AF65-F5344CB8AC3E}">
        <p14:creationId xmlns:p14="http://schemas.microsoft.com/office/powerpoint/2010/main" val="980422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750474" y="1674674"/>
            <a:ext cx="745336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tu gloria incomparable sin final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FEF8719-74E8-47B9-BE3B-62E1305FDACE}"/>
              </a:ext>
            </a:extLst>
          </p:cNvPr>
          <p:cNvSpPr/>
          <p:nvPr/>
        </p:nvSpPr>
        <p:spPr>
          <a:xfrm>
            <a:off x="5228990" y="243125"/>
            <a:ext cx="3746860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DESDE MI INTERIOR</a:t>
            </a:r>
          </a:p>
        </p:txBody>
      </p:sp>
    </p:spTree>
    <p:extLst>
      <p:ext uri="{BB962C8B-B14F-4D97-AF65-F5344CB8AC3E}">
        <p14:creationId xmlns:p14="http://schemas.microsoft.com/office/powerpoint/2010/main" val="2277854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1802681"/>
            <a:ext cx="9144001" cy="210057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4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 mi corazón te doy el control</a:t>
            </a:r>
          </a:p>
          <a:p>
            <a:pPr algn="ctr"/>
            <a:r>
              <a:rPr lang="es-MX" sz="4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Consume todo mi interior Dios</a:t>
            </a:r>
          </a:p>
          <a:p>
            <a:pPr algn="ctr"/>
            <a:endParaRPr lang="es-ES" sz="44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AC72AE5-06CE-4927-B18F-239CCB1279A0}"/>
              </a:ext>
            </a:extLst>
          </p:cNvPr>
          <p:cNvSpPr/>
          <p:nvPr/>
        </p:nvSpPr>
        <p:spPr>
          <a:xfrm>
            <a:off x="5228990" y="243125"/>
            <a:ext cx="3746860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DESDE MI INTERIOR</a:t>
            </a:r>
          </a:p>
        </p:txBody>
      </p:sp>
    </p:spTree>
    <p:extLst>
      <p:ext uri="{BB962C8B-B14F-4D97-AF65-F5344CB8AC3E}">
        <p14:creationId xmlns:p14="http://schemas.microsoft.com/office/powerpoint/2010/main" val="814462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90154" y="1603336"/>
            <a:ext cx="9143999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Justicia y amor me </a:t>
            </a:r>
          </a:p>
          <a:p>
            <a:pPr algn="ctr"/>
            <a:r>
              <a:rPr lang="es-ES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abrazan Señor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9858B43-EB12-4CEE-A052-2E06A1BFC949}"/>
              </a:ext>
            </a:extLst>
          </p:cNvPr>
          <p:cNvSpPr/>
          <p:nvPr/>
        </p:nvSpPr>
        <p:spPr>
          <a:xfrm>
            <a:off x="5228990" y="243125"/>
            <a:ext cx="3746860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DESDE MI INTERIOR</a:t>
            </a:r>
          </a:p>
        </p:txBody>
      </p:sp>
    </p:spTree>
    <p:extLst>
      <p:ext uri="{BB962C8B-B14F-4D97-AF65-F5344CB8AC3E}">
        <p14:creationId xmlns:p14="http://schemas.microsoft.com/office/powerpoint/2010/main" val="4199864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90154" y="1603336"/>
            <a:ext cx="9143999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Te amo desde mi interior</a:t>
            </a:r>
          </a:p>
          <a:p>
            <a:pPr algn="ctr"/>
            <a:endParaRPr lang="es-ES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9858B43-EB12-4CEE-A052-2E06A1BFC949}"/>
              </a:ext>
            </a:extLst>
          </p:cNvPr>
          <p:cNvSpPr/>
          <p:nvPr/>
        </p:nvSpPr>
        <p:spPr>
          <a:xfrm>
            <a:off x="5228990" y="243125"/>
            <a:ext cx="3746860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DESDE MI INTERIOR</a:t>
            </a:r>
          </a:p>
        </p:txBody>
      </p:sp>
    </p:spTree>
    <p:extLst>
      <p:ext uri="{BB962C8B-B14F-4D97-AF65-F5344CB8AC3E}">
        <p14:creationId xmlns:p14="http://schemas.microsoft.com/office/powerpoint/2010/main" val="15102908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1697757"/>
            <a:ext cx="9144000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Dios eterno TU LUZ por siempre brillará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036E3C0-AA29-4DE0-B701-94CE02F23ED9}"/>
              </a:ext>
            </a:extLst>
          </p:cNvPr>
          <p:cNvSpPr/>
          <p:nvPr/>
        </p:nvSpPr>
        <p:spPr>
          <a:xfrm>
            <a:off x="5228990" y="243125"/>
            <a:ext cx="3746860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DESDE MI INTERIOR</a:t>
            </a:r>
          </a:p>
        </p:txBody>
      </p:sp>
    </p:spTree>
    <p:extLst>
      <p:ext uri="{BB962C8B-B14F-4D97-AF65-F5344CB8AC3E}">
        <p14:creationId xmlns:p14="http://schemas.microsoft.com/office/powerpoint/2010/main" val="26918978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387744" y="1648169"/>
            <a:ext cx="836851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tu gloria incomparable sin final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B33E5AB-93ED-46A8-8941-34EEEA99534C}"/>
              </a:ext>
            </a:extLst>
          </p:cNvPr>
          <p:cNvSpPr/>
          <p:nvPr/>
        </p:nvSpPr>
        <p:spPr>
          <a:xfrm>
            <a:off x="5228990" y="243125"/>
            <a:ext cx="3746860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DESDE MI INTERIOR</a:t>
            </a:r>
          </a:p>
        </p:txBody>
      </p:sp>
    </p:spTree>
    <p:extLst>
      <p:ext uri="{BB962C8B-B14F-4D97-AF65-F5344CB8AC3E}">
        <p14:creationId xmlns:p14="http://schemas.microsoft.com/office/powerpoint/2010/main" val="486633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1697757"/>
            <a:ext cx="9144000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El clamor de mi ser </a:t>
            </a:r>
          </a:p>
          <a:p>
            <a:pPr algn="ctr"/>
            <a:r>
              <a:rPr lang="es-ES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es contigo estar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A424D01-B84C-459B-AA55-CA680840D233}"/>
              </a:ext>
            </a:extLst>
          </p:cNvPr>
          <p:cNvSpPr/>
          <p:nvPr/>
        </p:nvSpPr>
        <p:spPr>
          <a:xfrm>
            <a:off x="5228990" y="243125"/>
            <a:ext cx="3746860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DESDE MI INTERIOR</a:t>
            </a:r>
          </a:p>
        </p:txBody>
      </p:sp>
    </p:spTree>
    <p:extLst>
      <p:ext uri="{BB962C8B-B14F-4D97-AF65-F5344CB8AC3E}">
        <p14:creationId xmlns:p14="http://schemas.microsoft.com/office/powerpoint/2010/main" val="25435686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1697757"/>
            <a:ext cx="9144000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Desde mi interior</a:t>
            </a:r>
          </a:p>
          <a:p>
            <a:pPr algn="ctr"/>
            <a:r>
              <a:rPr lang="es-ES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mi alma clamará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2E6AA62-47A3-4641-93E4-3D395611C88D}"/>
              </a:ext>
            </a:extLst>
          </p:cNvPr>
          <p:cNvSpPr/>
          <p:nvPr/>
        </p:nvSpPr>
        <p:spPr>
          <a:xfrm>
            <a:off x="5228990" y="243125"/>
            <a:ext cx="3746860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DESDE MI INTERIOR</a:t>
            </a:r>
          </a:p>
        </p:txBody>
      </p:sp>
    </p:spTree>
    <p:extLst>
      <p:ext uri="{BB962C8B-B14F-4D97-AF65-F5344CB8AC3E}">
        <p14:creationId xmlns:p14="http://schemas.microsoft.com/office/powerpoint/2010/main" val="27453295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1394235"/>
            <a:ext cx="9144001" cy="3300904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 mi corazón </a:t>
            </a:r>
          </a:p>
          <a:p>
            <a:pPr algn="ctr"/>
            <a:r>
              <a:rPr lang="es-ES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te doy el control</a:t>
            </a:r>
          </a:p>
          <a:p>
            <a:pPr algn="ctr"/>
            <a:r>
              <a:rPr lang="es-MX" sz="48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Consume todo mi interior Dios</a:t>
            </a:r>
          </a:p>
          <a:p>
            <a:pPr algn="ctr"/>
            <a:endParaRPr lang="es-ES" sz="54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C01B70C-9976-46EB-AB08-DA96BE9926B7}"/>
              </a:ext>
            </a:extLst>
          </p:cNvPr>
          <p:cNvSpPr/>
          <p:nvPr/>
        </p:nvSpPr>
        <p:spPr>
          <a:xfrm>
            <a:off x="5228990" y="243125"/>
            <a:ext cx="3746860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DESDE MI INTERIOR</a:t>
            </a:r>
          </a:p>
        </p:txBody>
      </p:sp>
    </p:spTree>
    <p:extLst>
      <p:ext uri="{BB962C8B-B14F-4D97-AF65-F5344CB8AC3E}">
        <p14:creationId xmlns:p14="http://schemas.microsoft.com/office/powerpoint/2010/main" val="4379719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90154" y="1693487"/>
            <a:ext cx="9143999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Justicia y amor me</a:t>
            </a:r>
          </a:p>
          <a:p>
            <a:pPr algn="ctr"/>
            <a:r>
              <a:rPr lang="es-ES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abrazan Señor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0999F9A-BDC9-42E9-8502-8DB756373CC2}"/>
              </a:ext>
            </a:extLst>
          </p:cNvPr>
          <p:cNvSpPr/>
          <p:nvPr/>
        </p:nvSpPr>
        <p:spPr>
          <a:xfrm>
            <a:off x="5228990" y="243125"/>
            <a:ext cx="3746860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DESDE MI INTERIOR</a:t>
            </a:r>
          </a:p>
        </p:txBody>
      </p:sp>
    </p:spTree>
    <p:extLst>
      <p:ext uri="{BB962C8B-B14F-4D97-AF65-F5344CB8AC3E}">
        <p14:creationId xmlns:p14="http://schemas.microsoft.com/office/powerpoint/2010/main" val="22722306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90154" y="1693487"/>
            <a:ext cx="9143999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Te amo desde mi interior</a:t>
            </a:r>
          </a:p>
          <a:p>
            <a:pPr algn="ctr"/>
            <a:endParaRPr lang="es-ES" sz="54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0999F9A-BDC9-42E9-8502-8DB756373CC2}"/>
              </a:ext>
            </a:extLst>
          </p:cNvPr>
          <p:cNvSpPr/>
          <p:nvPr/>
        </p:nvSpPr>
        <p:spPr>
          <a:xfrm>
            <a:off x="5228990" y="243125"/>
            <a:ext cx="3746860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DESDE MI INTERIOR</a:t>
            </a:r>
          </a:p>
        </p:txBody>
      </p:sp>
    </p:spTree>
    <p:extLst>
      <p:ext uri="{BB962C8B-B14F-4D97-AF65-F5344CB8AC3E}">
        <p14:creationId xmlns:p14="http://schemas.microsoft.com/office/powerpoint/2010/main" val="10465725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063487" y="1697757"/>
            <a:ext cx="7017026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Dios eterno tu luz por siempre brillará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AF4D2F1-7344-4CDF-B8E9-75693C7ED177}"/>
              </a:ext>
            </a:extLst>
          </p:cNvPr>
          <p:cNvSpPr/>
          <p:nvPr/>
        </p:nvSpPr>
        <p:spPr>
          <a:xfrm>
            <a:off x="5228990" y="243125"/>
            <a:ext cx="3746860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DESDE MI INTERIOR</a:t>
            </a:r>
          </a:p>
        </p:txBody>
      </p:sp>
    </p:spTree>
    <p:extLst>
      <p:ext uri="{BB962C8B-B14F-4D97-AF65-F5344CB8AC3E}">
        <p14:creationId xmlns:p14="http://schemas.microsoft.com/office/powerpoint/2010/main" val="11775864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542662" y="1674674"/>
            <a:ext cx="805867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tu gloria incomparable sin final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A2B8613-4DDE-4317-B2E4-063F835ADBC8}"/>
              </a:ext>
            </a:extLst>
          </p:cNvPr>
          <p:cNvSpPr/>
          <p:nvPr/>
        </p:nvSpPr>
        <p:spPr>
          <a:xfrm>
            <a:off x="5228990" y="243125"/>
            <a:ext cx="3746860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DESDE MI INTERIOR</a:t>
            </a:r>
          </a:p>
        </p:txBody>
      </p:sp>
    </p:spTree>
    <p:extLst>
      <p:ext uri="{BB962C8B-B14F-4D97-AF65-F5344CB8AC3E}">
        <p14:creationId xmlns:p14="http://schemas.microsoft.com/office/powerpoint/2010/main" val="24456544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1697757"/>
            <a:ext cx="9144000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El clamor de mi ser </a:t>
            </a:r>
          </a:p>
          <a:p>
            <a:pPr algn="ctr"/>
            <a:r>
              <a:rPr lang="es-ES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es contigo estar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AE7D3B5-DD04-49D2-AA53-3C404421716C}"/>
              </a:ext>
            </a:extLst>
          </p:cNvPr>
          <p:cNvSpPr/>
          <p:nvPr/>
        </p:nvSpPr>
        <p:spPr>
          <a:xfrm>
            <a:off x="5228990" y="243125"/>
            <a:ext cx="3746860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DESDE MI INTERIOR</a:t>
            </a:r>
          </a:p>
        </p:txBody>
      </p:sp>
    </p:spTree>
    <p:extLst>
      <p:ext uri="{BB962C8B-B14F-4D97-AF65-F5344CB8AC3E}">
        <p14:creationId xmlns:p14="http://schemas.microsoft.com/office/powerpoint/2010/main" val="25244325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1818092"/>
            <a:ext cx="9144000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Desde mi interior</a:t>
            </a:r>
          </a:p>
          <a:p>
            <a:pPr algn="ctr"/>
            <a:r>
              <a:rPr lang="es-ES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mi alma clamará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00CCC05-CF81-4172-8DEA-FFEF0ACBA421}"/>
              </a:ext>
            </a:extLst>
          </p:cNvPr>
          <p:cNvSpPr/>
          <p:nvPr/>
        </p:nvSpPr>
        <p:spPr>
          <a:xfrm>
            <a:off x="5228990" y="243125"/>
            <a:ext cx="3746860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DESDE MI INTERIOR</a:t>
            </a:r>
          </a:p>
        </p:txBody>
      </p:sp>
    </p:spTree>
    <p:extLst>
      <p:ext uri="{BB962C8B-B14F-4D97-AF65-F5344CB8AC3E}">
        <p14:creationId xmlns:p14="http://schemas.microsoft.com/office/powerpoint/2010/main" val="31543902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1552</TotalTime>
  <Words>256</Words>
  <Application>Microsoft Office PowerPoint</Application>
  <PresentationFormat>Presentación en pantalla (4:3)</PresentationFormat>
  <Paragraphs>65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1" baseType="lpstr">
      <vt:lpstr>Aharoni</vt:lpstr>
      <vt:lpstr>Arial</vt:lpstr>
      <vt:lpstr>Arial Rounded MT Bold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Yecika Serrato G</dc:creator>
  <cp:lastModifiedBy>Familia Cañon Peña</cp:lastModifiedBy>
  <cp:revision>21</cp:revision>
  <dcterms:created xsi:type="dcterms:W3CDTF">2020-07-09T01:07:28Z</dcterms:created>
  <dcterms:modified xsi:type="dcterms:W3CDTF">2021-07-27T03:16:45Z</dcterms:modified>
</cp:coreProperties>
</file>