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5" r:id="rId2"/>
    <p:sldId id="282" r:id="rId3"/>
    <p:sldId id="283" r:id="rId4"/>
    <p:sldId id="257" r:id="rId5"/>
    <p:sldId id="258" r:id="rId6"/>
    <p:sldId id="312" r:id="rId7"/>
    <p:sldId id="302" r:id="rId8"/>
    <p:sldId id="303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8" autoAdjust="0"/>
    <p:restoredTop sz="94660"/>
  </p:normalViewPr>
  <p:slideViewPr>
    <p:cSldViewPr>
      <p:cViewPr varScale="1">
        <p:scale>
          <a:sx n="81" d="100"/>
          <a:sy n="81" d="100"/>
        </p:scale>
        <p:origin x="102" y="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C764-99C0-49B1-8A60-1E32CFF09408}" type="datetimeFigureOut">
              <a:rPr lang="es-CO" smtClean="0"/>
              <a:t>1/06/2024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370B6-B356-426C-A4BF-6B1CF236BA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7592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C764-99C0-49B1-8A60-1E32CFF09408}" type="datetimeFigureOut">
              <a:rPr lang="es-CO" smtClean="0"/>
              <a:t>1/06/2024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370B6-B356-426C-A4BF-6B1CF236BA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5785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C764-99C0-49B1-8A60-1E32CFF09408}" type="datetimeFigureOut">
              <a:rPr lang="es-CO" smtClean="0"/>
              <a:t>1/06/2024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370B6-B356-426C-A4BF-6B1CF236BA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313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C764-99C0-49B1-8A60-1E32CFF09408}" type="datetimeFigureOut">
              <a:rPr lang="es-CO" smtClean="0"/>
              <a:t>1/06/2024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370B6-B356-426C-A4BF-6B1CF236BA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8316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C764-99C0-49B1-8A60-1E32CFF09408}" type="datetimeFigureOut">
              <a:rPr lang="es-CO" smtClean="0"/>
              <a:t>1/06/2024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370B6-B356-426C-A4BF-6B1CF236BA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263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C764-99C0-49B1-8A60-1E32CFF09408}" type="datetimeFigureOut">
              <a:rPr lang="es-CO" smtClean="0"/>
              <a:t>1/06/2024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370B6-B356-426C-A4BF-6B1CF236BA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0335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C764-99C0-49B1-8A60-1E32CFF09408}" type="datetimeFigureOut">
              <a:rPr lang="es-CO" smtClean="0"/>
              <a:t>1/06/2024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370B6-B356-426C-A4BF-6B1CF236BA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0562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C764-99C0-49B1-8A60-1E32CFF09408}" type="datetimeFigureOut">
              <a:rPr lang="es-CO" smtClean="0"/>
              <a:t>1/06/2024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370B6-B356-426C-A4BF-6B1CF236BA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6093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C764-99C0-49B1-8A60-1E32CFF09408}" type="datetimeFigureOut">
              <a:rPr lang="es-CO" smtClean="0"/>
              <a:t>1/06/2024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370B6-B356-426C-A4BF-6B1CF236BA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0181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C764-99C0-49B1-8A60-1E32CFF09408}" type="datetimeFigureOut">
              <a:rPr lang="es-CO" smtClean="0"/>
              <a:t>1/06/2024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370B6-B356-426C-A4BF-6B1CF236BA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790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C764-99C0-49B1-8A60-1E32CFF09408}" type="datetimeFigureOut">
              <a:rPr lang="es-CO" smtClean="0"/>
              <a:t>1/06/2024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370B6-B356-426C-A4BF-6B1CF236BA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1151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0C764-99C0-49B1-8A60-1E32CFF09408}" type="datetimeFigureOut">
              <a:rPr lang="es-CO" smtClean="0"/>
              <a:t>1/06/2024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370B6-B356-426C-A4BF-6B1CF236BA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3692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4508B46-14B2-4E79-B1D5-5EF7A1165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68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351584" y="1340769"/>
            <a:ext cx="7488832" cy="307007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REY del universo </a:t>
            </a:r>
          </a:p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DUEÑO de los cielos</a:t>
            </a:r>
          </a:p>
          <a:p>
            <a:pPr algn="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EL CREADOR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5C6D59B-3BF8-41EC-81A4-85478313A5A1}"/>
              </a:ext>
            </a:extLst>
          </p:cNvPr>
          <p:cNvSpPr txBox="1"/>
          <p:nvPr/>
        </p:nvSpPr>
        <p:spPr>
          <a:xfrm>
            <a:off x="5879976" y="260648"/>
            <a:ext cx="4572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DIOS DE MARAVILLAS</a:t>
            </a:r>
          </a:p>
        </p:txBody>
      </p:sp>
    </p:spTree>
    <p:extLst>
      <p:ext uri="{BB962C8B-B14F-4D97-AF65-F5344CB8AC3E}">
        <p14:creationId xmlns:p14="http://schemas.microsoft.com/office/powerpoint/2010/main" val="2367534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1542583" y="1340769"/>
            <a:ext cx="9144000" cy="307007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DIOS de MARAVILLAS</a:t>
            </a:r>
          </a:p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Dueño de la tierra</a:t>
            </a:r>
          </a:p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ERES SEÑOR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6AD175E-D895-4761-9074-F61AD8D1E09A}"/>
              </a:ext>
            </a:extLst>
          </p:cNvPr>
          <p:cNvSpPr txBox="1"/>
          <p:nvPr/>
        </p:nvSpPr>
        <p:spPr>
          <a:xfrm>
            <a:off x="5879976" y="260648"/>
            <a:ext cx="4572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DIOS DE MARAVILLAS</a:t>
            </a:r>
          </a:p>
        </p:txBody>
      </p:sp>
    </p:spTree>
    <p:extLst>
      <p:ext uri="{BB962C8B-B14F-4D97-AF65-F5344CB8AC3E}">
        <p14:creationId xmlns:p14="http://schemas.microsoft.com/office/powerpoint/2010/main" val="2967654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2117812" y="1412777"/>
            <a:ext cx="7956376" cy="307007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Redentor eterno</a:t>
            </a:r>
          </a:p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Digno el CORDERO</a:t>
            </a:r>
          </a:p>
          <a:p>
            <a:pPr algn="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MI SALVADOR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ECB1CEA-B323-48BF-A515-CE5A2F51A34A}"/>
              </a:ext>
            </a:extLst>
          </p:cNvPr>
          <p:cNvSpPr txBox="1"/>
          <p:nvPr/>
        </p:nvSpPr>
        <p:spPr>
          <a:xfrm>
            <a:off x="5879976" y="260648"/>
            <a:ext cx="4572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DIOS DE MARAVILLAS</a:t>
            </a:r>
          </a:p>
        </p:txBody>
      </p:sp>
    </p:spTree>
    <p:extLst>
      <p:ext uri="{BB962C8B-B14F-4D97-AF65-F5344CB8AC3E}">
        <p14:creationId xmlns:p14="http://schemas.microsoft.com/office/powerpoint/2010/main" val="4252202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890268" y="1556793"/>
            <a:ext cx="8411465" cy="206979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Los pueblos hoy esperan claman por la obra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6818884-A699-4E9C-80F6-057D843690AC}"/>
              </a:ext>
            </a:extLst>
          </p:cNvPr>
          <p:cNvSpPr txBox="1"/>
          <p:nvPr/>
        </p:nvSpPr>
        <p:spPr>
          <a:xfrm>
            <a:off x="5879976" y="260648"/>
            <a:ext cx="4572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DIOS DE MARAVILLAS</a:t>
            </a:r>
          </a:p>
        </p:txBody>
      </p:sp>
    </p:spTree>
    <p:extLst>
      <p:ext uri="{BB962C8B-B14F-4D97-AF65-F5344CB8AC3E}">
        <p14:creationId xmlns:p14="http://schemas.microsoft.com/office/powerpoint/2010/main" val="876122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890268" y="2329958"/>
            <a:ext cx="8411465" cy="1069524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De tu amor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6818884-A699-4E9C-80F6-057D843690AC}"/>
              </a:ext>
            </a:extLst>
          </p:cNvPr>
          <p:cNvSpPr txBox="1"/>
          <p:nvPr/>
        </p:nvSpPr>
        <p:spPr>
          <a:xfrm>
            <a:off x="5879976" y="260648"/>
            <a:ext cx="4572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DIOS DE MARAVILLAS</a:t>
            </a:r>
          </a:p>
        </p:txBody>
      </p:sp>
    </p:spTree>
    <p:extLst>
      <p:ext uri="{BB962C8B-B14F-4D97-AF65-F5344CB8AC3E}">
        <p14:creationId xmlns:p14="http://schemas.microsoft.com/office/powerpoint/2010/main" val="923738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524000" y="1556792"/>
            <a:ext cx="9144000" cy="242374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Publicar</a:t>
            </a:r>
          </a:p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A las naciones </a:t>
            </a: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tu verdad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AA0D352-FECB-483D-A25E-AD51FEDD6DF8}"/>
              </a:ext>
            </a:extLst>
          </p:cNvPr>
          <p:cNvSpPr txBox="1"/>
          <p:nvPr/>
        </p:nvSpPr>
        <p:spPr>
          <a:xfrm>
            <a:off x="5879976" y="260648"/>
            <a:ext cx="4572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DIOS DE MARAVILLAS</a:t>
            </a:r>
          </a:p>
        </p:txBody>
      </p:sp>
    </p:spTree>
    <p:extLst>
      <p:ext uri="{BB962C8B-B14F-4D97-AF65-F5344CB8AC3E}">
        <p14:creationId xmlns:p14="http://schemas.microsoft.com/office/powerpoint/2010/main" val="203243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524000" y="1412776"/>
            <a:ext cx="9144000" cy="31162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Anunciar </a:t>
            </a:r>
          </a:p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Entre los pueblos </a:t>
            </a:r>
          </a:p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Tu AMOR y MAJESTAD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F216AAB-6E1E-482A-B008-3A704910C12F}"/>
              </a:ext>
            </a:extLst>
          </p:cNvPr>
          <p:cNvSpPr txBox="1"/>
          <p:nvPr/>
        </p:nvSpPr>
        <p:spPr>
          <a:xfrm>
            <a:off x="5879976" y="260648"/>
            <a:ext cx="4572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DIOS DE MARAVILLAS</a:t>
            </a:r>
          </a:p>
        </p:txBody>
      </p:sp>
    </p:spTree>
    <p:extLst>
      <p:ext uri="{BB962C8B-B14F-4D97-AF65-F5344CB8AC3E}">
        <p14:creationId xmlns:p14="http://schemas.microsoft.com/office/powerpoint/2010/main" val="704192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351584" y="1340769"/>
            <a:ext cx="7488832" cy="307007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REY del universo </a:t>
            </a:r>
          </a:p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DUEÑO de los cielos</a:t>
            </a:r>
          </a:p>
          <a:p>
            <a:pPr algn="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EL CREADOR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5C6D59B-3BF8-41EC-81A4-85478313A5A1}"/>
              </a:ext>
            </a:extLst>
          </p:cNvPr>
          <p:cNvSpPr txBox="1"/>
          <p:nvPr/>
        </p:nvSpPr>
        <p:spPr>
          <a:xfrm>
            <a:off x="5879976" y="260648"/>
            <a:ext cx="4572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DIOS DE MARAVILLAS</a:t>
            </a:r>
          </a:p>
        </p:txBody>
      </p:sp>
    </p:spTree>
    <p:extLst>
      <p:ext uri="{BB962C8B-B14F-4D97-AF65-F5344CB8AC3E}">
        <p14:creationId xmlns:p14="http://schemas.microsoft.com/office/powerpoint/2010/main" val="3677065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1542583" y="1340769"/>
            <a:ext cx="9144000" cy="307007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DIOS de MARAVILLAS</a:t>
            </a:r>
          </a:p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Dueño de la tierra</a:t>
            </a:r>
          </a:p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ERES SEÑOR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6AD175E-D895-4761-9074-F61AD8D1E09A}"/>
              </a:ext>
            </a:extLst>
          </p:cNvPr>
          <p:cNvSpPr txBox="1"/>
          <p:nvPr/>
        </p:nvSpPr>
        <p:spPr>
          <a:xfrm>
            <a:off x="5879976" y="260648"/>
            <a:ext cx="4572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DIOS DE MARAVILLAS</a:t>
            </a:r>
          </a:p>
        </p:txBody>
      </p:sp>
    </p:spTree>
    <p:extLst>
      <p:ext uri="{BB962C8B-B14F-4D97-AF65-F5344CB8AC3E}">
        <p14:creationId xmlns:p14="http://schemas.microsoft.com/office/powerpoint/2010/main" val="3288381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2117812" y="1412777"/>
            <a:ext cx="7956376" cy="307007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Redentor eterno</a:t>
            </a:r>
          </a:p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Digno el CORDERO</a:t>
            </a:r>
          </a:p>
          <a:p>
            <a:pPr algn="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MI SALVADOR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ECB1CEA-B323-48BF-A515-CE5A2F51A34A}"/>
              </a:ext>
            </a:extLst>
          </p:cNvPr>
          <p:cNvSpPr txBox="1"/>
          <p:nvPr/>
        </p:nvSpPr>
        <p:spPr>
          <a:xfrm>
            <a:off x="5879976" y="260648"/>
            <a:ext cx="4572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DIOS DE MARAVILLAS</a:t>
            </a:r>
          </a:p>
        </p:txBody>
      </p:sp>
    </p:spTree>
    <p:extLst>
      <p:ext uri="{BB962C8B-B14F-4D97-AF65-F5344CB8AC3E}">
        <p14:creationId xmlns:p14="http://schemas.microsoft.com/office/powerpoint/2010/main" val="2230561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890268" y="1556793"/>
            <a:ext cx="8411465" cy="206979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Los pueblos hoy esperan claman por la obra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6818884-A699-4E9C-80F6-057D843690AC}"/>
              </a:ext>
            </a:extLst>
          </p:cNvPr>
          <p:cNvSpPr txBox="1"/>
          <p:nvPr/>
        </p:nvSpPr>
        <p:spPr>
          <a:xfrm>
            <a:off x="5879976" y="260648"/>
            <a:ext cx="4572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DIOS DE MARAVILLAS</a:t>
            </a:r>
          </a:p>
        </p:txBody>
      </p:sp>
    </p:spTree>
    <p:extLst>
      <p:ext uri="{BB962C8B-B14F-4D97-AF65-F5344CB8AC3E}">
        <p14:creationId xmlns:p14="http://schemas.microsoft.com/office/powerpoint/2010/main" val="891460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890268" y="2329958"/>
            <a:ext cx="8411465" cy="1069524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De tu amor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6818884-A699-4E9C-80F6-057D843690AC}"/>
              </a:ext>
            </a:extLst>
          </p:cNvPr>
          <p:cNvSpPr txBox="1"/>
          <p:nvPr/>
        </p:nvSpPr>
        <p:spPr>
          <a:xfrm>
            <a:off x="5879976" y="260648"/>
            <a:ext cx="4572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DIOS DE MARAVILLAS</a:t>
            </a:r>
          </a:p>
        </p:txBody>
      </p:sp>
    </p:spTree>
    <p:extLst>
      <p:ext uri="{BB962C8B-B14F-4D97-AF65-F5344CB8AC3E}">
        <p14:creationId xmlns:p14="http://schemas.microsoft.com/office/powerpoint/2010/main" val="1490740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524000" y="1844824"/>
            <a:ext cx="9144000" cy="242374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Publicar</a:t>
            </a:r>
          </a:p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A las naciones </a:t>
            </a: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tu verdad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AA0D352-FECB-483D-A25E-AD51FEDD6DF8}"/>
              </a:ext>
            </a:extLst>
          </p:cNvPr>
          <p:cNvSpPr txBox="1"/>
          <p:nvPr/>
        </p:nvSpPr>
        <p:spPr>
          <a:xfrm>
            <a:off x="5879976" y="260648"/>
            <a:ext cx="4572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DIOS DE MARAVILLAS</a:t>
            </a:r>
          </a:p>
        </p:txBody>
      </p:sp>
    </p:spTree>
    <p:extLst>
      <p:ext uri="{BB962C8B-B14F-4D97-AF65-F5344CB8AC3E}">
        <p14:creationId xmlns:p14="http://schemas.microsoft.com/office/powerpoint/2010/main" val="1401050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524000" y="1412776"/>
            <a:ext cx="9144000" cy="31162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Anunciar </a:t>
            </a:r>
          </a:p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Entre los pueblos </a:t>
            </a:r>
          </a:p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Tu AMOR y MAJESTAD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F216AAB-6E1E-482A-B008-3A704910C12F}"/>
              </a:ext>
            </a:extLst>
          </p:cNvPr>
          <p:cNvSpPr txBox="1"/>
          <p:nvPr/>
        </p:nvSpPr>
        <p:spPr>
          <a:xfrm>
            <a:off x="5879976" y="260648"/>
            <a:ext cx="4572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DIOS DE MARAVILLAS</a:t>
            </a:r>
          </a:p>
        </p:txBody>
      </p:sp>
    </p:spTree>
    <p:extLst>
      <p:ext uri="{BB962C8B-B14F-4D97-AF65-F5344CB8AC3E}">
        <p14:creationId xmlns:p14="http://schemas.microsoft.com/office/powerpoint/2010/main" val="1800230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524000" y="1844824"/>
            <a:ext cx="9144000" cy="242374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Publicar</a:t>
            </a:r>
          </a:p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A las naciones </a:t>
            </a: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tu verdad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AA0D352-FECB-483D-A25E-AD51FEDD6DF8}"/>
              </a:ext>
            </a:extLst>
          </p:cNvPr>
          <p:cNvSpPr txBox="1"/>
          <p:nvPr/>
        </p:nvSpPr>
        <p:spPr>
          <a:xfrm>
            <a:off x="5879976" y="260648"/>
            <a:ext cx="4572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DIOS DE MARAVILLAS</a:t>
            </a:r>
          </a:p>
        </p:txBody>
      </p:sp>
    </p:spTree>
    <p:extLst>
      <p:ext uri="{BB962C8B-B14F-4D97-AF65-F5344CB8AC3E}">
        <p14:creationId xmlns:p14="http://schemas.microsoft.com/office/powerpoint/2010/main" val="4090473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524000" y="1412776"/>
            <a:ext cx="9144000" cy="31162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Anunciar </a:t>
            </a:r>
          </a:p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Entre los pueblos </a:t>
            </a:r>
          </a:p>
          <a:p>
            <a:pPr algn="ctr"/>
            <a:r>
              <a:rPr lang="es-MX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Tu AMOR y MAJESTAD</a:t>
            </a:r>
            <a:endParaRPr lang="es-CO" sz="6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F216AAB-6E1E-482A-B008-3A704910C12F}"/>
              </a:ext>
            </a:extLst>
          </p:cNvPr>
          <p:cNvSpPr txBox="1"/>
          <p:nvPr/>
        </p:nvSpPr>
        <p:spPr>
          <a:xfrm>
            <a:off x="5879976" y="260648"/>
            <a:ext cx="4572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DIOS DE MARAVILLAS</a:t>
            </a:r>
          </a:p>
        </p:txBody>
      </p:sp>
    </p:spTree>
    <p:extLst>
      <p:ext uri="{BB962C8B-B14F-4D97-AF65-F5344CB8AC3E}">
        <p14:creationId xmlns:p14="http://schemas.microsoft.com/office/powerpoint/2010/main" val="38272209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162</Words>
  <Application>Microsoft Office PowerPoint</Application>
  <PresentationFormat>Panorámica</PresentationFormat>
  <Paragraphs>53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Arial</vt:lpstr>
      <vt:lpstr>Arial Rounded MT Bold</vt:lpstr>
      <vt:lpstr>Brush Script MT</vt:lpstr>
      <vt:lpstr>Calibri</vt:lpstr>
      <vt:lpstr>Tw Cen MT Condensed Extra 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saul ariza  traslavina</dc:creator>
  <cp:lastModifiedBy>Camilo Ruiz Niño</cp:lastModifiedBy>
  <cp:revision>20</cp:revision>
  <dcterms:created xsi:type="dcterms:W3CDTF">2016-12-17T04:43:57Z</dcterms:created>
  <dcterms:modified xsi:type="dcterms:W3CDTF">2024-06-02T03:32:24Z</dcterms:modified>
</cp:coreProperties>
</file>