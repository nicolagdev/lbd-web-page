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3" r:id="rId4"/>
    <p:sldId id="261" r:id="rId5"/>
    <p:sldId id="284" r:id="rId6"/>
    <p:sldId id="285" r:id="rId7"/>
    <p:sldId id="286" r:id="rId8"/>
    <p:sldId id="287" r:id="rId9"/>
    <p:sldId id="257" r:id="rId10"/>
    <p:sldId id="265" r:id="rId11"/>
    <p:sldId id="288" r:id="rId12"/>
    <p:sldId id="266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567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854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8838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989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9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564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60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4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024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167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91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288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389C0-9864-46A2-A573-A08B4560FCD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EB995-E0D0-46F8-9FBF-3E49DC95E4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442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4338862" y="116632"/>
            <a:ext cx="4777496" cy="628041"/>
          </a:xfrm>
        </p:spPr>
        <p:txBody>
          <a:bodyPr>
            <a:no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</a:p>
        </p:txBody>
      </p:sp>
      <p:sp>
        <p:nvSpPr>
          <p:cNvPr id="3" name="2 Rectángulo"/>
          <p:cNvSpPr/>
          <p:nvPr/>
        </p:nvSpPr>
        <p:spPr>
          <a:xfrm>
            <a:off x="785007" y="1196752"/>
            <a:ext cx="7573985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Lo que necesito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tenerte siempre junto a mí</a:t>
            </a:r>
          </a:p>
        </p:txBody>
      </p:sp>
    </p:spTree>
    <p:extLst>
      <p:ext uri="{BB962C8B-B14F-4D97-AF65-F5344CB8AC3E}">
        <p14:creationId xmlns:p14="http://schemas.microsoft.com/office/powerpoint/2010/main" val="53293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866736" y="1556792"/>
            <a:ext cx="7410528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Sí no estás conmigo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 tengo razón para vivir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11E22B00-9443-4B65-808E-44BBA625C463}"/>
              </a:ext>
            </a:extLst>
          </p:cNvPr>
          <p:cNvSpPr txBox="1">
            <a:spLocks/>
          </p:cNvSpPr>
          <p:nvPr/>
        </p:nvSpPr>
        <p:spPr>
          <a:xfrm>
            <a:off x="4338862" y="208671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034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-55470" y="1674674"/>
            <a:ext cx="9187319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Sí no estas conmigo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Día y noche siempre buscaré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47923E93-8F75-48D8-97ED-6738F33AEDAE}"/>
              </a:ext>
            </a:extLst>
          </p:cNvPr>
          <p:cNvSpPr txBox="1">
            <a:spLocks/>
          </p:cNvSpPr>
          <p:nvPr/>
        </p:nvSpPr>
        <p:spPr>
          <a:xfrm>
            <a:off x="4338862" y="136663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37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793034" y="1662563"/>
            <a:ext cx="5557932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Oír tu voz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Sentir tu amor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6D47D2DA-6A22-4068-8EE3-8081E2D3C391}"/>
              </a:ext>
            </a:extLst>
          </p:cNvPr>
          <p:cNvSpPr txBox="1">
            <a:spLocks/>
          </p:cNvSpPr>
          <p:nvPr/>
        </p:nvSpPr>
        <p:spPr>
          <a:xfrm>
            <a:off x="4338862" y="188640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829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4338862" y="116632"/>
            <a:ext cx="4777496" cy="628041"/>
          </a:xfrm>
        </p:spPr>
        <p:txBody>
          <a:bodyPr>
            <a:no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</a:p>
        </p:txBody>
      </p:sp>
      <p:sp>
        <p:nvSpPr>
          <p:cNvPr id="3" name="2 Rectángulo"/>
          <p:cNvSpPr/>
          <p:nvPr/>
        </p:nvSpPr>
        <p:spPr>
          <a:xfrm>
            <a:off x="604987" y="1556792"/>
            <a:ext cx="7934025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Lo que necesito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tenerte siempre junto a mí</a:t>
            </a:r>
          </a:p>
        </p:txBody>
      </p:sp>
    </p:spTree>
    <p:extLst>
      <p:ext uri="{BB962C8B-B14F-4D97-AF65-F5344CB8AC3E}">
        <p14:creationId xmlns:p14="http://schemas.microsoft.com/office/powerpoint/2010/main" val="119959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290672" y="1556792"/>
            <a:ext cx="8562656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Sí no estás conmigo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 tengo razón para vivir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11E22B00-9443-4B65-808E-44BBA625C463}"/>
              </a:ext>
            </a:extLst>
          </p:cNvPr>
          <p:cNvSpPr txBox="1">
            <a:spLocks/>
          </p:cNvSpPr>
          <p:nvPr/>
        </p:nvSpPr>
        <p:spPr>
          <a:xfrm>
            <a:off x="4338862" y="208671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984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-55470" y="1674674"/>
            <a:ext cx="9187319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Sí no estas conmigo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Día y noche siempre buscaré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47923E93-8F75-48D8-97ED-6738F33AEDAE}"/>
              </a:ext>
            </a:extLst>
          </p:cNvPr>
          <p:cNvSpPr txBox="1">
            <a:spLocks/>
          </p:cNvSpPr>
          <p:nvPr/>
        </p:nvSpPr>
        <p:spPr>
          <a:xfrm>
            <a:off x="4338862" y="136663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436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547775" y="1662563"/>
            <a:ext cx="6048451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Oír tu voz</a:t>
            </a:r>
          </a:p>
          <a:p>
            <a:pPr algn="ctr"/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Sentir tu amor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6D47D2DA-6A22-4068-8EE3-8081E2D3C391}"/>
              </a:ext>
            </a:extLst>
          </p:cNvPr>
          <p:cNvSpPr txBox="1">
            <a:spLocks/>
          </p:cNvSpPr>
          <p:nvPr/>
        </p:nvSpPr>
        <p:spPr>
          <a:xfrm>
            <a:off x="4338862" y="188640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793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318177" y="1700808"/>
            <a:ext cx="8507645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 tú vas en mi barca 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 importa la tormenta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F4993EA5-2C47-4DF8-82C0-0558E55091B1}"/>
              </a:ext>
            </a:extLst>
          </p:cNvPr>
          <p:cNvSpPr txBox="1">
            <a:spLocks/>
          </p:cNvSpPr>
          <p:nvPr/>
        </p:nvSpPr>
        <p:spPr>
          <a:xfrm>
            <a:off x="4338862" y="116632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524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832034" y="1700808"/>
            <a:ext cx="7479933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Tus manos siempre 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me ayudarán</a:t>
            </a:r>
          </a:p>
          <a:p>
            <a:pPr algn="ctr"/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FF2BA7DE-C0A5-4EC3-8606-C020ACEB6CC5}"/>
              </a:ext>
            </a:extLst>
          </p:cNvPr>
          <p:cNvSpPr txBox="1">
            <a:spLocks/>
          </p:cNvSpPr>
          <p:nvPr/>
        </p:nvSpPr>
        <p:spPr>
          <a:xfrm>
            <a:off x="4338862" y="116632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43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190030" y="1628800"/>
            <a:ext cx="8763939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Saber que vas conmigo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Me hace descansar </a:t>
            </a:r>
          </a:p>
          <a:p>
            <a:pPr algn="ctr"/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FF2BA7DE-C0A5-4EC3-8606-C020ACEB6CC5}"/>
              </a:ext>
            </a:extLst>
          </p:cNvPr>
          <p:cNvSpPr txBox="1">
            <a:spLocks/>
          </p:cNvSpPr>
          <p:nvPr/>
        </p:nvSpPr>
        <p:spPr>
          <a:xfrm>
            <a:off x="4338862" y="116632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239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331294" y="1124744"/>
            <a:ext cx="8481412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Aun sobre el mar caminaré</a:t>
            </a:r>
          </a:p>
          <a:p>
            <a:pPr algn="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Aun sobre las nubes volaré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201A0D30-1F32-4881-914A-380E1A712DE5}"/>
              </a:ext>
            </a:extLst>
          </p:cNvPr>
          <p:cNvSpPr txBox="1">
            <a:spLocks/>
          </p:cNvSpPr>
          <p:nvPr/>
        </p:nvSpPr>
        <p:spPr>
          <a:xfrm>
            <a:off x="4338862" y="116632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715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>
          <a:xfrm>
            <a:off x="4338862" y="116632"/>
            <a:ext cx="4777496" cy="628041"/>
          </a:xfrm>
        </p:spPr>
        <p:txBody>
          <a:bodyPr>
            <a:no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</a:p>
        </p:txBody>
      </p:sp>
      <p:sp>
        <p:nvSpPr>
          <p:cNvPr id="3" name="2 Rectángulo"/>
          <p:cNvSpPr/>
          <p:nvPr/>
        </p:nvSpPr>
        <p:spPr>
          <a:xfrm>
            <a:off x="-204215" y="1628800"/>
            <a:ext cx="9086153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Lo que necesito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tenerte siempre junto a mí</a:t>
            </a:r>
          </a:p>
        </p:txBody>
      </p:sp>
    </p:spTree>
    <p:extLst>
      <p:ext uri="{BB962C8B-B14F-4D97-AF65-F5344CB8AC3E}">
        <p14:creationId xmlns:p14="http://schemas.microsoft.com/office/powerpoint/2010/main" val="3580863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247073" y="1628800"/>
            <a:ext cx="8649854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Sí no estás conmigo</a:t>
            </a:r>
          </a:p>
          <a:p>
            <a:pPr algn="ctr"/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 tengo razón para vivir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11E22B00-9443-4B65-808E-44BBA625C463}"/>
              </a:ext>
            </a:extLst>
          </p:cNvPr>
          <p:cNvSpPr txBox="1">
            <a:spLocks/>
          </p:cNvSpPr>
          <p:nvPr/>
        </p:nvSpPr>
        <p:spPr>
          <a:xfrm>
            <a:off x="4338862" y="208671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357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-55470" y="1674674"/>
            <a:ext cx="9187319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Sí no estas conmigo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Día y noche siempre buscaré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47923E93-8F75-48D8-97ED-6738F33AEDAE}"/>
              </a:ext>
            </a:extLst>
          </p:cNvPr>
          <p:cNvSpPr txBox="1">
            <a:spLocks/>
          </p:cNvSpPr>
          <p:nvPr/>
        </p:nvSpPr>
        <p:spPr>
          <a:xfrm>
            <a:off x="4338862" y="136663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230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793034" y="1662563"/>
            <a:ext cx="5557932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Oír tu voz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Sentir tu amor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6D47D2DA-6A22-4068-8EE3-8081E2D3C391}"/>
              </a:ext>
            </a:extLst>
          </p:cNvPr>
          <p:cNvSpPr txBox="1">
            <a:spLocks/>
          </p:cNvSpPr>
          <p:nvPr/>
        </p:nvSpPr>
        <p:spPr>
          <a:xfrm>
            <a:off x="4338862" y="188640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84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182596" y="1556792"/>
            <a:ext cx="8778807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Si tú vas en mi barca </a:t>
            </a:r>
            <a:b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 importa la tormenta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F4993EA5-2C47-4DF8-82C0-0558E55091B1}"/>
              </a:ext>
            </a:extLst>
          </p:cNvPr>
          <p:cNvSpPr txBox="1">
            <a:spLocks/>
          </p:cNvSpPr>
          <p:nvPr/>
        </p:nvSpPr>
        <p:spPr>
          <a:xfrm>
            <a:off x="4338862" y="116632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700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832034" y="1700808"/>
            <a:ext cx="7479933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Tus manos siempre 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me ayudarán</a:t>
            </a:r>
          </a:p>
          <a:p>
            <a:pPr algn="ctr"/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FF2BA7DE-C0A5-4EC3-8606-C020ACEB6CC5}"/>
              </a:ext>
            </a:extLst>
          </p:cNvPr>
          <p:cNvSpPr txBox="1">
            <a:spLocks/>
          </p:cNvSpPr>
          <p:nvPr/>
        </p:nvSpPr>
        <p:spPr>
          <a:xfrm>
            <a:off x="4338862" y="116632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822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190030" y="1628800"/>
            <a:ext cx="8763939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Saber que vas conmigo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Me hace descansar </a:t>
            </a:r>
          </a:p>
          <a:p>
            <a:pPr algn="ctr"/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FF2BA7DE-C0A5-4EC3-8606-C020ACEB6CC5}"/>
              </a:ext>
            </a:extLst>
          </p:cNvPr>
          <p:cNvSpPr txBox="1">
            <a:spLocks/>
          </p:cNvSpPr>
          <p:nvPr/>
        </p:nvSpPr>
        <p:spPr>
          <a:xfrm>
            <a:off x="4338862" y="116632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707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1822690" y="1692368"/>
            <a:ext cx="5498620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Aun sobre el 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mar caminaré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201A0D30-1F32-4881-914A-380E1A712DE5}"/>
              </a:ext>
            </a:extLst>
          </p:cNvPr>
          <p:cNvSpPr txBox="1">
            <a:spLocks/>
          </p:cNvSpPr>
          <p:nvPr/>
        </p:nvSpPr>
        <p:spPr>
          <a:xfrm>
            <a:off x="4338862" y="116632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016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>
          <a:xfrm>
            <a:off x="1328163" y="1692368"/>
            <a:ext cx="648767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//Aun sobre las </a:t>
            </a:r>
          </a:p>
          <a:p>
            <a:pPr algn="ctr"/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nubes volaré//</a:t>
            </a:r>
          </a:p>
        </p:txBody>
      </p:sp>
      <p:sp>
        <p:nvSpPr>
          <p:cNvPr id="4" name="6 Título">
            <a:extLst>
              <a:ext uri="{FF2B5EF4-FFF2-40B4-BE49-F238E27FC236}">
                <a16:creationId xmlns:a16="http://schemas.microsoft.com/office/drawing/2014/main" id="{201A0D30-1F32-4881-914A-380E1A712DE5}"/>
              </a:ext>
            </a:extLst>
          </p:cNvPr>
          <p:cNvSpPr txBox="1">
            <a:spLocks/>
          </p:cNvSpPr>
          <p:nvPr/>
        </p:nvSpPr>
        <p:spPr>
          <a:xfrm>
            <a:off x="4338862" y="116632"/>
            <a:ext cx="4777496" cy="628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2400" b="1">
                <a:solidFill>
                  <a:schemeClr val="bg1"/>
                </a:solidFill>
                <a:latin typeface="Arial Rounded MT Bold" panose="020F0704030504030204" pitchFamily="34" charset="0"/>
              </a:rPr>
              <a:t>LO QUE NECESITO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917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230</Words>
  <Application>Microsoft Office PowerPoint</Application>
  <PresentationFormat>Presentación en pantalla (4:3)</PresentationFormat>
  <Paragraphs>61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Arial Rounded MT Bold</vt:lpstr>
      <vt:lpstr>Berlin Sans FB Demi</vt:lpstr>
      <vt:lpstr>Calibri</vt:lpstr>
      <vt:lpstr>Tema de Office</vt:lpstr>
      <vt:lpstr>LO QUE NECESITO</vt:lpstr>
      <vt:lpstr>Presentación de PowerPoint</vt:lpstr>
      <vt:lpstr>Presentación de PowerPoint</vt:lpstr>
      <vt:lpstr>Presentación de PowerPoint</vt:lpstr>
      <vt:lpstr>LO QUE NECESITO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LO QUE NECESITO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ggg</dc:title>
  <dc:creator>Natalia M</dc:creator>
  <cp:lastModifiedBy>Familia Cañon Peña</cp:lastModifiedBy>
  <cp:revision>29</cp:revision>
  <dcterms:created xsi:type="dcterms:W3CDTF">2020-06-25T20:30:30Z</dcterms:created>
  <dcterms:modified xsi:type="dcterms:W3CDTF">2021-07-27T03:57:55Z</dcterms:modified>
</cp:coreProperties>
</file>