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8" r:id="rId4"/>
    <p:sldId id="264" r:id="rId5"/>
    <p:sldId id="270" r:id="rId6"/>
    <p:sldId id="271" r:id="rId7"/>
    <p:sldId id="272" r:id="rId8"/>
    <p:sldId id="273" r:id="rId9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945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235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584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8581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077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55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549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443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82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29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899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E0E47-5FB2-4C81-A779-E8C95FAA5A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AC62B-DE2D-4EFB-BB96-F86263F0B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55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8035" y="1844824"/>
            <a:ext cx="9073008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por medio de ti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entrar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santo lugar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F2EE75-3BA9-45F5-98D0-A668B002E0C0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221545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8035" y="1844824"/>
            <a:ext cx="9073008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por medio de ti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entrar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santo lugar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F2EE75-3BA9-45F5-98D0-A668B002E0C0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2903248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8035" y="2060848"/>
            <a:ext cx="9073008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la SANGRE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CRISTO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F2E6B7-67F4-426F-B1C7-ED22B63DD3B2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101542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1844824"/>
            <a:ext cx="9144000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la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gracia de Dios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Somos redimidos por él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11FF2F-F01A-4BE2-9269-B693F2D2FFD5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3662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8035" y="1844824"/>
            <a:ext cx="9073008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por medio de ti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entrar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santo lugar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F2EE75-3BA9-45F5-98D0-A668B002E0C0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187735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8035" y="1844824"/>
            <a:ext cx="9073008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por medio de ti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entrar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santo lugar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F2EE75-3BA9-45F5-98D0-A668B002E0C0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106627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8035" y="2060848"/>
            <a:ext cx="9073008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la SANGRE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CRISTO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F2E6B7-67F4-426F-B1C7-ED22B63DD3B2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3324551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1844824"/>
            <a:ext cx="9144000" cy="253828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la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gracia de Dios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Somos redimidos por él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11FF2F-F01A-4BE2-9269-B693F2D2FFD5}"/>
              </a:ext>
            </a:extLst>
          </p:cNvPr>
          <p:cNvSpPr txBox="1"/>
          <p:nvPr/>
        </p:nvSpPr>
        <p:spPr>
          <a:xfrm>
            <a:off x="4624539" y="188640"/>
            <a:ext cx="4463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POR MEDIO DE TI</a:t>
            </a:r>
          </a:p>
        </p:txBody>
      </p:sp>
    </p:spTree>
    <p:extLst>
      <p:ext uri="{BB962C8B-B14F-4D97-AF65-F5344CB8AC3E}">
        <p14:creationId xmlns:p14="http://schemas.microsoft.com/office/powerpoint/2010/main" val="30075976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120</Words>
  <Application>Microsoft Office PowerPoint</Application>
  <PresentationFormat>Presentación en pantalla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Aharoni</vt:lpstr>
      <vt:lpstr>Arial</vt:lpstr>
      <vt:lpstr>Arial Rounded MT Bold</vt:lpstr>
      <vt:lpstr>Brush Script MT</vt:lpstr>
      <vt:lpstr>Calibri</vt:lpstr>
      <vt:lpstr>Tema de Office</vt:lpstr>
      <vt:lpstr>Yo por medio de ti  Puedo entrar  Al santo lugar</vt:lpstr>
      <vt:lpstr>Yo por medio de ti  Puedo entrar  Al santo lugar</vt:lpstr>
      <vt:lpstr>Por la SANGRE  de CRISTO     </vt:lpstr>
      <vt:lpstr>Y la gracia de Dios   Somos redimidos por él </vt:lpstr>
      <vt:lpstr>Yo por medio de ti  Puedo entrar  Al santo lugar</vt:lpstr>
      <vt:lpstr>Yo por medio de ti  Puedo entrar  Al santo lugar</vt:lpstr>
      <vt:lpstr>Por la SANGRE  de CRISTO     </vt:lpstr>
      <vt:lpstr>Y la gracia de Dios   Somos redimidos por él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M</dc:creator>
  <cp:lastModifiedBy>Familia Cañon Peña</cp:lastModifiedBy>
  <cp:revision>30</cp:revision>
  <dcterms:created xsi:type="dcterms:W3CDTF">2020-07-13T20:21:42Z</dcterms:created>
  <dcterms:modified xsi:type="dcterms:W3CDTF">2021-07-27T04:07:56Z</dcterms:modified>
</cp:coreProperties>
</file>