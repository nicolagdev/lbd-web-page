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0" r:id="rId2"/>
    <p:sldId id="271" r:id="rId3"/>
    <p:sldId id="272" r:id="rId4"/>
    <p:sldId id="273" r:id="rId5"/>
    <p:sldId id="274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49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2622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1199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5788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4320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480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8072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340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213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990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5638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D50CC-0196-4610-8F13-EE5B324B9B6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0AC057-8AC4-4D59-88B7-0382A738D19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01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420638" y="1340768"/>
            <a:ext cx="830272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haroni" panose="02010803020104030203" pitchFamily="2" charset="-79"/>
              </a:rPr>
              <a:t>No puedo creer que tu AMOR 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haroni" panose="02010803020104030203" pitchFamily="2" charset="-79"/>
              </a:rPr>
              <a:t>Me haya conquistado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haroni" panose="02010803020104030203" pitchFamily="2" charset="-79"/>
              </a:rPr>
              <a:t>Cada mañana cerca estás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01AD69B-C4AE-4BB5-A36A-706EEC89C757}"/>
              </a:ext>
            </a:extLst>
          </p:cNvPr>
          <p:cNvSpPr txBox="1"/>
          <p:nvPr/>
        </p:nvSpPr>
        <p:spPr>
          <a:xfrm>
            <a:off x="5940152" y="260648"/>
            <a:ext cx="2942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ESTOY ANTE TI </a:t>
            </a:r>
          </a:p>
        </p:txBody>
      </p:sp>
    </p:spTree>
    <p:extLst>
      <p:ext uri="{BB962C8B-B14F-4D97-AF65-F5344CB8AC3E}">
        <p14:creationId xmlns:p14="http://schemas.microsoft.com/office/powerpoint/2010/main" val="1114062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769268" y="1340768"/>
            <a:ext cx="760546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Me libras de mis temores 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Y en la ROCA firme estoy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Todos mis días TUYOS SON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CC1382D-7850-43AA-A61C-E46DF41A50F2}"/>
              </a:ext>
            </a:extLst>
          </p:cNvPr>
          <p:cNvSpPr txBox="1"/>
          <p:nvPr/>
        </p:nvSpPr>
        <p:spPr>
          <a:xfrm>
            <a:off x="5940152" y="260648"/>
            <a:ext cx="2942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ESTOY ANTE TI </a:t>
            </a:r>
          </a:p>
        </p:txBody>
      </p:sp>
    </p:spTree>
    <p:extLst>
      <p:ext uri="{BB962C8B-B14F-4D97-AF65-F5344CB8AC3E}">
        <p14:creationId xmlns:p14="http://schemas.microsoft.com/office/powerpoint/2010/main" val="1384458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143000" y="1268760"/>
            <a:ext cx="6858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Y respiro en tu aliento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Que llena mi Ser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Eres FUEGO CONSUMIDOR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23FE1EE-8E52-4A10-9CCB-6555D0665631}"/>
              </a:ext>
            </a:extLst>
          </p:cNvPr>
          <p:cNvSpPr txBox="1"/>
          <p:nvPr/>
        </p:nvSpPr>
        <p:spPr>
          <a:xfrm>
            <a:off x="5940152" y="260648"/>
            <a:ext cx="2942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ESTOY ANTE TI </a:t>
            </a:r>
          </a:p>
        </p:txBody>
      </p:sp>
    </p:spTree>
    <p:extLst>
      <p:ext uri="{BB962C8B-B14F-4D97-AF65-F5344CB8AC3E}">
        <p14:creationId xmlns:p14="http://schemas.microsoft.com/office/powerpoint/2010/main" val="1203015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692278" y="1268760"/>
            <a:ext cx="775944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Y estoy ante ti 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Asombrado impactado de ti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De tu gloria SEÑOR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B3769F7-B338-4F7A-9A82-2FFAAB03507A}"/>
              </a:ext>
            </a:extLst>
          </p:cNvPr>
          <p:cNvSpPr txBox="1"/>
          <p:nvPr/>
        </p:nvSpPr>
        <p:spPr>
          <a:xfrm>
            <a:off x="5940152" y="260648"/>
            <a:ext cx="2942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ESTOY ANTE TI </a:t>
            </a:r>
          </a:p>
        </p:txBody>
      </p:sp>
    </p:spTree>
    <p:extLst>
      <p:ext uri="{BB962C8B-B14F-4D97-AF65-F5344CB8AC3E}">
        <p14:creationId xmlns:p14="http://schemas.microsoft.com/office/powerpoint/2010/main" val="3396221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809836" y="1340768"/>
            <a:ext cx="752432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El poder del cielo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Revela TU PROPÓSITO EN MÍ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Al acercarme a ti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9E01D2-52F4-444D-8475-2DEE88A143E9}"/>
              </a:ext>
            </a:extLst>
          </p:cNvPr>
          <p:cNvSpPr txBox="1"/>
          <p:nvPr/>
        </p:nvSpPr>
        <p:spPr>
          <a:xfrm>
            <a:off x="5940152" y="260648"/>
            <a:ext cx="2942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ESTOY ANTE TI </a:t>
            </a:r>
          </a:p>
        </p:txBody>
      </p:sp>
    </p:spTree>
    <p:extLst>
      <p:ext uri="{BB962C8B-B14F-4D97-AF65-F5344CB8AC3E}">
        <p14:creationId xmlns:p14="http://schemas.microsoft.com/office/powerpoint/2010/main" val="2613204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474390" y="1340768"/>
            <a:ext cx="819522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haroni" panose="02010803020104030203" pitchFamily="2" charset="-79"/>
              </a:rPr>
              <a:t>No puedo creer que tu AMOR 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haroni" panose="02010803020104030203" pitchFamily="2" charset="-79"/>
              </a:rPr>
              <a:t>Me haya conquistado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haroni" panose="02010803020104030203" pitchFamily="2" charset="-79"/>
              </a:rPr>
              <a:t>Cada mañana cerca estás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01AD69B-C4AE-4BB5-A36A-706EEC89C757}"/>
              </a:ext>
            </a:extLst>
          </p:cNvPr>
          <p:cNvSpPr txBox="1"/>
          <p:nvPr/>
        </p:nvSpPr>
        <p:spPr>
          <a:xfrm>
            <a:off x="5940152" y="260648"/>
            <a:ext cx="2942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ESTOY ANTE TI </a:t>
            </a:r>
          </a:p>
        </p:txBody>
      </p:sp>
    </p:spTree>
    <p:extLst>
      <p:ext uri="{BB962C8B-B14F-4D97-AF65-F5344CB8AC3E}">
        <p14:creationId xmlns:p14="http://schemas.microsoft.com/office/powerpoint/2010/main" val="2170367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702141" y="1340768"/>
            <a:ext cx="773971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Me libras de mis temores 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Y en la ROCA firme estoy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Todos mis días TUYOS SON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CC1382D-7850-43AA-A61C-E46DF41A50F2}"/>
              </a:ext>
            </a:extLst>
          </p:cNvPr>
          <p:cNvSpPr txBox="1"/>
          <p:nvPr/>
        </p:nvSpPr>
        <p:spPr>
          <a:xfrm>
            <a:off x="5940152" y="260648"/>
            <a:ext cx="2942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ESTOY ANTE TI </a:t>
            </a:r>
          </a:p>
        </p:txBody>
      </p:sp>
    </p:spTree>
    <p:extLst>
      <p:ext uri="{BB962C8B-B14F-4D97-AF65-F5344CB8AC3E}">
        <p14:creationId xmlns:p14="http://schemas.microsoft.com/office/powerpoint/2010/main" val="1394760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143000" y="1268760"/>
            <a:ext cx="6858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Y respiro en tu aliento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Que llena mi Ser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Eres FUEGO CONSUMIDOR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23FE1EE-8E52-4A10-9CCB-6555D0665631}"/>
              </a:ext>
            </a:extLst>
          </p:cNvPr>
          <p:cNvSpPr txBox="1"/>
          <p:nvPr/>
        </p:nvSpPr>
        <p:spPr>
          <a:xfrm>
            <a:off x="5940152" y="260648"/>
            <a:ext cx="2942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ESTOY ANTE TI </a:t>
            </a:r>
          </a:p>
        </p:txBody>
      </p:sp>
    </p:spTree>
    <p:extLst>
      <p:ext uri="{BB962C8B-B14F-4D97-AF65-F5344CB8AC3E}">
        <p14:creationId xmlns:p14="http://schemas.microsoft.com/office/powerpoint/2010/main" val="3673298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692278" y="1268760"/>
            <a:ext cx="775944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Y estoy ante ti 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Asombrado impactado de ti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De tu gloria SEÑOR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B3769F7-B338-4F7A-9A82-2FFAAB03507A}"/>
              </a:ext>
            </a:extLst>
          </p:cNvPr>
          <p:cNvSpPr txBox="1"/>
          <p:nvPr/>
        </p:nvSpPr>
        <p:spPr>
          <a:xfrm>
            <a:off x="5940152" y="260648"/>
            <a:ext cx="2942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ESTOY ANTE TI </a:t>
            </a:r>
          </a:p>
        </p:txBody>
      </p:sp>
    </p:spTree>
    <p:extLst>
      <p:ext uri="{BB962C8B-B14F-4D97-AF65-F5344CB8AC3E}">
        <p14:creationId xmlns:p14="http://schemas.microsoft.com/office/powerpoint/2010/main" val="937415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143000" y="1340768"/>
            <a:ext cx="760546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El poder del cielo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Revela TU PROPÓSITO EN MÍ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Al acercarme a ti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9E01D2-52F4-444D-8475-2DEE88A143E9}"/>
              </a:ext>
            </a:extLst>
          </p:cNvPr>
          <p:cNvSpPr txBox="1"/>
          <p:nvPr/>
        </p:nvSpPr>
        <p:spPr>
          <a:xfrm>
            <a:off x="5940152" y="260648"/>
            <a:ext cx="2942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ESTOY ANTE TI </a:t>
            </a:r>
          </a:p>
        </p:txBody>
      </p:sp>
    </p:spTree>
    <p:extLst>
      <p:ext uri="{BB962C8B-B14F-4D97-AF65-F5344CB8AC3E}">
        <p14:creationId xmlns:p14="http://schemas.microsoft.com/office/powerpoint/2010/main" val="2578083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692278" y="1268760"/>
            <a:ext cx="775944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Y estoy ante ti 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Asombrado impactado de ti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De tu gloria SEÑOR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B3769F7-B338-4F7A-9A82-2FFAAB03507A}"/>
              </a:ext>
            </a:extLst>
          </p:cNvPr>
          <p:cNvSpPr txBox="1"/>
          <p:nvPr/>
        </p:nvSpPr>
        <p:spPr>
          <a:xfrm>
            <a:off x="5940152" y="260648"/>
            <a:ext cx="2942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ESTOY ANTE TI </a:t>
            </a:r>
          </a:p>
        </p:txBody>
      </p:sp>
    </p:spTree>
    <p:extLst>
      <p:ext uri="{BB962C8B-B14F-4D97-AF65-F5344CB8AC3E}">
        <p14:creationId xmlns:p14="http://schemas.microsoft.com/office/powerpoint/2010/main" val="2546441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143000" y="1340768"/>
            <a:ext cx="738944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El poder del cielo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Revela TU PROPÓSITO EN MÍ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Al acercarme a ti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9E01D2-52F4-444D-8475-2DEE88A143E9}"/>
              </a:ext>
            </a:extLst>
          </p:cNvPr>
          <p:cNvSpPr txBox="1"/>
          <p:nvPr/>
        </p:nvSpPr>
        <p:spPr>
          <a:xfrm>
            <a:off x="5940152" y="260648"/>
            <a:ext cx="2942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ESTOY ANTE TI </a:t>
            </a:r>
          </a:p>
        </p:txBody>
      </p:sp>
    </p:spTree>
    <p:extLst>
      <p:ext uri="{BB962C8B-B14F-4D97-AF65-F5344CB8AC3E}">
        <p14:creationId xmlns:p14="http://schemas.microsoft.com/office/powerpoint/2010/main" val="2466890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143000" y="1340768"/>
            <a:ext cx="6858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6600" b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//Me 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Arial Unicode MS" pitchFamily="34" charset="-128"/>
                <a:cs typeface="Arial Unicode MS" pitchFamily="34" charset="-128"/>
              </a:rPr>
              <a:t>acerco a ti//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9E01D2-52F4-444D-8475-2DEE88A143E9}"/>
              </a:ext>
            </a:extLst>
          </p:cNvPr>
          <p:cNvSpPr txBox="1"/>
          <p:nvPr/>
        </p:nvSpPr>
        <p:spPr>
          <a:xfrm>
            <a:off x="5940152" y="260648"/>
            <a:ext cx="2942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ESTOY ANTE TI </a:t>
            </a:r>
          </a:p>
        </p:txBody>
      </p:sp>
    </p:spTree>
    <p:extLst>
      <p:ext uri="{BB962C8B-B14F-4D97-AF65-F5344CB8AC3E}">
        <p14:creationId xmlns:p14="http://schemas.microsoft.com/office/powerpoint/2010/main" val="3303268151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202</Words>
  <Application>Microsoft Office PowerPoint</Application>
  <PresentationFormat>Presentación en pantalla (4:3)</PresentationFormat>
  <Paragraphs>50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Agency FB</vt:lpstr>
      <vt:lpstr>Arial</vt:lpstr>
      <vt:lpstr>Arial Rounded MT Bold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DAVID RUIZ</dc:creator>
  <cp:lastModifiedBy>Familia Cañon Peña</cp:lastModifiedBy>
  <cp:revision>14</cp:revision>
  <dcterms:created xsi:type="dcterms:W3CDTF">2016-02-13T02:29:16Z</dcterms:created>
  <dcterms:modified xsi:type="dcterms:W3CDTF">2021-07-27T03:41:18Z</dcterms:modified>
</cp:coreProperties>
</file>