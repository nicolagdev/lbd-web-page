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85" r:id="rId9"/>
    <p:sldId id="288" r:id="rId10"/>
    <p:sldId id="274" r:id="rId11"/>
    <p:sldId id="263" r:id="rId12"/>
    <p:sldId id="264" r:id="rId13"/>
    <p:sldId id="275" r:id="rId14"/>
    <p:sldId id="276" r:id="rId15"/>
    <p:sldId id="277" r:id="rId16"/>
    <p:sldId id="278" r:id="rId17"/>
    <p:sldId id="279" r:id="rId18"/>
    <p:sldId id="280" r:id="rId19"/>
    <p:sldId id="286" r:id="rId20"/>
    <p:sldId id="287" r:id="rId21"/>
    <p:sldId id="281" r:id="rId22"/>
    <p:sldId id="282" r:id="rId23"/>
    <p:sldId id="283" r:id="rId24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527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2889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806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74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585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559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911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737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66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4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005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95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85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635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47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717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708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758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779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54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51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44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F2262-FAA9-46CA-9433-5DB843915C4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24717-3BCD-4E96-9B05-2A83DE6874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580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F2262-FAA9-46CA-9433-5DB843915C49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24717-3BCD-4E96-9B05-2A83DE68743C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91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7110" y="2186862"/>
            <a:ext cx="9144000" cy="162018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exaltamos Señor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damos nueva canción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5414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967" y="1700808"/>
            <a:ext cx="9144000" cy="262945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Venimos ante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Postrados en tu altar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Buscando tu presencia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926918AF-A351-4DF2-9DEA-20DEBBE94A6D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53055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2863" y="1844824"/>
            <a:ext cx="9144000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al ver tu Majestad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reino y autoridad no podemos callar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435E6155-6DC9-4F99-A299-53984DC6DD95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02886"/>
            <a:ext cx="9124737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proclamar aquí y allá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tuyo es el Reino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85FDA33E-A3F7-429A-9073-7901D901DECA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4009" y="2294874"/>
            <a:ext cx="9144000" cy="26294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 hoy aquí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rendimos nuestras vidas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1949FE19-7321-40A8-A272-D2D184D7EFE4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18686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Declaramos que eres Rey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12465C1-29B9-43E3-86CC-B447D8DB9447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35004" y="155679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eres Señor y Redentor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12465C1-29B9-43E3-86CC-B447D8DB9447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21973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35004" y="155679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gobiernas todo nuestro ser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12465C1-29B9-43E3-86CC-B447D8DB9447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25966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86624" y="2294874"/>
            <a:ext cx="8570753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 a una voz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brindamos alabanzas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020C3E76-E924-47B5-B4A5-8F72FFDBCE1C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48499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1139" y="2186862"/>
            <a:ext cx="9144000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traemos ante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Nuestras coronas lo mejor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B1020370-4F97-46F5-BA17-6DF47C86B4B5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024844"/>
            <a:ext cx="9144000" cy="26294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hay en nuestro corazón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 a una voz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38411740-EA9D-4ADE-A040-5C782D4AD513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660872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7110" y="2186862"/>
            <a:ext cx="9144000" cy="162018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exaltamos Señor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damos nueva canción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1 Rectángulo">
            <a:extLst>
              <a:ext uri="{FF2B5EF4-FFF2-40B4-BE49-F238E27FC236}">
                <a16:creationId xmlns:a16="http://schemas.microsoft.com/office/drawing/2014/main" id="{316EF56D-B507-446A-827D-BD403810814E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249058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186862"/>
            <a:ext cx="9144000" cy="262945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Venimos ante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Postrados en tu altar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Buscando tu presencia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C964B5FF-72F1-4102-8C8D-903838BDF107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524283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4728" y="2114271"/>
            <a:ext cx="9144000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al ver tu Majestad</a:t>
            </a:r>
          </a:p>
          <a:p>
            <a:pPr marL="0" indent="0" algn="ctr">
              <a:buNone/>
            </a:pPr>
            <a:r>
              <a:rPr lang="es-MX" sz="5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Tu reino y autoridad no podemos callar</a:t>
            </a:r>
            <a:endParaRPr lang="es-CO" sz="5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5DC3FE52-E8E3-48FE-87DC-29500C6716B2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57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02886"/>
            <a:ext cx="9124737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proclamar aquí y allá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tuyo es el Reino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A0E7B5D2-4236-4477-BC2A-C9221EBA780A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01180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4009" y="2294874"/>
            <a:ext cx="9144000" cy="26294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 hoy aquí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rendimos nuestras vidas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6DCBA46C-AAEC-4F98-81F3-A5555138BDC3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01847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18686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Declaramos que eres Rey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622D905-390B-4DD4-A728-516A4D056025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753540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18686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eres Señor y Redentor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622D905-390B-4DD4-A728-516A4D056025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2283230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186862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gobiernas todo nuestro ser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E622D905-390B-4DD4-A728-516A4D056025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3486866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86624" y="2294874"/>
            <a:ext cx="8570753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 a una voz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Te brindamos alabanzas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C7207993-9CE5-4DBD-A312-DD139CA33882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270806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1139" y="2186862"/>
            <a:ext cx="9144000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traemos ante ti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Nuestras coronas lo mejor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31CBDDAE-6024-4C6D-ADF2-837732A292C8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1071883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024844"/>
            <a:ext cx="9144000" cy="262945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hay en nuestro corazón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/Todos juntos a una voz/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0ECA95A2-28D0-410A-BAF6-49855A009E88}"/>
              </a:ext>
            </a:extLst>
          </p:cNvPr>
          <p:cNvSpPr/>
          <p:nvPr/>
        </p:nvSpPr>
        <p:spPr>
          <a:xfrm>
            <a:off x="5940152" y="260648"/>
            <a:ext cx="3068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800" b="1" dirty="0">
                <a:ln w="10541" cmpd="sng">
                  <a:noFill/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TODOS JUNTOS</a:t>
            </a:r>
          </a:p>
        </p:txBody>
      </p:sp>
    </p:spTree>
    <p:extLst>
      <p:ext uri="{BB962C8B-B14F-4D97-AF65-F5344CB8AC3E}">
        <p14:creationId xmlns:p14="http://schemas.microsoft.com/office/powerpoint/2010/main" val="40714176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220</Words>
  <Application>Microsoft Office PowerPoint</Application>
  <PresentationFormat>Presentación en pantalla (4:3)</PresentationFormat>
  <Paragraphs>62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Arial Rounded MT Bold</vt:lpstr>
      <vt:lpstr>Calibri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Morenos</dc:creator>
  <cp:lastModifiedBy>Familia Cañon Peña</cp:lastModifiedBy>
  <cp:revision>46</cp:revision>
  <dcterms:created xsi:type="dcterms:W3CDTF">2016-02-22T02:23:06Z</dcterms:created>
  <dcterms:modified xsi:type="dcterms:W3CDTF">2021-07-27T04:44:00Z</dcterms:modified>
</cp:coreProperties>
</file>