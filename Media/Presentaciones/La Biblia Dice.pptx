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70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75" r:id="rId14"/>
    <p:sldId id="276" r:id="rId15"/>
    <p:sldId id="277" r:id="rId16"/>
    <p:sldId id="278" r:id="rId17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96" y="5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40AC4-C0A2-4446-9BB1-A1313DF0F2A5}" type="datetimeFigureOut">
              <a:rPr lang="es-CO" smtClean="0"/>
              <a:t>6/01/2024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05256-802E-4ABD-A252-9A27BAECF18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77597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40AC4-C0A2-4446-9BB1-A1313DF0F2A5}" type="datetimeFigureOut">
              <a:rPr lang="es-CO" smtClean="0"/>
              <a:t>6/01/2024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05256-802E-4ABD-A252-9A27BAECF18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5778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40AC4-C0A2-4446-9BB1-A1313DF0F2A5}" type="datetimeFigureOut">
              <a:rPr lang="es-CO" smtClean="0"/>
              <a:t>6/01/2024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05256-802E-4ABD-A252-9A27BAECF18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13278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40AC4-C0A2-4446-9BB1-A1313DF0F2A5}" type="datetimeFigureOut">
              <a:rPr lang="es-CO" smtClean="0"/>
              <a:t>6/01/2024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05256-802E-4ABD-A252-9A27BAECF18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31634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40AC4-C0A2-4446-9BB1-A1313DF0F2A5}" type="datetimeFigureOut">
              <a:rPr lang="es-CO" smtClean="0"/>
              <a:t>6/01/2024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05256-802E-4ABD-A252-9A27BAECF18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38250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40AC4-C0A2-4446-9BB1-A1313DF0F2A5}" type="datetimeFigureOut">
              <a:rPr lang="es-CO" smtClean="0"/>
              <a:t>6/01/2024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05256-802E-4ABD-A252-9A27BAECF18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51026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40AC4-C0A2-4446-9BB1-A1313DF0F2A5}" type="datetimeFigureOut">
              <a:rPr lang="es-CO" smtClean="0"/>
              <a:t>6/01/2024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05256-802E-4ABD-A252-9A27BAECF18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94367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40AC4-C0A2-4446-9BB1-A1313DF0F2A5}" type="datetimeFigureOut">
              <a:rPr lang="es-CO" smtClean="0"/>
              <a:t>6/01/2024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05256-802E-4ABD-A252-9A27BAECF18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35102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40AC4-C0A2-4446-9BB1-A1313DF0F2A5}" type="datetimeFigureOut">
              <a:rPr lang="es-CO" smtClean="0"/>
              <a:t>6/01/2024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05256-802E-4ABD-A252-9A27BAECF18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40815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40AC4-C0A2-4446-9BB1-A1313DF0F2A5}" type="datetimeFigureOut">
              <a:rPr lang="es-CO" smtClean="0"/>
              <a:t>6/01/2024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05256-802E-4ABD-A252-9A27BAECF18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8786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40AC4-C0A2-4446-9BB1-A1313DF0F2A5}" type="datetimeFigureOut">
              <a:rPr lang="es-CO" smtClean="0"/>
              <a:t>6/01/2024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05256-802E-4ABD-A252-9A27BAECF18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31106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040AC4-C0A2-4446-9BB1-A1313DF0F2A5}" type="datetimeFigureOut">
              <a:rPr lang="es-CO" smtClean="0"/>
              <a:t>6/01/2024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405256-802E-4ABD-A252-9A27BAECF18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7210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2 Subtítulo"/>
          <p:cNvSpPr txBox="1">
            <a:spLocks/>
          </p:cNvSpPr>
          <p:nvPr/>
        </p:nvSpPr>
        <p:spPr>
          <a:xfrm>
            <a:off x="1773524" y="1484784"/>
            <a:ext cx="8644952" cy="2394266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Yo conozco un lugar</a:t>
            </a:r>
          </a:p>
          <a:p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Es una IGLESIA DE DIOS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A9CC884-1CAE-4F32-B267-D9C960DC4B69}"/>
              </a:ext>
            </a:extLst>
          </p:cNvPr>
          <p:cNvSpPr txBox="1"/>
          <p:nvPr/>
        </p:nvSpPr>
        <p:spPr>
          <a:xfrm>
            <a:off x="6915889" y="116633"/>
            <a:ext cx="35643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LA BIBLIA DICE</a:t>
            </a:r>
          </a:p>
        </p:txBody>
      </p:sp>
    </p:spTree>
    <p:extLst>
      <p:ext uri="{BB962C8B-B14F-4D97-AF65-F5344CB8AC3E}">
        <p14:creationId xmlns:p14="http://schemas.microsoft.com/office/powerpoint/2010/main" val="1375226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892534" y="1835490"/>
            <a:ext cx="8406933" cy="1593511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Forte" panose="03060902040502070203" pitchFamily="66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CO" sz="6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Donde reina un AMOR muy especial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A7D64C1-A901-4341-AE3B-E0D2C9AF973C}"/>
              </a:ext>
            </a:extLst>
          </p:cNvPr>
          <p:cNvSpPr txBox="1"/>
          <p:nvPr/>
        </p:nvSpPr>
        <p:spPr>
          <a:xfrm>
            <a:off x="6915889" y="116633"/>
            <a:ext cx="35643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LA BIBLIA DICE</a:t>
            </a:r>
          </a:p>
        </p:txBody>
      </p:sp>
    </p:spTree>
    <p:extLst>
      <p:ext uri="{BB962C8B-B14F-4D97-AF65-F5344CB8AC3E}">
        <p14:creationId xmlns:p14="http://schemas.microsoft.com/office/powerpoint/2010/main" val="4234184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690919" y="1727478"/>
            <a:ext cx="8789367" cy="1701523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defPPr>
              <a:defRPr lang="es-CO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Forte" panose="03060902040502070203" pitchFamily="66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CO" sz="6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Allí puedes aprender</a:t>
            </a:r>
          </a:p>
          <a:p>
            <a:r>
              <a:rPr lang="es-CO" sz="6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La PALABRA del SEÑOR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E750BE9-8048-499C-B45F-264F35FE3D23}"/>
              </a:ext>
            </a:extLst>
          </p:cNvPr>
          <p:cNvSpPr txBox="1"/>
          <p:nvPr/>
        </p:nvSpPr>
        <p:spPr>
          <a:xfrm>
            <a:off x="6915889" y="116633"/>
            <a:ext cx="35643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LA BIBLIA DICE</a:t>
            </a:r>
          </a:p>
        </p:txBody>
      </p:sp>
    </p:spTree>
    <p:extLst>
      <p:ext uri="{BB962C8B-B14F-4D97-AF65-F5344CB8AC3E}">
        <p14:creationId xmlns:p14="http://schemas.microsoft.com/office/powerpoint/2010/main" val="3505837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2018547" y="1772817"/>
            <a:ext cx="8154906" cy="1944215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defPPr>
              <a:defRPr lang="es-CO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Forte" panose="03060902040502070203" pitchFamily="66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CO" sz="6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El plan único que Dios al hombre dio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C03EEF9-A97E-4924-957A-69B635A81162}"/>
              </a:ext>
            </a:extLst>
          </p:cNvPr>
          <p:cNvSpPr txBox="1"/>
          <p:nvPr/>
        </p:nvSpPr>
        <p:spPr>
          <a:xfrm>
            <a:off x="6915889" y="116633"/>
            <a:ext cx="35643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LA BIBLIA DICE</a:t>
            </a:r>
          </a:p>
        </p:txBody>
      </p:sp>
    </p:spTree>
    <p:extLst>
      <p:ext uri="{BB962C8B-B14F-4D97-AF65-F5344CB8AC3E}">
        <p14:creationId xmlns:p14="http://schemas.microsoft.com/office/powerpoint/2010/main" val="3505837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2594611" y="1484784"/>
            <a:ext cx="7002778" cy="1707654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defPPr>
              <a:defRPr lang="es-CO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Forte" panose="03060902040502070203" pitchFamily="66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s-CO" sz="6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La Biblia Dice…</a:t>
            </a:r>
          </a:p>
          <a:p>
            <a:r>
              <a:rPr lang="es-CO" sz="6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La Biblia Dice…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A88D353-6FDC-429A-A64E-A093D863FC8A}"/>
              </a:ext>
            </a:extLst>
          </p:cNvPr>
          <p:cNvSpPr txBox="1"/>
          <p:nvPr/>
        </p:nvSpPr>
        <p:spPr>
          <a:xfrm>
            <a:off x="6915889" y="116633"/>
            <a:ext cx="35643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LA BIBLIA DICE</a:t>
            </a:r>
          </a:p>
        </p:txBody>
      </p:sp>
    </p:spTree>
    <p:extLst>
      <p:ext uri="{BB962C8B-B14F-4D97-AF65-F5344CB8AC3E}">
        <p14:creationId xmlns:p14="http://schemas.microsoft.com/office/powerpoint/2010/main" val="17524180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2153562" y="1700808"/>
            <a:ext cx="7902878" cy="1761660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defPPr>
              <a:defRPr lang="es-CO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Forte" panose="03060902040502070203" pitchFamily="66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s-CO" sz="6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La Biblia Dice...</a:t>
            </a:r>
          </a:p>
          <a:p>
            <a:r>
              <a:rPr lang="es-CO" sz="6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Lugar de AMOR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6CE3A43-67AC-405C-81AF-BA4150811805}"/>
              </a:ext>
            </a:extLst>
          </p:cNvPr>
          <p:cNvSpPr txBox="1"/>
          <p:nvPr/>
        </p:nvSpPr>
        <p:spPr>
          <a:xfrm>
            <a:off x="6915889" y="116633"/>
            <a:ext cx="35643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LA BIBLIA DICE</a:t>
            </a:r>
          </a:p>
        </p:txBody>
      </p:sp>
    </p:spTree>
    <p:extLst>
      <p:ext uri="{BB962C8B-B14F-4D97-AF65-F5344CB8AC3E}">
        <p14:creationId xmlns:p14="http://schemas.microsoft.com/office/powerpoint/2010/main" val="35058372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937538" y="1754815"/>
            <a:ext cx="8190910" cy="1863541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defPPr>
              <a:defRPr lang="es-CO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Forte" panose="03060902040502070203" pitchFamily="66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s-CO" sz="6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La Biblia Dice… </a:t>
            </a:r>
          </a:p>
          <a:p>
            <a:r>
              <a:rPr lang="es-CO" sz="6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Tiene un mensaje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2ABE79E-2A9E-4774-84F6-3FF4A200FF09}"/>
              </a:ext>
            </a:extLst>
          </p:cNvPr>
          <p:cNvSpPr txBox="1"/>
          <p:nvPr/>
        </p:nvSpPr>
        <p:spPr>
          <a:xfrm>
            <a:off x="6915889" y="116633"/>
            <a:ext cx="35643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LA BIBLIA DICE</a:t>
            </a:r>
          </a:p>
        </p:txBody>
      </p:sp>
    </p:spTree>
    <p:extLst>
      <p:ext uri="{BB962C8B-B14F-4D97-AF65-F5344CB8AC3E}">
        <p14:creationId xmlns:p14="http://schemas.microsoft.com/office/powerpoint/2010/main" val="3505837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2045550" y="1862826"/>
            <a:ext cx="7938882" cy="1512168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defPPr>
              <a:defRPr lang="es-CO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Forte" panose="03060902040502070203" pitchFamily="66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CO" sz="6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CRISTO a Colombia quiere SALVAR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19E9D7B-E333-47AD-B51E-E8BB672E589D}"/>
              </a:ext>
            </a:extLst>
          </p:cNvPr>
          <p:cNvSpPr txBox="1"/>
          <p:nvPr/>
        </p:nvSpPr>
        <p:spPr>
          <a:xfrm>
            <a:off x="6915889" y="116633"/>
            <a:ext cx="35643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LA BIBLIA DICE</a:t>
            </a:r>
          </a:p>
        </p:txBody>
      </p:sp>
    </p:spTree>
    <p:extLst>
      <p:ext uri="{BB962C8B-B14F-4D97-AF65-F5344CB8AC3E}">
        <p14:creationId xmlns:p14="http://schemas.microsoft.com/office/powerpoint/2010/main" val="35058372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617858" y="1844825"/>
            <a:ext cx="8956285" cy="1782197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defPPr>
              <a:defRPr lang="es-CO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Forte" panose="03060902040502070203" pitchFamily="66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CO" sz="6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Si alguien llega a visitar Esta gran congregación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8F385BA-3072-4E72-911B-0EF8A6360EDA}"/>
              </a:ext>
            </a:extLst>
          </p:cNvPr>
          <p:cNvSpPr txBox="1"/>
          <p:nvPr/>
        </p:nvSpPr>
        <p:spPr>
          <a:xfrm>
            <a:off x="6915889" y="116633"/>
            <a:ext cx="35643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LA BIBLIA DICE</a:t>
            </a:r>
          </a:p>
        </p:txBody>
      </p:sp>
    </p:spTree>
    <p:extLst>
      <p:ext uri="{BB962C8B-B14F-4D97-AF65-F5344CB8AC3E}">
        <p14:creationId xmlns:p14="http://schemas.microsoft.com/office/powerpoint/2010/main" val="35058372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617858" y="1988841"/>
            <a:ext cx="8956285" cy="1647517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defPPr>
              <a:defRPr lang="es-CO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Forte" panose="03060902040502070203" pitchFamily="66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CO" sz="6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CRISTO espera conquistar su CORAZÓN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1126CDD-5D55-44F7-918B-42CDD3F8D49D}"/>
              </a:ext>
            </a:extLst>
          </p:cNvPr>
          <p:cNvSpPr txBox="1"/>
          <p:nvPr/>
        </p:nvSpPr>
        <p:spPr>
          <a:xfrm>
            <a:off x="6915889" y="116633"/>
            <a:ext cx="35643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LA BIBLIA DICE</a:t>
            </a:r>
          </a:p>
        </p:txBody>
      </p:sp>
    </p:spTree>
    <p:extLst>
      <p:ext uri="{BB962C8B-B14F-4D97-AF65-F5344CB8AC3E}">
        <p14:creationId xmlns:p14="http://schemas.microsoft.com/office/powerpoint/2010/main" val="35058372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524000" y="1772817"/>
            <a:ext cx="9144000" cy="1890209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defPPr>
              <a:defRPr lang="es-CO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Forte" panose="03060902040502070203" pitchFamily="66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CO" sz="6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Ven hermano a </a:t>
            </a:r>
            <a:r>
              <a:rPr lang="es-CO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compartir</a:t>
            </a:r>
            <a:r>
              <a:rPr lang="es-CO" sz="6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</a:p>
          <a:p>
            <a:r>
              <a:rPr lang="es-CO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Nuestra</a:t>
            </a:r>
            <a:r>
              <a:rPr lang="es-CO" sz="6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 dulce comunión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CC07AC0-AD22-4CB6-943D-1411C72913F9}"/>
              </a:ext>
            </a:extLst>
          </p:cNvPr>
          <p:cNvSpPr txBox="1"/>
          <p:nvPr/>
        </p:nvSpPr>
        <p:spPr>
          <a:xfrm>
            <a:off x="6915889" y="116633"/>
            <a:ext cx="35643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LA BIBLIA DICE</a:t>
            </a:r>
          </a:p>
        </p:txBody>
      </p:sp>
    </p:spTree>
    <p:extLst>
      <p:ext uri="{BB962C8B-B14F-4D97-AF65-F5344CB8AC3E}">
        <p14:creationId xmlns:p14="http://schemas.microsoft.com/office/powerpoint/2010/main" val="35058372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2045804" y="1916833"/>
            <a:ext cx="8100392" cy="1431493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defPPr>
              <a:defRPr lang="es-CO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Forte" panose="03060902040502070203" pitchFamily="66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CO" sz="6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Este GOZO y PAZ que da la SALVACIÓN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7F4803C-D3FA-41E3-8451-3FFF8A26FB12}"/>
              </a:ext>
            </a:extLst>
          </p:cNvPr>
          <p:cNvSpPr txBox="1"/>
          <p:nvPr/>
        </p:nvSpPr>
        <p:spPr>
          <a:xfrm>
            <a:off x="6915889" y="116633"/>
            <a:ext cx="35643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LA BIBLIA DICE</a:t>
            </a:r>
          </a:p>
        </p:txBody>
      </p:sp>
    </p:spTree>
    <p:extLst>
      <p:ext uri="{BB962C8B-B14F-4D97-AF65-F5344CB8AC3E}">
        <p14:creationId xmlns:p14="http://schemas.microsoft.com/office/powerpoint/2010/main" val="35058372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2594611" y="1484784"/>
            <a:ext cx="7002778" cy="1707654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defPPr>
              <a:defRPr lang="es-CO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Forte" panose="03060902040502070203" pitchFamily="66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s-CO" sz="6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La Biblia Dice…</a:t>
            </a:r>
          </a:p>
          <a:p>
            <a:r>
              <a:rPr lang="es-CO" sz="6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La Biblia Dice…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A88D353-6FDC-429A-A64E-A093D863FC8A}"/>
              </a:ext>
            </a:extLst>
          </p:cNvPr>
          <p:cNvSpPr txBox="1"/>
          <p:nvPr/>
        </p:nvSpPr>
        <p:spPr>
          <a:xfrm>
            <a:off x="6915889" y="116633"/>
            <a:ext cx="35643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LA BIBLIA DICE</a:t>
            </a:r>
          </a:p>
        </p:txBody>
      </p:sp>
    </p:spTree>
    <p:extLst>
      <p:ext uri="{BB962C8B-B14F-4D97-AF65-F5344CB8AC3E}">
        <p14:creationId xmlns:p14="http://schemas.microsoft.com/office/powerpoint/2010/main" val="6722605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2153562" y="1700808"/>
            <a:ext cx="7902878" cy="1761660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defPPr>
              <a:defRPr lang="es-CO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Forte" panose="03060902040502070203" pitchFamily="66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s-CO" sz="6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La Biblia Dice...</a:t>
            </a:r>
          </a:p>
          <a:p>
            <a:r>
              <a:rPr lang="es-CO" sz="6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Lugar de AMOR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6CE3A43-67AC-405C-81AF-BA4150811805}"/>
              </a:ext>
            </a:extLst>
          </p:cNvPr>
          <p:cNvSpPr txBox="1"/>
          <p:nvPr/>
        </p:nvSpPr>
        <p:spPr>
          <a:xfrm>
            <a:off x="6915889" y="116633"/>
            <a:ext cx="35643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LA BIBLIA DICE</a:t>
            </a:r>
          </a:p>
        </p:txBody>
      </p:sp>
    </p:spTree>
    <p:extLst>
      <p:ext uri="{BB962C8B-B14F-4D97-AF65-F5344CB8AC3E}">
        <p14:creationId xmlns:p14="http://schemas.microsoft.com/office/powerpoint/2010/main" val="30140386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937538" y="1754815"/>
            <a:ext cx="8190910" cy="1863541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defPPr>
              <a:defRPr lang="es-CO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Forte" panose="03060902040502070203" pitchFamily="66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s-CO" sz="6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La Biblia Dice… </a:t>
            </a:r>
          </a:p>
          <a:p>
            <a:r>
              <a:rPr lang="es-CO" sz="6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Tiene un mensaje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2ABE79E-2A9E-4774-84F6-3FF4A200FF09}"/>
              </a:ext>
            </a:extLst>
          </p:cNvPr>
          <p:cNvSpPr txBox="1"/>
          <p:nvPr/>
        </p:nvSpPr>
        <p:spPr>
          <a:xfrm>
            <a:off x="6915889" y="116633"/>
            <a:ext cx="35643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LA BIBLIA DICE</a:t>
            </a:r>
          </a:p>
        </p:txBody>
      </p:sp>
    </p:spTree>
    <p:extLst>
      <p:ext uri="{BB962C8B-B14F-4D97-AF65-F5344CB8AC3E}">
        <p14:creationId xmlns:p14="http://schemas.microsoft.com/office/powerpoint/2010/main" val="35382075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2045550" y="1862826"/>
            <a:ext cx="7938882" cy="1512168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defPPr>
              <a:defRPr lang="es-CO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Forte" panose="03060902040502070203" pitchFamily="66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CO" sz="600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/CRISTO </a:t>
            </a:r>
            <a:r>
              <a:rPr lang="es-CO" sz="6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a Colombia </a:t>
            </a:r>
            <a:r>
              <a:rPr lang="es-CO" sz="600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quiere SALVAR/</a:t>
            </a:r>
            <a:endParaRPr lang="es-CO" sz="6000" dirty="0">
              <a:ln w="22225">
                <a:solidFill>
                  <a:sysClr val="windowText" lastClr="000000"/>
                </a:solidFill>
                <a:prstDash val="solid"/>
              </a:ln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19E9D7B-E333-47AD-B51E-E8BB672E589D}"/>
              </a:ext>
            </a:extLst>
          </p:cNvPr>
          <p:cNvSpPr txBox="1"/>
          <p:nvPr/>
        </p:nvSpPr>
        <p:spPr>
          <a:xfrm>
            <a:off x="6915889" y="116633"/>
            <a:ext cx="35643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LA BIBLIA DICE</a:t>
            </a:r>
          </a:p>
        </p:txBody>
      </p:sp>
    </p:spTree>
    <p:extLst>
      <p:ext uri="{BB962C8B-B14F-4D97-AF65-F5344CB8AC3E}">
        <p14:creationId xmlns:p14="http://schemas.microsoft.com/office/powerpoint/2010/main" val="89068651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162</Words>
  <Application>Microsoft Office PowerPoint</Application>
  <PresentationFormat>Panorámica</PresentationFormat>
  <Paragraphs>41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1" baseType="lpstr">
      <vt:lpstr>Aharoni</vt:lpstr>
      <vt:lpstr>Arial</vt:lpstr>
      <vt:lpstr>Arial Rounded MT Bold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JUAN DAVID RUIZ</dc:creator>
  <cp:lastModifiedBy>Camilo Ruiz Niño</cp:lastModifiedBy>
  <cp:revision>19</cp:revision>
  <dcterms:created xsi:type="dcterms:W3CDTF">2016-08-13T23:32:54Z</dcterms:created>
  <dcterms:modified xsi:type="dcterms:W3CDTF">2024-01-06T18:39:10Z</dcterms:modified>
</cp:coreProperties>
</file>