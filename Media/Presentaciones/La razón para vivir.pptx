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09" r:id="rId4"/>
    <p:sldId id="310" r:id="rId5"/>
    <p:sldId id="259" r:id="rId6"/>
    <p:sldId id="260" r:id="rId7"/>
    <p:sldId id="261" r:id="rId8"/>
    <p:sldId id="311" r:id="rId9"/>
    <p:sldId id="312" r:id="rId10"/>
    <p:sldId id="313" r:id="rId11"/>
    <p:sldId id="314" r:id="rId12"/>
    <p:sldId id="315" r:id="rId13"/>
    <p:sldId id="316" r:id="rId14"/>
    <p:sldId id="317" r:id="rId15"/>
    <p:sldId id="318" r:id="rId16"/>
    <p:sldId id="319" r:id="rId17"/>
    <p:sldId id="320" r:id="rId18"/>
    <p:sldId id="321" r:id="rId19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7A9B-F967-497C-8A6F-15656B5C2B7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9F3C3-5026-4F10-9683-D8F09E329A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92232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7A9B-F967-497C-8A6F-15656B5C2B7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9F3C3-5026-4F10-9683-D8F09E329A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9132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7A9B-F967-497C-8A6F-15656B5C2B7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9F3C3-5026-4F10-9683-D8F09E329A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3830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7A9B-F967-497C-8A6F-15656B5C2B7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9F3C3-5026-4F10-9683-D8F09E329A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44612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7A9B-F967-497C-8A6F-15656B5C2B7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9F3C3-5026-4F10-9683-D8F09E329A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99136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7A9B-F967-497C-8A6F-15656B5C2B7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9F3C3-5026-4F10-9683-D8F09E329A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28948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7A9B-F967-497C-8A6F-15656B5C2B7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9F3C3-5026-4F10-9683-D8F09E329A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7943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7A9B-F967-497C-8A6F-15656B5C2B7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9F3C3-5026-4F10-9683-D8F09E329A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91136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7A9B-F967-497C-8A6F-15656B5C2B7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9F3C3-5026-4F10-9683-D8F09E329A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02160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7A9B-F967-497C-8A6F-15656B5C2B7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9F3C3-5026-4F10-9683-D8F09E329A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56552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7A9B-F967-497C-8A6F-15656B5C2B7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9F3C3-5026-4F10-9683-D8F09E329A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3094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9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D37A9B-F967-497C-8A6F-15656B5C2B7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E9F3C3-5026-4F10-9683-D8F09E329A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0268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946177" y="1268760"/>
            <a:ext cx="7251645" cy="1674186"/>
          </a:xfrm>
        </p:spPr>
        <p:txBody>
          <a:bodyPr>
            <a:noAutofit/>
          </a:bodyPr>
          <a:lstStyle/>
          <a:p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Por amor me diste</a:t>
            </a:r>
          </a:p>
          <a:p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La razón para vivir 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F75DFCF-EF5D-40F7-950E-0CA249B25D49}"/>
              </a:ext>
            </a:extLst>
          </p:cNvPr>
          <p:cNvSpPr txBox="1"/>
          <p:nvPr/>
        </p:nvSpPr>
        <p:spPr>
          <a:xfrm>
            <a:off x="2402777" y="5760"/>
            <a:ext cx="6660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RAZÓN PARA VIVIR</a:t>
            </a:r>
          </a:p>
        </p:txBody>
      </p:sp>
    </p:spTree>
    <p:extLst>
      <p:ext uri="{BB962C8B-B14F-4D97-AF65-F5344CB8AC3E}">
        <p14:creationId xmlns:p14="http://schemas.microsoft.com/office/powerpoint/2010/main" val="1092818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888690" y="1553605"/>
            <a:ext cx="7366620" cy="1907156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Script MT Bold" panose="03040602040607080904" pitchFamily="66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Anunciar tu nombre</a:t>
            </a:r>
          </a:p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Y la gloria darte a ti</a:t>
            </a:r>
            <a:endParaRPr lang="es-CO" sz="7200" dirty="0">
              <a:ln w="22225">
                <a:solidFill>
                  <a:sysClr val="windowText" lastClr="000000"/>
                </a:solidFill>
                <a:prstDash val="solid"/>
              </a:ln>
              <a:latin typeface="Agency FB" panose="020B0503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D70E9FD-CC77-47DB-96FE-7454A3236CAE}"/>
              </a:ext>
            </a:extLst>
          </p:cNvPr>
          <p:cNvSpPr txBox="1"/>
          <p:nvPr/>
        </p:nvSpPr>
        <p:spPr>
          <a:xfrm>
            <a:off x="2402777" y="5760"/>
            <a:ext cx="6660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RAZÓN PARA VIVIR</a:t>
            </a:r>
          </a:p>
        </p:txBody>
      </p:sp>
    </p:spTree>
    <p:extLst>
      <p:ext uri="{BB962C8B-B14F-4D97-AF65-F5344CB8AC3E}">
        <p14:creationId xmlns:p14="http://schemas.microsoft.com/office/powerpoint/2010/main" val="37266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946177" y="1268760"/>
            <a:ext cx="7251645" cy="1674186"/>
          </a:xfrm>
        </p:spPr>
        <p:txBody>
          <a:bodyPr>
            <a:noAutofit/>
          </a:bodyPr>
          <a:lstStyle/>
          <a:p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Por amor me diste</a:t>
            </a:r>
          </a:p>
          <a:p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La razón para vivir 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F75DFCF-EF5D-40F7-950E-0CA249B25D49}"/>
              </a:ext>
            </a:extLst>
          </p:cNvPr>
          <p:cNvSpPr txBox="1"/>
          <p:nvPr/>
        </p:nvSpPr>
        <p:spPr>
          <a:xfrm>
            <a:off x="2402777" y="5760"/>
            <a:ext cx="6660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RAZÓN PARA VIVIR</a:t>
            </a:r>
          </a:p>
        </p:txBody>
      </p:sp>
    </p:spTree>
    <p:extLst>
      <p:ext uri="{BB962C8B-B14F-4D97-AF65-F5344CB8AC3E}">
        <p14:creationId xmlns:p14="http://schemas.microsoft.com/office/powerpoint/2010/main" val="244976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888690" y="1553605"/>
            <a:ext cx="7366620" cy="1907156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Script MT Bold" panose="03040602040607080904" pitchFamily="66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Anunciar tu nombre</a:t>
            </a:r>
          </a:p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Y la gloria darte a ti</a:t>
            </a:r>
            <a:endParaRPr lang="es-CO" sz="7200" dirty="0">
              <a:ln w="22225">
                <a:solidFill>
                  <a:sysClr val="windowText" lastClr="000000"/>
                </a:solidFill>
                <a:prstDash val="solid"/>
              </a:ln>
              <a:latin typeface="Agency FB" panose="020B0503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D70E9FD-CC77-47DB-96FE-7454A3236CAE}"/>
              </a:ext>
            </a:extLst>
          </p:cNvPr>
          <p:cNvSpPr txBox="1"/>
          <p:nvPr/>
        </p:nvSpPr>
        <p:spPr>
          <a:xfrm>
            <a:off x="2402777" y="5760"/>
            <a:ext cx="6660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RAZÓN PARA VIVIR</a:t>
            </a:r>
          </a:p>
        </p:txBody>
      </p:sp>
    </p:spTree>
    <p:extLst>
      <p:ext uri="{BB962C8B-B14F-4D97-AF65-F5344CB8AC3E}">
        <p14:creationId xmlns:p14="http://schemas.microsoft.com/office/powerpoint/2010/main" val="260391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 txBox="1">
            <a:spLocks/>
          </p:cNvSpPr>
          <p:nvPr/>
        </p:nvSpPr>
        <p:spPr>
          <a:xfrm>
            <a:off x="647564" y="1484784"/>
            <a:ext cx="7848872" cy="1367096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Script MT Bold" panose="03040602040607080904" pitchFamily="66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No hay que ir</a:t>
            </a:r>
          </a:p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Tan lejos para hallar</a:t>
            </a:r>
            <a:endParaRPr lang="es-CO" sz="7200" dirty="0">
              <a:ln w="22225">
                <a:solidFill>
                  <a:sysClr val="windowText" lastClr="000000"/>
                </a:solidFill>
                <a:prstDash val="solid"/>
              </a:ln>
              <a:latin typeface="Agency FB" panose="020B0503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FA33EC4-48EC-4150-A0FC-F443E2C59967}"/>
              </a:ext>
            </a:extLst>
          </p:cNvPr>
          <p:cNvSpPr txBox="1"/>
          <p:nvPr/>
        </p:nvSpPr>
        <p:spPr>
          <a:xfrm>
            <a:off x="2402777" y="5760"/>
            <a:ext cx="6660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RAZÓN PARA VIVIR</a:t>
            </a:r>
          </a:p>
        </p:txBody>
      </p:sp>
    </p:spTree>
    <p:extLst>
      <p:ext uri="{BB962C8B-B14F-4D97-AF65-F5344CB8AC3E}">
        <p14:creationId xmlns:p14="http://schemas.microsoft.com/office/powerpoint/2010/main" val="4208201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971600" y="1484784"/>
            <a:ext cx="7200800" cy="158312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Script MT Bold" panose="03040602040607080904" pitchFamily="66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Aquellos que no tienen La verdad </a:t>
            </a:r>
            <a:endParaRPr lang="es-CO" sz="7200" dirty="0">
              <a:ln w="22225">
                <a:solidFill>
                  <a:sysClr val="windowText" lastClr="000000"/>
                </a:solidFill>
                <a:prstDash val="solid"/>
              </a:ln>
              <a:latin typeface="Agency FB" panose="020B0503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DA35408-37E4-4D56-981C-8E36BC2468EA}"/>
              </a:ext>
            </a:extLst>
          </p:cNvPr>
          <p:cNvSpPr txBox="1"/>
          <p:nvPr/>
        </p:nvSpPr>
        <p:spPr>
          <a:xfrm>
            <a:off x="2402777" y="5760"/>
            <a:ext cx="6660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RAZÓN PARA VIVIR</a:t>
            </a:r>
          </a:p>
        </p:txBody>
      </p:sp>
    </p:spTree>
    <p:extLst>
      <p:ext uri="{BB962C8B-B14F-4D97-AF65-F5344CB8AC3E}">
        <p14:creationId xmlns:p14="http://schemas.microsoft.com/office/powerpoint/2010/main" val="4208201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10571" y="1556792"/>
            <a:ext cx="7722858" cy="253828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Script MT Bold" panose="03040602040607080904" pitchFamily="66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Hazme ver la gran necesidad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8287833-0912-489A-A2FC-3BF9D70901A6}"/>
              </a:ext>
            </a:extLst>
          </p:cNvPr>
          <p:cNvSpPr txBox="1"/>
          <p:nvPr/>
        </p:nvSpPr>
        <p:spPr>
          <a:xfrm>
            <a:off x="2402777" y="5760"/>
            <a:ext cx="6660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RAZÓN PARA VIVIR</a:t>
            </a:r>
          </a:p>
        </p:txBody>
      </p:sp>
    </p:spTree>
    <p:extLst>
      <p:ext uri="{BB962C8B-B14F-4D97-AF65-F5344CB8AC3E}">
        <p14:creationId xmlns:p14="http://schemas.microsoft.com/office/powerpoint/2010/main" val="4208201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971600" y="1772816"/>
            <a:ext cx="7722858" cy="253828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Script MT Bold" panose="03040602040607080904" pitchFamily="66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La gente que a mi lado</a:t>
            </a:r>
          </a:p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Hoy está</a:t>
            </a:r>
            <a:endParaRPr lang="es-CO" sz="7200" dirty="0">
              <a:ln w="22225">
                <a:solidFill>
                  <a:sysClr val="windowText" lastClr="000000"/>
                </a:solidFill>
                <a:prstDash val="solid"/>
              </a:ln>
              <a:latin typeface="Agency FB" panose="020B0503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8287833-0912-489A-A2FC-3BF9D70901A6}"/>
              </a:ext>
            </a:extLst>
          </p:cNvPr>
          <p:cNvSpPr txBox="1"/>
          <p:nvPr/>
        </p:nvSpPr>
        <p:spPr>
          <a:xfrm>
            <a:off x="2402777" y="5760"/>
            <a:ext cx="6660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RAZÓN PARA VIVIR</a:t>
            </a:r>
          </a:p>
        </p:txBody>
      </p:sp>
    </p:spTree>
    <p:extLst>
      <p:ext uri="{BB962C8B-B14F-4D97-AF65-F5344CB8AC3E}">
        <p14:creationId xmlns:p14="http://schemas.microsoft.com/office/powerpoint/2010/main" val="3902652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946177" y="1268760"/>
            <a:ext cx="7251645" cy="1674186"/>
          </a:xfrm>
        </p:spPr>
        <p:txBody>
          <a:bodyPr>
            <a:noAutofit/>
          </a:bodyPr>
          <a:lstStyle/>
          <a:p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Por amor me diste</a:t>
            </a:r>
          </a:p>
          <a:p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La razón para vivir 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F75DFCF-EF5D-40F7-950E-0CA249B25D49}"/>
              </a:ext>
            </a:extLst>
          </p:cNvPr>
          <p:cNvSpPr txBox="1"/>
          <p:nvPr/>
        </p:nvSpPr>
        <p:spPr>
          <a:xfrm>
            <a:off x="2402777" y="5760"/>
            <a:ext cx="6660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RAZÓN PARA VIVIR</a:t>
            </a:r>
          </a:p>
        </p:txBody>
      </p:sp>
    </p:spTree>
    <p:extLst>
      <p:ext uri="{BB962C8B-B14F-4D97-AF65-F5344CB8AC3E}">
        <p14:creationId xmlns:p14="http://schemas.microsoft.com/office/powerpoint/2010/main" val="2324869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888690" y="1553605"/>
            <a:ext cx="7366620" cy="1907156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Script MT Bold" panose="03040602040607080904" pitchFamily="66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Anunciar tu nombre</a:t>
            </a:r>
          </a:p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Y la gloria darte a ti</a:t>
            </a:r>
            <a:endParaRPr lang="es-CO" sz="7200" dirty="0">
              <a:ln w="22225">
                <a:solidFill>
                  <a:sysClr val="windowText" lastClr="000000"/>
                </a:solidFill>
                <a:prstDash val="solid"/>
              </a:ln>
              <a:latin typeface="Agency FB" panose="020B0503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D70E9FD-CC77-47DB-96FE-7454A3236CAE}"/>
              </a:ext>
            </a:extLst>
          </p:cNvPr>
          <p:cNvSpPr txBox="1"/>
          <p:nvPr/>
        </p:nvSpPr>
        <p:spPr>
          <a:xfrm>
            <a:off x="2402777" y="5760"/>
            <a:ext cx="6660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RAZÓN PARA VIVIR</a:t>
            </a:r>
          </a:p>
        </p:txBody>
      </p:sp>
    </p:spTree>
    <p:extLst>
      <p:ext uri="{BB962C8B-B14F-4D97-AF65-F5344CB8AC3E}">
        <p14:creationId xmlns:p14="http://schemas.microsoft.com/office/powerpoint/2010/main" val="41982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 txBox="1">
            <a:spLocks/>
          </p:cNvSpPr>
          <p:nvPr/>
        </p:nvSpPr>
        <p:spPr>
          <a:xfrm>
            <a:off x="647564" y="1484784"/>
            <a:ext cx="7848872" cy="1367096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Script MT Bold" panose="03040602040607080904" pitchFamily="66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No hay que ir</a:t>
            </a:r>
          </a:p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Tan lejos para hallar</a:t>
            </a:r>
            <a:endParaRPr lang="es-CO" sz="7200" dirty="0">
              <a:ln w="22225">
                <a:solidFill>
                  <a:sysClr val="windowText" lastClr="000000"/>
                </a:solidFill>
                <a:prstDash val="solid"/>
              </a:ln>
              <a:latin typeface="Agency FB" panose="020B0503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FA33EC4-48EC-4150-A0FC-F443E2C59967}"/>
              </a:ext>
            </a:extLst>
          </p:cNvPr>
          <p:cNvSpPr txBox="1"/>
          <p:nvPr/>
        </p:nvSpPr>
        <p:spPr>
          <a:xfrm>
            <a:off x="2402777" y="5760"/>
            <a:ext cx="6660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RAZÓN PARA VIVIR</a:t>
            </a:r>
          </a:p>
        </p:txBody>
      </p:sp>
    </p:spTree>
    <p:extLst>
      <p:ext uri="{BB962C8B-B14F-4D97-AF65-F5344CB8AC3E}">
        <p14:creationId xmlns:p14="http://schemas.microsoft.com/office/powerpoint/2010/main" val="3776189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971600" y="1484784"/>
            <a:ext cx="7200800" cy="158312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Script MT Bold" panose="03040602040607080904" pitchFamily="66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Aquellos que no tienen La verdad </a:t>
            </a:r>
            <a:endParaRPr lang="es-CO" sz="7200" dirty="0">
              <a:ln w="22225">
                <a:solidFill>
                  <a:sysClr val="windowText" lastClr="000000"/>
                </a:solidFill>
                <a:prstDash val="solid"/>
              </a:ln>
              <a:latin typeface="Agency FB" panose="020B0503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DA35408-37E4-4D56-981C-8E36BC2468EA}"/>
              </a:ext>
            </a:extLst>
          </p:cNvPr>
          <p:cNvSpPr txBox="1"/>
          <p:nvPr/>
        </p:nvSpPr>
        <p:spPr>
          <a:xfrm>
            <a:off x="2402777" y="5760"/>
            <a:ext cx="6660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RAZÓN PARA VIVIR</a:t>
            </a:r>
          </a:p>
        </p:txBody>
      </p:sp>
    </p:spTree>
    <p:extLst>
      <p:ext uri="{BB962C8B-B14F-4D97-AF65-F5344CB8AC3E}">
        <p14:creationId xmlns:p14="http://schemas.microsoft.com/office/powerpoint/2010/main" val="1357211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10571" y="1556792"/>
            <a:ext cx="7722858" cy="253828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Script MT Bold" panose="03040602040607080904" pitchFamily="66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Hazme ver la gran necesidad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8287833-0912-489A-A2FC-3BF9D70901A6}"/>
              </a:ext>
            </a:extLst>
          </p:cNvPr>
          <p:cNvSpPr txBox="1"/>
          <p:nvPr/>
        </p:nvSpPr>
        <p:spPr>
          <a:xfrm>
            <a:off x="2402777" y="5760"/>
            <a:ext cx="6660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RAZÓN PARA VIVIR</a:t>
            </a:r>
          </a:p>
        </p:txBody>
      </p:sp>
    </p:spTree>
    <p:extLst>
      <p:ext uri="{BB962C8B-B14F-4D97-AF65-F5344CB8AC3E}">
        <p14:creationId xmlns:p14="http://schemas.microsoft.com/office/powerpoint/2010/main" val="2478999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971600" y="1772816"/>
            <a:ext cx="7722858" cy="253828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Script MT Bold" panose="03040602040607080904" pitchFamily="66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La gente que a mi lado</a:t>
            </a:r>
          </a:p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Hoy está</a:t>
            </a:r>
            <a:endParaRPr lang="es-CO" sz="7200" dirty="0">
              <a:ln w="22225">
                <a:solidFill>
                  <a:sysClr val="windowText" lastClr="000000"/>
                </a:solidFill>
                <a:prstDash val="solid"/>
              </a:ln>
              <a:latin typeface="Agency FB" panose="020B0503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8287833-0912-489A-A2FC-3BF9D70901A6}"/>
              </a:ext>
            </a:extLst>
          </p:cNvPr>
          <p:cNvSpPr txBox="1"/>
          <p:nvPr/>
        </p:nvSpPr>
        <p:spPr>
          <a:xfrm>
            <a:off x="2402777" y="5760"/>
            <a:ext cx="6660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RAZÓN PARA VIVIR</a:t>
            </a:r>
          </a:p>
        </p:txBody>
      </p:sp>
    </p:spTree>
    <p:extLst>
      <p:ext uri="{BB962C8B-B14F-4D97-AF65-F5344CB8AC3E}">
        <p14:creationId xmlns:p14="http://schemas.microsoft.com/office/powerpoint/2010/main" val="3243226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 txBox="1">
            <a:spLocks/>
          </p:cNvSpPr>
          <p:nvPr/>
        </p:nvSpPr>
        <p:spPr>
          <a:xfrm>
            <a:off x="647564" y="1484784"/>
            <a:ext cx="7848872" cy="1367096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Script MT Bold" panose="03040602040607080904" pitchFamily="66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No hay que ir</a:t>
            </a:r>
          </a:p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Tan lejos para hallar</a:t>
            </a:r>
            <a:endParaRPr lang="es-CO" sz="7200" dirty="0">
              <a:ln w="22225">
                <a:solidFill>
                  <a:sysClr val="windowText" lastClr="000000"/>
                </a:solidFill>
                <a:prstDash val="solid"/>
              </a:ln>
              <a:latin typeface="Agency FB" panose="020B0503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FA33EC4-48EC-4150-A0FC-F443E2C59967}"/>
              </a:ext>
            </a:extLst>
          </p:cNvPr>
          <p:cNvSpPr txBox="1"/>
          <p:nvPr/>
        </p:nvSpPr>
        <p:spPr>
          <a:xfrm>
            <a:off x="2402777" y="5760"/>
            <a:ext cx="6660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RAZÓN PARA VIVIR</a:t>
            </a:r>
          </a:p>
        </p:txBody>
      </p:sp>
    </p:spTree>
    <p:extLst>
      <p:ext uri="{BB962C8B-B14F-4D97-AF65-F5344CB8AC3E}">
        <p14:creationId xmlns:p14="http://schemas.microsoft.com/office/powerpoint/2010/main" val="986059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971600" y="1484784"/>
            <a:ext cx="7200800" cy="158312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Script MT Bold" panose="03040602040607080904" pitchFamily="66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Aquellos que no tienen La verdad </a:t>
            </a:r>
            <a:endParaRPr lang="es-CO" sz="7200" dirty="0">
              <a:ln w="22225">
                <a:solidFill>
                  <a:sysClr val="windowText" lastClr="000000"/>
                </a:solidFill>
                <a:prstDash val="solid"/>
              </a:ln>
              <a:latin typeface="Agency FB" panose="020B0503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DA35408-37E4-4D56-981C-8E36BC2468EA}"/>
              </a:ext>
            </a:extLst>
          </p:cNvPr>
          <p:cNvSpPr txBox="1"/>
          <p:nvPr/>
        </p:nvSpPr>
        <p:spPr>
          <a:xfrm>
            <a:off x="2402777" y="5760"/>
            <a:ext cx="6660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RAZÓN PARA VIVIR</a:t>
            </a:r>
          </a:p>
        </p:txBody>
      </p:sp>
    </p:spTree>
    <p:extLst>
      <p:ext uri="{BB962C8B-B14F-4D97-AF65-F5344CB8AC3E}">
        <p14:creationId xmlns:p14="http://schemas.microsoft.com/office/powerpoint/2010/main" val="585115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10571" y="1556792"/>
            <a:ext cx="7722858" cy="253828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Script MT Bold" panose="03040602040607080904" pitchFamily="66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Hazme ver la gran necesidad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8287833-0912-489A-A2FC-3BF9D70901A6}"/>
              </a:ext>
            </a:extLst>
          </p:cNvPr>
          <p:cNvSpPr txBox="1"/>
          <p:nvPr/>
        </p:nvSpPr>
        <p:spPr>
          <a:xfrm>
            <a:off x="2402777" y="5760"/>
            <a:ext cx="6660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RAZÓN PARA VIVIR</a:t>
            </a:r>
          </a:p>
        </p:txBody>
      </p:sp>
    </p:spTree>
    <p:extLst>
      <p:ext uri="{BB962C8B-B14F-4D97-AF65-F5344CB8AC3E}">
        <p14:creationId xmlns:p14="http://schemas.microsoft.com/office/powerpoint/2010/main" val="16763288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971600" y="1772816"/>
            <a:ext cx="7722858" cy="253828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Script MT Bold" panose="03040602040607080904" pitchFamily="66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s-MX" sz="72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/La gente que a mi lado</a:t>
            </a:r>
          </a:p>
          <a:p>
            <a:r>
              <a:rPr lang="es-MX" sz="7200">
                <a:ln w="22225">
                  <a:solidFill>
                    <a:sysClr val="windowText" lastClr="000000"/>
                  </a:solidFill>
                  <a:prstDash val="solid"/>
                </a:ln>
                <a:latin typeface="Agency FB" panose="020B0503020202020204" pitchFamily="34" charset="0"/>
              </a:rPr>
              <a:t>Hoy está/</a:t>
            </a:r>
            <a:endParaRPr lang="es-CO" sz="7200" dirty="0">
              <a:ln w="22225">
                <a:solidFill>
                  <a:sysClr val="windowText" lastClr="000000"/>
                </a:solidFill>
                <a:prstDash val="solid"/>
              </a:ln>
              <a:latin typeface="Agency FB" panose="020B0503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8287833-0912-489A-A2FC-3BF9D70901A6}"/>
              </a:ext>
            </a:extLst>
          </p:cNvPr>
          <p:cNvSpPr txBox="1"/>
          <p:nvPr/>
        </p:nvSpPr>
        <p:spPr>
          <a:xfrm>
            <a:off x="2402777" y="5760"/>
            <a:ext cx="6660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LA RAZÓN PARA VIVIR</a:t>
            </a:r>
          </a:p>
        </p:txBody>
      </p:sp>
    </p:spTree>
    <p:extLst>
      <p:ext uri="{BB962C8B-B14F-4D97-AF65-F5344CB8AC3E}">
        <p14:creationId xmlns:p14="http://schemas.microsoft.com/office/powerpoint/2010/main" val="21372940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206</Words>
  <Application>Microsoft Office PowerPoint</Application>
  <PresentationFormat>Presentación en pantalla (4:3)</PresentationFormat>
  <Paragraphs>48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Agency FB</vt:lpstr>
      <vt:lpstr>Arial</vt:lpstr>
      <vt:lpstr>Arial Rounded MT Bold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Lorena</dc:creator>
  <cp:lastModifiedBy>Familia Cañon Peña</cp:lastModifiedBy>
  <cp:revision>11</cp:revision>
  <dcterms:created xsi:type="dcterms:W3CDTF">2017-09-09T01:45:12Z</dcterms:created>
  <dcterms:modified xsi:type="dcterms:W3CDTF">2021-07-27T03:56:20Z</dcterms:modified>
</cp:coreProperties>
</file>