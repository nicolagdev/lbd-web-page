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4" r:id="rId9"/>
    <p:sldId id="266" r:id="rId10"/>
    <p:sldId id="267" r:id="rId11"/>
    <p:sldId id="273" r:id="rId12"/>
    <p:sldId id="269" r:id="rId13"/>
    <p:sldId id="275" r:id="rId14"/>
    <p:sldId id="271" r:id="rId15"/>
    <p:sldId id="272" r:id="rId16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750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056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616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02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704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800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4614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368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757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89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350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266E9-C895-46E6-A3DB-EAB18064D8C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E9ECA-3155-4ABD-9B7E-5398425E94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21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0" y="1700808"/>
            <a:ext cx="9144000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Dicen que el cielo es bello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vivir aquí también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2 Rectángulo">
            <a:extLst>
              <a:ext uri="{FF2B5EF4-FFF2-40B4-BE49-F238E27FC236}">
                <a16:creationId xmlns:a16="http://schemas.microsoft.com/office/drawing/2014/main" id="{B4253998-6B56-4939-A63D-88D8547BF70A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74839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89856" y="1376772"/>
            <a:ext cx="7164288" cy="2052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Pero si entre los dos hay que escoger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/Prefiero el CIELO/</a:t>
            </a: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CDC77C52-7A6F-4D92-A5FD-D65DCA590B42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361141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8477" y="2224134"/>
            <a:ext cx="8980951" cy="24097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 donde debo ser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8C10FD40-C1A8-409E-B497-6DD0C1720044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39779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0298" y="1700808"/>
            <a:ext cx="9144000" cy="240973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 veces cuando sueño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Te sorprenderás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C9378D5F-1854-41A1-8C38-70DD294379C7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39779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9541" y="1772816"/>
            <a:ext cx="9144000" cy="24097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al mirar mis ojos nostalgia tu verás            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E2FDFAD6-790D-44F4-942E-FC6D1EE7EE79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39779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768" y="1268760"/>
            <a:ext cx="8748464" cy="24097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Voy al cielo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Yo voy al cielo</a:t>
            </a:r>
          </a:p>
          <a:p>
            <a:pPr marL="0" indent="0" algn="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 donde debo ser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03165C1A-5526-40FB-B79B-9FDAABED19A3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39779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001" y="2224134"/>
            <a:ext cx="9144000" cy="24097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Mientras esté gozoso SERVIRÉ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C0354ADE-7A42-4FAC-8702-A2C5075A4EE9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39779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0332" y="1196752"/>
            <a:ext cx="7583335" cy="24097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Al cantar este canto aquí estoy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Pero no demoraré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C0354ADE-7A42-4FAC-8702-A2C5075A4EE9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500259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9541" y="1844824"/>
            <a:ext cx="9144000" cy="240973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Cuando me siento solo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cuando hay angustia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281E9E73-6868-4659-8185-957CA253A68E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39779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88840"/>
            <a:ext cx="9144000" cy="240973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grato es saber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no demoraré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86B5B3FE-B196-4D17-9E5E-B326BCA1A0A7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88209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1124744"/>
            <a:ext cx="8728923" cy="24097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Voy al cielo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Yo voy al cielo</a:t>
            </a:r>
          </a:p>
          <a:p>
            <a:pPr marL="0" indent="0" algn="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 donde debo ser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7EE89475-1357-454E-B649-A7D6658A60EB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1459617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514" y="2060848"/>
            <a:ext cx="8748972" cy="24097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Algún día la muerte a mi puerta tocará</a:t>
            </a: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42F725AB-2C02-49EA-8342-948FCBE3CB96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8820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514" y="1988840"/>
            <a:ext cx="8748972" cy="24097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Descubriré al despertar no más nostalgia habrá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42F725AB-2C02-49EA-8342-948FCBE3CB96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294429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35850" y="2224134"/>
            <a:ext cx="7272300" cy="240973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/Estaré en el cielo/</a:t>
            </a:r>
          </a:p>
          <a:p>
            <a:pPr marL="0" indent="0" algn="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 donde debo ser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C4401A2B-C3F6-4500-B918-4045E8AC0D3C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88209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348880"/>
            <a:ext cx="9144000" cy="24097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En donde debo estar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3DB353F1-4055-44F9-A609-4EF38F3A8CA2}"/>
              </a:ext>
            </a:extLst>
          </p:cNvPr>
          <p:cNvSpPr/>
          <p:nvPr/>
        </p:nvSpPr>
        <p:spPr>
          <a:xfrm>
            <a:off x="4837323" y="0"/>
            <a:ext cx="4287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PREFIERO EL CIELO</a:t>
            </a:r>
          </a:p>
        </p:txBody>
      </p:sp>
    </p:spTree>
    <p:extLst>
      <p:ext uri="{BB962C8B-B14F-4D97-AF65-F5344CB8AC3E}">
        <p14:creationId xmlns:p14="http://schemas.microsoft.com/office/powerpoint/2010/main" val="882096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165</Words>
  <Application>Microsoft Office PowerPoint</Application>
  <PresentationFormat>Presentación en pantalla (4:3)</PresentationFormat>
  <Paragraphs>41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47</cp:revision>
  <dcterms:created xsi:type="dcterms:W3CDTF">2016-04-15T15:56:22Z</dcterms:created>
  <dcterms:modified xsi:type="dcterms:W3CDTF">2021-07-27T04:08:33Z</dcterms:modified>
</cp:coreProperties>
</file>