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59" r:id="rId5"/>
    <p:sldId id="260" r:id="rId6"/>
    <p:sldId id="262" r:id="rId7"/>
    <p:sldId id="267" r:id="rId8"/>
    <p:sldId id="265" r:id="rId9"/>
    <p:sldId id="272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34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75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588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01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047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774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471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4039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627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162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118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BDB02-85A7-4252-B514-0D8C54074D0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D8D6E-EDB2-4687-9EDA-F63A147D76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78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1196752"/>
            <a:ext cx="6857999" cy="2106234"/>
          </a:xfrm>
        </p:spPr>
        <p:txBody>
          <a:bodyPr>
            <a:norm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creó mi hogar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creó para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5B5640D8-923D-41CF-8A7E-3A038056DE0D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574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1196752"/>
            <a:ext cx="6857999" cy="2106234"/>
          </a:xfrm>
        </p:spPr>
        <p:txBody>
          <a:bodyPr>
            <a:norm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creó mi hogar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creó para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912D5C87-B3A0-4713-BD23-188722D207E6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222408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99592" y="692696"/>
            <a:ext cx="6857999" cy="210623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Lleno de AMOR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PAZ 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FELICIDAD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B8AC0ED1-6FB3-4815-91E8-26306D6D00AD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401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89048" y="980728"/>
            <a:ext cx="9433048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reina y da seguridad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3550F3F9-66E3-4E10-AAEE-A4145C6046EE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401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548680"/>
            <a:ext cx="6857999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me dio a mí una gran bendición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D5FB8ED7-BEA9-4611-AF68-04D46D8C8631}"/>
              </a:ext>
            </a:extLst>
          </p:cNvPr>
          <p:cNvSpPr txBox="1">
            <a:spLocks/>
          </p:cNvSpPr>
          <p:nvPr/>
        </p:nvSpPr>
        <p:spPr>
          <a:xfrm>
            <a:off x="229208" y="2474894"/>
            <a:ext cx="8685583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Un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hogar</a:t>
            </a: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lleno de su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amor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1DA5ED59-A2B3-4E1C-9CE0-BE0D400FBB53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401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15616" y="692696"/>
            <a:ext cx="6597351" cy="210623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/Cree en el SEÑOR y salvo serás/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082CCE9C-2A1E-4C66-83DC-FEAED403423C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401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620688"/>
            <a:ext cx="6857999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todo tu hogar Él transformará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549FCD12-B863-4D3C-93E0-CBCF1AB3F026}"/>
              </a:ext>
            </a:extLst>
          </p:cNvPr>
          <p:cNvSpPr txBox="1">
            <a:spLocks/>
          </p:cNvSpPr>
          <p:nvPr/>
        </p:nvSpPr>
        <p:spPr>
          <a:xfrm>
            <a:off x="1863070" y="2375883"/>
            <a:ext cx="6857999" cy="210623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Su promesa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la cumplirá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F7BDB1A6-93B1-4C8C-9984-8634E2A0E650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424564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908720"/>
            <a:ext cx="6857999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te dará una gran bendición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D470A0D1-A9FE-4D6F-9611-9C290C389B11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134401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>
            <a:extLst>
              <a:ext uri="{FF2B5EF4-FFF2-40B4-BE49-F238E27FC236}">
                <a16:creationId xmlns:a16="http://schemas.microsoft.com/office/drawing/2014/main" id="{99255F45-6D40-4542-A59B-6C5BCF08BD93}"/>
              </a:ext>
            </a:extLst>
          </p:cNvPr>
          <p:cNvSpPr txBox="1">
            <a:spLocks/>
          </p:cNvSpPr>
          <p:nvPr/>
        </p:nvSpPr>
        <p:spPr>
          <a:xfrm>
            <a:off x="-180528" y="1556792"/>
            <a:ext cx="9145016" cy="21062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495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//Un HOGAR lleno de SU AMOR//</a:t>
            </a:r>
            <a:endParaRPr lang="es-CO" sz="495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254E2DB2-B6C2-4DF4-9409-C0CE4F3F3AF7}"/>
              </a:ext>
            </a:extLst>
          </p:cNvPr>
          <p:cNvSpPr txBox="1">
            <a:spLocks/>
          </p:cNvSpPr>
          <p:nvPr/>
        </p:nvSpPr>
        <p:spPr>
          <a:xfrm>
            <a:off x="5868144" y="6093296"/>
            <a:ext cx="3091082" cy="3780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HOGAR DE AMOR  </a:t>
            </a:r>
          </a:p>
        </p:txBody>
      </p:sp>
    </p:spTree>
    <p:extLst>
      <p:ext uri="{BB962C8B-B14F-4D97-AF65-F5344CB8AC3E}">
        <p14:creationId xmlns:p14="http://schemas.microsoft.com/office/powerpoint/2010/main" val="876945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101</Words>
  <Application>Microsoft Office PowerPoint</Application>
  <PresentationFormat>Presentación en pantalla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Arial Rounded MT Bold</vt:lpstr>
      <vt:lpstr>Berlin Sans FB Demi</vt:lpstr>
      <vt:lpstr>Brush Script MT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11</cp:revision>
  <dcterms:created xsi:type="dcterms:W3CDTF">2016-05-17T22:35:47Z</dcterms:created>
  <dcterms:modified xsi:type="dcterms:W3CDTF">2021-07-27T03:50:50Z</dcterms:modified>
</cp:coreProperties>
</file>