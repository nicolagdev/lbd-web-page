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33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6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628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2161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797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78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102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188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6346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2577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6240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710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1689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64528-B213-42B6-9F07-8E1021B0EDF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E951F-2666-4336-9490-03B37836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3376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23082" y="1882423"/>
            <a:ext cx="6697256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Campanas por doquier resuenan sin cesar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AD29C76-D0B2-4188-A0CB-74E3F28EB4F3}"/>
              </a:ext>
            </a:extLst>
          </p:cNvPr>
          <p:cNvSpPr txBox="1"/>
          <p:nvPr/>
        </p:nvSpPr>
        <p:spPr>
          <a:xfrm>
            <a:off x="5022573" y="294033"/>
            <a:ext cx="39955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HOY ES NAVIDAD</a:t>
            </a:r>
          </a:p>
        </p:txBody>
      </p:sp>
    </p:spTree>
    <p:extLst>
      <p:ext uri="{BB962C8B-B14F-4D97-AF65-F5344CB8AC3E}">
        <p14:creationId xmlns:p14="http://schemas.microsoft.com/office/powerpoint/2010/main" val="287804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09212" y="1843263"/>
            <a:ext cx="6911126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Proclaman con placer que hoy es NAVIDAD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B1251FA-F22B-4525-ABF3-C5D79F946F12}"/>
              </a:ext>
            </a:extLst>
          </p:cNvPr>
          <p:cNvSpPr txBox="1"/>
          <p:nvPr/>
        </p:nvSpPr>
        <p:spPr>
          <a:xfrm>
            <a:off x="5022573" y="294033"/>
            <a:ext cx="39955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HOY ES NAVIDAD</a:t>
            </a:r>
          </a:p>
        </p:txBody>
      </p:sp>
    </p:spTree>
    <p:extLst>
      <p:ext uri="{BB962C8B-B14F-4D97-AF65-F5344CB8AC3E}">
        <p14:creationId xmlns:p14="http://schemas.microsoft.com/office/powerpoint/2010/main" val="1219101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03813" y="1697757"/>
            <a:ext cx="6816525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Los niños con canción la grata nueva dan 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118175-448D-459E-A343-EA60E1CF1B1C}"/>
              </a:ext>
            </a:extLst>
          </p:cNvPr>
          <p:cNvSpPr txBox="1"/>
          <p:nvPr/>
        </p:nvSpPr>
        <p:spPr>
          <a:xfrm>
            <a:off x="5022573" y="294033"/>
            <a:ext cx="39955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HOY ES NAVIDAD</a:t>
            </a:r>
          </a:p>
        </p:txBody>
      </p:sp>
    </p:spTree>
    <p:extLst>
      <p:ext uri="{BB962C8B-B14F-4D97-AF65-F5344CB8AC3E}">
        <p14:creationId xmlns:p14="http://schemas.microsoft.com/office/powerpoint/2010/main" val="3698764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08613" y="1697757"/>
            <a:ext cx="6236743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En este día de amor y buena voluntad 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9800B4C-39F4-4079-8297-32037A53502D}"/>
              </a:ext>
            </a:extLst>
          </p:cNvPr>
          <p:cNvSpPr txBox="1"/>
          <p:nvPr/>
        </p:nvSpPr>
        <p:spPr>
          <a:xfrm>
            <a:off x="5022573" y="294033"/>
            <a:ext cx="39955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HOY ES NAVIDAD</a:t>
            </a:r>
          </a:p>
        </p:txBody>
      </p:sp>
    </p:spTree>
    <p:extLst>
      <p:ext uri="{BB962C8B-B14F-4D97-AF65-F5344CB8AC3E}">
        <p14:creationId xmlns:p14="http://schemas.microsoft.com/office/powerpoint/2010/main" val="165118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04192" y="1495498"/>
            <a:ext cx="6579703" cy="33932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/Navidad navidad hoy es navidad</a:t>
            </a:r>
          </a:p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Es un día de ALEGRÍA y FELICIDAD/ 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51DECD-C4F8-4F20-B15C-D687260C0795}"/>
              </a:ext>
            </a:extLst>
          </p:cNvPr>
          <p:cNvSpPr txBox="1"/>
          <p:nvPr/>
        </p:nvSpPr>
        <p:spPr>
          <a:xfrm>
            <a:off x="5022573" y="294033"/>
            <a:ext cx="39955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HOY ES NAVIDAD</a:t>
            </a:r>
          </a:p>
        </p:txBody>
      </p:sp>
    </p:spTree>
    <p:extLst>
      <p:ext uri="{BB962C8B-B14F-4D97-AF65-F5344CB8AC3E}">
        <p14:creationId xmlns:p14="http://schemas.microsoft.com/office/powerpoint/2010/main" val="13833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59323" y="1958251"/>
            <a:ext cx="6661015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El niño de Belén nos trae la SALVACIÓN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2DA6660-A561-440C-B4CA-1F9CB97DF100}"/>
              </a:ext>
            </a:extLst>
          </p:cNvPr>
          <p:cNvSpPr txBox="1"/>
          <p:nvPr/>
        </p:nvSpPr>
        <p:spPr>
          <a:xfrm>
            <a:off x="5022573" y="294033"/>
            <a:ext cx="39955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HOY ES NAVIDAD</a:t>
            </a:r>
          </a:p>
        </p:txBody>
      </p:sp>
    </p:spTree>
    <p:extLst>
      <p:ext uri="{BB962C8B-B14F-4D97-AF65-F5344CB8AC3E}">
        <p14:creationId xmlns:p14="http://schemas.microsoft.com/office/powerpoint/2010/main" val="244386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42963" y="1874491"/>
            <a:ext cx="6777375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Con júbilo sin par se entona la canción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1B4E2E-A40F-42E3-BB87-90E2F489F9B0}"/>
              </a:ext>
            </a:extLst>
          </p:cNvPr>
          <p:cNvSpPr txBox="1"/>
          <p:nvPr/>
        </p:nvSpPr>
        <p:spPr>
          <a:xfrm>
            <a:off x="5022573" y="294033"/>
            <a:ext cx="39955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HOY ES NAVIDAD</a:t>
            </a:r>
          </a:p>
        </p:txBody>
      </p:sp>
    </p:spTree>
    <p:extLst>
      <p:ext uri="{BB962C8B-B14F-4D97-AF65-F5344CB8AC3E}">
        <p14:creationId xmlns:p14="http://schemas.microsoft.com/office/powerpoint/2010/main" val="2583568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78329" y="1697757"/>
            <a:ext cx="6054992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Yo te amo mi JESÚS tus glorias cantaré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80A87C-6430-45A8-A112-FFAD36D905A5}"/>
              </a:ext>
            </a:extLst>
          </p:cNvPr>
          <p:cNvSpPr txBox="1"/>
          <p:nvPr/>
        </p:nvSpPr>
        <p:spPr>
          <a:xfrm>
            <a:off x="5022573" y="294033"/>
            <a:ext cx="39955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HOY ES NAVIDAD</a:t>
            </a:r>
          </a:p>
        </p:txBody>
      </p:sp>
    </p:spTree>
    <p:extLst>
      <p:ext uri="{BB962C8B-B14F-4D97-AF65-F5344CB8AC3E}">
        <p14:creationId xmlns:p14="http://schemas.microsoft.com/office/powerpoint/2010/main" val="103858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14164" y="1697757"/>
            <a:ext cx="593241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En este día tan feliz me regocijaré 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25622EE-CCDD-41FD-9F0D-8759C6DDEB56}"/>
              </a:ext>
            </a:extLst>
          </p:cNvPr>
          <p:cNvSpPr txBox="1"/>
          <p:nvPr/>
        </p:nvSpPr>
        <p:spPr>
          <a:xfrm>
            <a:off x="5022573" y="294033"/>
            <a:ext cx="39955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HOY ES NAVIDAD</a:t>
            </a:r>
          </a:p>
        </p:txBody>
      </p:sp>
    </p:spTree>
    <p:extLst>
      <p:ext uri="{BB962C8B-B14F-4D97-AF65-F5344CB8AC3E}">
        <p14:creationId xmlns:p14="http://schemas.microsoft.com/office/powerpoint/2010/main" val="3231343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04192" y="1495498"/>
            <a:ext cx="6579703" cy="33932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/Navidad navidad hoy es navidad</a:t>
            </a:r>
          </a:p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Es un día de ALEGRÍA y FELICIDAD/ 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51DECD-C4F8-4F20-B15C-D687260C0795}"/>
              </a:ext>
            </a:extLst>
          </p:cNvPr>
          <p:cNvSpPr txBox="1"/>
          <p:nvPr/>
        </p:nvSpPr>
        <p:spPr>
          <a:xfrm>
            <a:off x="5022573" y="294033"/>
            <a:ext cx="39955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HOY ES NAVIDAD</a:t>
            </a:r>
          </a:p>
        </p:txBody>
      </p:sp>
    </p:spTree>
    <p:extLst>
      <p:ext uri="{BB962C8B-B14F-4D97-AF65-F5344CB8AC3E}">
        <p14:creationId xmlns:p14="http://schemas.microsoft.com/office/powerpoint/2010/main" val="28558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13522" y="1853305"/>
            <a:ext cx="5993295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badi" panose="020B0604020104020204" pitchFamily="34" charset="0"/>
              </a:rPr>
              <a:t>/Es un día de alegría y felicidad/ </a:t>
            </a:r>
            <a:endParaRPr lang="es-ES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D223E4-D37C-4063-ABE5-AE95476F9F15}"/>
              </a:ext>
            </a:extLst>
          </p:cNvPr>
          <p:cNvSpPr txBox="1"/>
          <p:nvPr/>
        </p:nvSpPr>
        <p:spPr>
          <a:xfrm>
            <a:off x="5022573" y="294033"/>
            <a:ext cx="39955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HOY ES NAVIDAD</a:t>
            </a:r>
          </a:p>
        </p:txBody>
      </p:sp>
    </p:spTree>
    <p:extLst>
      <p:ext uri="{BB962C8B-B14F-4D97-AF65-F5344CB8AC3E}">
        <p14:creationId xmlns:p14="http://schemas.microsoft.com/office/powerpoint/2010/main" val="31996439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130</Words>
  <Application>Microsoft Office PowerPoint</Application>
  <PresentationFormat>Presentación en pantalla (4:3)</PresentationFormat>
  <Paragraphs>24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Abadi</vt:lpstr>
      <vt:lpstr>Arial</vt:lpstr>
      <vt:lpstr>Arial Rounded MT Bold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6</cp:revision>
  <dcterms:created xsi:type="dcterms:W3CDTF">2020-07-17T19:57:57Z</dcterms:created>
  <dcterms:modified xsi:type="dcterms:W3CDTF">2021-07-27T03:51:16Z</dcterms:modified>
</cp:coreProperties>
</file>