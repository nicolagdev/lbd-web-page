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58" r:id="rId4"/>
    <p:sldId id="259" r:id="rId5"/>
    <p:sldId id="260" r:id="rId6"/>
    <p:sldId id="282" r:id="rId7"/>
    <p:sldId id="261" r:id="rId8"/>
    <p:sldId id="275" r:id="rId9"/>
    <p:sldId id="263" r:id="rId10"/>
    <p:sldId id="264" r:id="rId11"/>
    <p:sldId id="276" r:id="rId12"/>
    <p:sldId id="277" r:id="rId13"/>
    <p:sldId id="278" r:id="rId14"/>
    <p:sldId id="279" r:id="rId15"/>
    <p:sldId id="280" r:id="rId16"/>
    <p:sldId id="281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06400-D335-482B-A75C-81BBF527F5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6EE18-53FD-4C32-B9FB-D64113E0B2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971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780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580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041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393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028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64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403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217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559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374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92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C9AE0-A893-4560-AFAC-7E3A3FADF46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9398E-57D5-4384-8597-CF6224AF3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828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674072" y="1052736"/>
            <a:ext cx="6912769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Mi Padre fiel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 mi Rey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mi Dios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E00167-18ED-4D67-9686-103819B95196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420340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683567" y="2456892"/>
            <a:ext cx="7776864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CO" sz="4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E00167-18ED-4D67-9686-103819B95196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3F3F326E-19B8-4EB7-8B31-970C184F483B}"/>
              </a:ext>
            </a:extLst>
          </p:cNvPr>
          <p:cNvSpPr txBox="1">
            <a:spLocks/>
          </p:cNvSpPr>
          <p:nvPr/>
        </p:nvSpPr>
        <p:spPr>
          <a:xfrm>
            <a:off x="1153189" y="1268760"/>
            <a:ext cx="6837619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Cuánto anhelo OÍR TU VOZ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31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0973" y="1412776"/>
            <a:ext cx="7542053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Sólo por ti viviré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Delante de ti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yo callaré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49924E-5030-4CB4-A13C-4120BE882F57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8299" y="1196752"/>
            <a:ext cx="8747401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Hoy me rindo a tus pies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Diste TU VIDA por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8A170A-60E1-4235-A681-3D890149A08E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70284" y="1556792"/>
            <a:ext cx="9684568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Te clavaste en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mi lugar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59987C-F654-46B6-8015-F6CB35CA2193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70284" y="1196752"/>
            <a:ext cx="9684568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Hoy respondo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 tu llamar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59987C-F654-46B6-8015-F6CB35CA2193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2630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6595" y="1556792"/>
            <a:ext cx="799081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HABLA a mi corazón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GUÍA mi caminar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D1CBE7-FED4-46FC-8B33-2741FD4AD23F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>
            <a:extLst>
              <a:ext uri="{FF2B5EF4-FFF2-40B4-BE49-F238E27FC236}">
                <a16:creationId xmlns:a16="http://schemas.microsoft.com/office/drawing/2014/main" id="{840614BA-95AB-446E-A27D-3EB3A1ED598E}"/>
              </a:ext>
            </a:extLst>
          </p:cNvPr>
          <p:cNvSpPr txBox="1">
            <a:spLocks/>
          </p:cNvSpPr>
          <p:nvPr/>
        </p:nvSpPr>
        <p:spPr>
          <a:xfrm>
            <a:off x="180020" y="1916832"/>
            <a:ext cx="8784468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Sólo tu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Bold" panose="020B0502040204020203" pitchFamily="34" charset="0"/>
                <a:cs typeface="Courier New" panose="02070309020205020404" pitchFamily="49" charset="0"/>
              </a:rPr>
              <a:t>dirección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  <a:cs typeface="Courier New" panose="02070309020205020404" pitchFamily="49" charset="0"/>
              </a:rPr>
              <a:t>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quiero escuchar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D1CBE7-FED4-46FC-8B33-2741FD4AD23F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211400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1412776"/>
            <a:ext cx="8748972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Te obedeceré </a:t>
            </a:r>
            <a:r>
              <a:rPr lang="es-MX" sz="5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Señor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habrá excusas esta vez en MÍ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75E3D7-CA3B-4941-90B5-81E919CA3C27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31540" y="1196752"/>
            <a:ext cx="828092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Te seguiré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 donde tú quieras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//YO IRÉ//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73FDDE-2AEC-4DFA-B44C-B7CF3B2E1ABA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48230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8299" y="1196752"/>
            <a:ext cx="8747401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Hoy me rindo a tus pies</a:t>
            </a:r>
          </a:p>
          <a:p>
            <a:pPr marL="0" indent="0" algn="ct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Diste tu vida por mí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8A170A-60E1-4235-A681-3D890149A08E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294595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70284" y="1196752"/>
            <a:ext cx="9684568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Te clavaste en mi lugar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Hoy respondo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 tu llamar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59987C-F654-46B6-8015-F6CB35CA2193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227775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6595" y="1340768"/>
            <a:ext cx="799081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HABLA a mi corazón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GUÍA mi caminar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D1CBE7-FED4-46FC-8B33-2741FD4AD23F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282795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>
            <a:extLst>
              <a:ext uri="{FF2B5EF4-FFF2-40B4-BE49-F238E27FC236}">
                <a16:creationId xmlns:a16="http://schemas.microsoft.com/office/drawing/2014/main" id="{840614BA-95AB-446E-A27D-3EB3A1ED598E}"/>
              </a:ext>
            </a:extLst>
          </p:cNvPr>
          <p:cNvSpPr txBox="1">
            <a:spLocks/>
          </p:cNvSpPr>
          <p:nvPr/>
        </p:nvSpPr>
        <p:spPr>
          <a:xfrm>
            <a:off x="180020" y="1916832"/>
            <a:ext cx="8784468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Sólo tu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dirección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quiero escuchar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D1CBE7-FED4-46FC-8B33-2741FD4AD23F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4195590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1412776"/>
            <a:ext cx="8748972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Te obedeceré </a:t>
            </a:r>
            <a:r>
              <a:rPr lang="es-MX" sz="5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Señor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No habrá excusas esta vez en MÍ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75E3D7-CA3B-4941-90B5-81E919CA3C27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411898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31540" y="1196752"/>
            <a:ext cx="828092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Courier New" panose="02070309020205020404" pitchFamily="49" charset="0"/>
              </a:rPr>
              <a:t>Te seguiré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Señor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A donde tú quieras 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///YO IRÉ///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73FDDE-2AEC-4DFA-B44C-B7CF3B2E1ABA}"/>
              </a:ext>
            </a:extLst>
          </p:cNvPr>
          <p:cNvSpPr txBox="1"/>
          <p:nvPr/>
        </p:nvSpPr>
        <p:spPr>
          <a:xfrm>
            <a:off x="6156176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 OBEDECERÉ</a:t>
            </a:r>
          </a:p>
        </p:txBody>
      </p:sp>
    </p:spTree>
    <p:extLst>
      <p:ext uri="{BB962C8B-B14F-4D97-AF65-F5344CB8AC3E}">
        <p14:creationId xmlns:p14="http://schemas.microsoft.com/office/powerpoint/2010/main" val="1925932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162</Words>
  <Application>Microsoft Office PowerPoint</Application>
  <PresentationFormat>Presentación en pantalla (4:3)</PresentationFormat>
  <Paragraphs>52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Arial Rounded MT Bold</vt:lpstr>
      <vt:lpstr>Bahnschrift</vt:lpstr>
      <vt:lpstr>Bahnschrift SemiBold</vt:lpstr>
      <vt:lpstr>Brush Script MT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Morenos</dc:creator>
  <cp:lastModifiedBy>Familia Cañon Peña</cp:lastModifiedBy>
  <cp:revision>62</cp:revision>
  <dcterms:created xsi:type="dcterms:W3CDTF">2016-03-07T02:55:03Z</dcterms:created>
  <dcterms:modified xsi:type="dcterms:W3CDTF">2021-07-27T04:24:00Z</dcterms:modified>
</cp:coreProperties>
</file>