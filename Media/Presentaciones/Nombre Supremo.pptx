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61" r:id="rId4"/>
    <p:sldId id="265" r:id="rId5"/>
    <p:sldId id="266" r:id="rId6"/>
    <p:sldId id="267" r:id="rId7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81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892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315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764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007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613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270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517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3750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545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295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17122-C34C-4EAA-8ACF-13821256085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D174B-4705-4184-9A58-A709358FA6E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3519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3752" y="1484784"/>
            <a:ext cx="9036496" cy="307834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Jesús nombre glorioso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Precioso Salvador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Bello Señor </a:t>
            </a:r>
          </a:p>
        </p:txBody>
      </p:sp>
      <p:sp>
        <p:nvSpPr>
          <p:cNvPr id="2" name="3 Rectángulo">
            <a:extLst>
              <a:ext uri="{FF2B5EF4-FFF2-40B4-BE49-F238E27FC236}">
                <a16:creationId xmlns:a16="http://schemas.microsoft.com/office/drawing/2014/main" id="{BF3EA207-87DE-43FC-ACF8-FAB50697BE02}"/>
              </a:ext>
            </a:extLst>
          </p:cNvPr>
          <p:cNvSpPr/>
          <p:nvPr/>
        </p:nvSpPr>
        <p:spPr>
          <a:xfrm>
            <a:off x="2843808" y="188640"/>
            <a:ext cx="608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NOMBRE SUPREMO</a:t>
            </a:r>
          </a:p>
        </p:txBody>
      </p:sp>
    </p:spTree>
    <p:extLst>
      <p:ext uri="{BB962C8B-B14F-4D97-AF65-F5344CB8AC3E}">
        <p14:creationId xmlns:p14="http://schemas.microsoft.com/office/powerpoint/2010/main" val="808418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64142" y="1484784"/>
            <a:ext cx="8560092" cy="3672408"/>
          </a:xfrm>
        </p:spPr>
        <p:txBody>
          <a:bodyPr>
            <a:normAutofit/>
          </a:bodyPr>
          <a:lstStyle/>
          <a:p>
            <a:pPr algn="l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Emanuel 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con nosotros </a:t>
            </a:r>
          </a:p>
          <a:p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9A711228-D0CB-493D-8282-0541796F8D0D}"/>
              </a:ext>
            </a:extLst>
          </p:cNvPr>
          <p:cNvSpPr/>
          <p:nvPr/>
        </p:nvSpPr>
        <p:spPr>
          <a:xfrm>
            <a:off x="2843808" y="188640"/>
            <a:ext cx="608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NOMBRE SUPREMO</a:t>
            </a:r>
          </a:p>
        </p:txBody>
      </p:sp>
    </p:spTree>
    <p:extLst>
      <p:ext uri="{BB962C8B-B14F-4D97-AF65-F5344CB8AC3E}">
        <p14:creationId xmlns:p14="http://schemas.microsoft.com/office/powerpoint/2010/main" val="620484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23528" y="1340768"/>
            <a:ext cx="8928992" cy="3672408"/>
          </a:xfrm>
        </p:spPr>
        <p:txBody>
          <a:bodyPr>
            <a:normAutofit/>
          </a:bodyPr>
          <a:lstStyle/>
          <a:p>
            <a:pPr algn="l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Palabra viva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Redentor </a:t>
            </a:r>
          </a:p>
          <a:p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78F911C0-59A5-4B6A-A1F4-178579A5DD9F}"/>
              </a:ext>
            </a:extLst>
          </p:cNvPr>
          <p:cNvSpPr/>
          <p:nvPr/>
        </p:nvSpPr>
        <p:spPr>
          <a:xfrm>
            <a:off x="2843808" y="188640"/>
            <a:ext cx="608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NOMBRE SUPREMO</a:t>
            </a:r>
          </a:p>
        </p:txBody>
      </p:sp>
    </p:spTree>
    <p:extLst>
      <p:ext uri="{BB962C8B-B14F-4D97-AF65-F5344CB8AC3E}">
        <p14:creationId xmlns:p14="http://schemas.microsoft.com/office/powerpoint/2010/main" val="57414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3752" y="1484784"/>
            <a:ext cx="9036496" cy="307834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Jesús nombre glorioso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Precioso Salvador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Bello Señor </a:t>
            </a:r>
          </a:p>
        </p:txBody>
      </p:sp>
      <p:sp>
        <p:nvSpPr>
          <p:cNvPr id="2" name="3 Rectángulo">
            <a:extLst>
              <a:ext uri="{FF2B5EF4-FFF2-40B4-BE49-F238E27FC236}">
                <a16:creationId xmlns:a16="http://schemas.microsoft.com/office/drawing/2014/main" id="{BF3EA207-87DE-43FC-ACF8-FAB50697BE02}"/>
              </a:ext>
            </a:extLst>
          </p:cNvPr>
          <p:cNvSpPr/>
          <p:nvPr/>
        </p:nvSpPr>
        <p:spPr>
          <a:xfrm>
            <a:off x="2843808" y="188640"/>
            <a:ext cx="608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NOMBRE SUPREMO</a:t>
            </a:r>
          </a:p>
        </p:txBody>
      </p:sp>
    </p:spTree>
    <p:extLst>
      <p:ext uri="{BB962C8B-B14F-4D97-AF65-F5344CB8AC3E}">
        <p14:creationId xmlns:p14="http://schemas.microsoft.com/office/powerpoint/2010/main" val="40753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64142" y="1484784"/>
            <a:ext cx="8560092" cy="3672408"/>
          </a:xfrm>
        </p:spPr>
        <p:txBody>
          <a:bodyPr>
            <a:normAutofit/>
          </a:bodyPr>
          <a:lstStyle/>
          <a:p>
            <a:pPr algn="l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Emanuel 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con nosotros </a:t>
            </a:r>
          </a:p>
          <a:p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9A711228-D0CB-493D-8282-0541796F8D0D}"/>
              </a:ext>
            </a:extLst>
          </p:cNvPr>
          <p:cNvSpPr/>
          <p:nvPr/>
        </p:nvSpPr>
        <p:spPr>
          <a:xfrm>
            <a:off x="2843808" y="188640"/>
            <a:ext cx="608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NOMBRE SUPREMO</a:t>
            </a:r>
          </a:p>
        </p:txBody>
      </p:sp>
    </p:spTree>
    <p:extLst>
      <p:ext uri="{BB962C8B-B14F-4D97-AF65-F5344CB8AC3E}">
        <p14:creationId xmlns:p14="http://schemas.microsoft.com/office/powerpoint/2010/main" val="875009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23528" y="1340768"/>
            <a:ext cx="8928992" cy="3672408"/>
          </a:xfrm>
        </p:spPr>
        <p:txBody>
          <a:bodyPr>
            <a:normAutofit/>
          </a:bodyPr>
          <a:lstStyle/>
          <a:p>
            <a:pPr algn="l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Palabra viva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Redentor </a:t>
            </a:r>
          </a:p>
          <a:p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78F911C0-59A5-4B6A-A1F4-178579A5DD9F}"/>
              </a:ext>
            </a:extLst>
          </p:cNvPr>
          <p:cNvSpPr/>
          <p:nvPr/>
        </p:nvSpPr>
        <p:spPr>
          <a:xfrm>
            <a:off x="2843808" y="188640"/>
            <a:ext cx="608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NOMBRE SUPREMO</a:t>
            </a:r>
          </a:p>
        </p:txBody>
      </p:sp>
    </p:spTree>
    <p:extLst>
      <p:ext uri="{BB962C8B-B14F-4D97-AF65-F5344CB8AC3E}">
        <p14:creationId xmlns:p14="http://schemas.microsoft.com/office/powerpoint/2010/main" val="25064118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42</Words>
  <Application>Microsoft Office PowerPoint</Application>
  <PresentationFormat>Presentación en pantalla (4:3)</PresentationFormat>
  <Paragraphs>20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Supremo </dc:title>
  <dc:creator>Natalia M</dc:creator>
  <cp:lastModifiedBy>Familia Cañon Peña</cp:lastModifiedBy>
  <cp:revision>26</cp:revision>
  <dcterms:created xsi:type="dcterms:W3CDTF">2020-07-10T01:44:42Z</dcterms:created>
  <dcterms:modified xsi:type="dcterms:W3CDTF">2021-07-27T04:05:43Z</dcterms:modified>
</cp:coreProperties>
</file>